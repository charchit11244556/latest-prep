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2.xml" ContentType="application/vnd.openxmlformats-officedocument.theme+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theme/theme3.xml" ContentType="application/vnd.openxmlformats-officedocument.theme+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theme/theme4.xml" ContentType="application/vnd.openxmlformats-officedocument.theme+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theme/theme5.xml" ContentType="application/vnd.openxmlformats-officedocument.theme+xml"/>
  <Override PartName="/ppt/tags/tag1.xml" ContentType="application/vnd.openxmlformats-officedocument.presentationml.tags+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theme/theme6.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theme/theme7.xml" ContentType="application/vnd.openxmlformats-officedocument.theme+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theme/theme8.xml" ContentType="application/vnd.openxmlformats-officedocument.theme+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theme/theme9.xml" ContentType="application/vnd.openxmlformats-officedocument.theme+xml"/>
  <Override PartName="/ppt/theme/theme10.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 id="2147483677" r:id="rId5"/>
    <p:sldMasterId id="2147483699" r:id="rId6"/>
    <p:sldMasterId id="2147483721" r:id="rId7"/>
    <p:sldMasterId id="2147483744" r:id="rId8"/>
    <p:sldMasterId id="2147484045" r:id="rId9"/>
    <p:sldMasterId id="2147484063" r:id="rId10"/>
    <p:sldMasterId id="2147484188" r:id="rId11"/>
    <p:sldMasterId id="2147484290" r:id="rId12"/>
  </p:sldMasterIdLst>
  <p:notesMasterIdLst>
    <p:notesMasterId r:id="rId16"/>
  </p:notesMasterIdLst>
  <p:sldIdLst>
    <p:sldId id="884" r:id="rId13"/>
    <p:sldId id="2147483071" r:id="rId14"/>
    <p:sldId id="2147481472"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nthony McLellan" initials="AM" lastIdx="30" clrIdx="0">
    <p:extLst>
      <p:ext uri="{19B8F6BF-5375-455C-9EA6-DF929625EA0E}">
        <p15:presenceInfo xmlns:p15="http://schemas.microsoft.com/office/powerpoint/2012/main" userId="S-1-5-21-1020188409-3814353224-683614252-544299802" providerId="AD"/>
      </p:ext>
    </p:extLst>
  </p:cmAuthor>
  <p:cmAuthor id="2" name="Kiran Ashok Desai" initials="KAD" lastIdx="29" clrIdx="1">
    <p:extLst>
      <p:ext uri="{19B8F6BF-5375-455C-9EA6-DF929625EA0E}">
        <p15:presenceInfo xmlns:p15="http://schemas.microsoft.com/office/powerpoint/2012/main" userId="S::KIRANAD@aurigeneservices.com::41796aa2-0a60-460e-8963-16944af4598c" providerId="AD"/>
      </p:ext>
    </p:extLst>
  </p:cmAuthor>
  <p:cmAuthor id="3" name="Suneel Singh" initials="SS" lastIdx="6" clrIdx="2">
    <p:extLst>
      <p:ext uri="{19B8F6BF-5375-455C-9EA6-DF929625EA0E}">
        <p15:presenceInfo xmlns:p15="http://schemas.microsoft.com/office/powerpoint/2012/main" userId="S::suneels@aurigeneservices.com::88eff37a-8a2b-4df1-99e3-0dd8774d9c1c" providerId="AD"/>
      </p:ext>
    </p:extLst>
  </p:cmAuthor>
  <p:cmAuthor id="4" name="Sheela M V" initials="SMV" lastIdx="61" clrIdx="3">
    <p:extLst>
      <p:ext uri="{19B8F6BF-5375-455C-9EA6-DF929625EA0E}">
        <p15:presenceInfo xmlns:p15="http://schemas.microsoft.com/office/powerpoint/2012/main" userId="S::Sheelamv@aurigeneservices.com::7235880c-0d2c-433f-9df8-668dc027e847"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F81BD"/>
    <a:srgbClr val="0000FF"/>
    <a:srgbClr val="FFFFFF"/>
    <a:srgbClr val="1F3FB7"/>
    <a:srgbClr val="4CAAAD"/>
    <a:srgbClr val="F1FB7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517" autoAdjust="0"/>
    <p:restoredTop sz="78664" autoAdjust="0"/>
  </p:normalViewPr>
  <p:slideViewPr>
    <p:cSldViewPr snapToGrid="0">
      <p:cViewPr varScale="1">
        <p:scale>
          <a:sx n="93" d="100"/>
          <a:sy n="93" d="100"/>
        </p:scale>
        <p:origin x="102" y="96"/>
      </p:cViewPr>
      <p:guideLst/>
    </p:cSldViewPr>
  </p:slideViewPr>
  <p:notesTextViewPr>
    <p:cViewPr>
      <p:scale>
        <a:sx n="1" d="1"/>
        <a:sy n="1" d="1"/>
      </p:scale>
      <p:origin x="0" y="0"/>
    </p:cViewPr>
  </p:notesTextViewPr>
  <p:sorterViewPr>
    <p:cViewPr varScale="1">
      <p:scale>
        <a:sx n="1" d="1"/>
        <a:sy n="1" d="1"/>
      </p:scale>
      <p:origin x="0" y="-108924"/>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5.xml"/><Relationship Id="rId13" Type="http://schemas.openxmlformats.org/officeDocument/2006/relationships/slide" Target="slides/slide1.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Master" Target="slideMasters/slideMaster4.xml"/><Relationship Id="rId12" Type="http://schemas.openxmlformats.org/officeDocument/2006/relationships/slideMaster" Target="slideMasters/slideMaster9.xml"/><Relationship Id="rId17" Type="http://schemas.openxmlformats.org/officeDocument/2006/relationships/commentAuthors" Target="commentAuthors.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Master" Target="slideMasters/slideMaster8.xml"/><Relationship Id="rId5" Type="http://schemas.openxmlformats.org/officeDocument/2006/relationships/slideMaster" Target="slideMasters/slideMaster2.xml"/><Relationship Id="rId15" Type="http://schemas.openxmlformats.org/officeDocument/2006/relationships/slide" Target="slides/slide3.xml"/><Relationship Id="rId10" Type="http://schemas.openxmlformats.org/officeDocument/2006/relationships/slideMaster" Target="slideMasters/slideMaster7.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Master" Target="slideMasters/slideMaster6.xml"/><Relationship Id="rId14"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0.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Avenir Next" panose="020B0503020202020204"/>
              </a:defRPr>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Avenir Next" panose="020B0503020202020204"/>
              </a:defRPr>
            </a:lvl1pPr>
          </a:lstStyle>
          <a:p>
            <a:fld id="{362DFE0E-7E6D-4964-9211-1B453394BC5D}" type="datetimeFigureOut">
              <a:rPr lang="en-US" smtClean="0"/>
              <a:pPr/>
              <a:t>7/6/2026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Avenir Next" panose="020B0503020202020204"/>
              </a:defRPr>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Avenir Next" panose="020B0503020202020204"/>
              </a:defRPr>
            </a:lvl1pPr>
          </a:lstStyle>
          <a:p>
            <a:fld id="{3B410161-6A99-4612-AA62-5B3086652B5B}" type="slidenum">
              <a:rPr lang="en-US" smtClean="0"/>
              <a:pPr/>
              <a:t>‹#›</a:t>
            </a:fld>
            <a:endParaRPr lang="en-US" dirty="0"/>
          </a:p>
        </p:txBody>
      </p:sp>
    </p:spTree>
    <p:extLst>
      <p:ext uri="{BB962C8B-B14F-4D97-AF65-F5344CB8AC3E}">
        <p14:creationId xmlns:p14="http://schemas.microsoft.com/office/powerpoint/2010/main" val="9665171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Avenir Next" panose="020B0503020202020204"/>
        <a:ea typeface="+mn-ea"/>
        <a:cs typeface="+mn-cs"/>
      </a:defRPr>
    </a:lvl1pPr>
    <a:lvl2pPr marL="457200" algn="l" defTabSz="914400" rtl="0" eaLnBrk="1" latinLnBrk="0" hangingPunct="1">
      <a:defRPr sz="1200" kern="1200">
        <a:solidFill>
          <a:schemeClr val="tx1"/>
        </a:solidFill>
        <a:latin typeface="Avenir Next" panose="020B0503020202020204"/>
        <a:ea typeface="+mn-ea"/>
        <a:cs typeface="+mn-cs"/>
      </a:defRPr>
    </a:lvl2pPr>
    <a:lvl3pPr marL="914400" algn="l" defTabSz="914400" rtl="0" eaLnBrk="1" latinLnBrk="0" hangingPunct="1">
      <a:defRPr sz="1200" kern="1200">
        <a:solidFill>
          <a:schemeClr val="tx1"/>
        </a:solidFill>
        <a:latin typeface="Avenir Next" panose="020B0503020202020204"/>
        <a:ea typeface="+mn-ea"/>
        <a:cs typeface="+mn-cs"/>
      </a:defRPr>
    </a:lvl3pPr>
    <a:lvl4pPr marL="1371600" algn="l" defTabSz="914400" rtl="0" eaLnBrk="1" latinLnBrk="0" hangingPunct="1">
      <a:defRPr sz="1200" kern="1200">
        <a:solidFill>
          <a:schemeClr val="tx1"/>
        </a:solidFill>
        <a:latin typeface="Avenir Next" panose="020B0503020202020204"/>
        <a:ea typeface="+mn-ea"/>
        <a:cs typeface="+mn-cs"/>
      </a:defRPr>
    </a:lvl4pPr>
    <a:lvl5pPr marL="1828800" algn="l" defTabSz="914400" rtl="0" eaLnBrk="1" latinLnBrk="0" hangingPunct="1">
      <a:defRPr sz="1200" kern="1200">
        <a:solidFill>
          <a:schemeClr val="tx1"/>
        </a:solidFill>
        <a:latin typeface="Avenir Next" panose="020B0503020202020204"/>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Footer Placeholder 3"/>
          <p:cNvSpPr>
            <a:spLocks noGrp="1"/>
          </p:cNvSpPr>
          <p:nvPr>
            <p:ph type="ftr" sz="quarter" idx="4"/>
          </p:nvPr>
        </p:nvSpPr>
        <p:spPr/>
        <p:txBody>
          <a:bodyPr/>
          <a:lstStyle/>
          <a:p>
            <a:r>
              <a:rPr lang="en-IN"/>
              <a:t>© Aurigene Discovery Technologies Limited.</a:t>
            </a:r>
            <a:endParaRPr lang="en-IN" dirty="0"/>
          </a:p>
        </p:txBody>
      </p:sp>
      <p:sp>
        <p:nvSpPr>
          <p:cNvPr id="5" name="Slide Number Placeholder 4"/>
          <p:cNvSpPr>
            <a:spLocks noGrp="1"/>
          </p:cNvSpPr>
          <p:nvPr>
            <p:ph type="sldNum" sz="quarter" idx="5"/>
          </p:nvPr>
        </p:nvSpPr>
        <p:spPr/>
        <p:txBody>
          <a:bodyPr/>
          <a:lstStyle/>
          <a:p>
            <a:fld id="{AFAB5DC8-3917-4A6A-9D25-829F41C35F75}" type="slidenum">
              <a:rPr lang="en-IN" smtClean="0"/>
              <a:t>2</a:t>
            </a:fld>
            <a:endParaRPr lang="en-IN"/>
          </a:p>
        </p:txBody>
      </p:sp>
    </p:spTree>
    <p:extLst>
      <p:ext uri="{BB962C8B-B14F-4D97-AF65-F5344CB8AC3E}">
        <p14:creationId xmlns:p14="http://schemas.microsoft.com/office/powerpoint/2010/main" val="20336367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jpe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jpeg"/><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jpeg"/><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eg"/><Relationship Id="rId1" Type="http://schemas.openxmlformats.org/officeDocument/2006/relationships/slideMaster" Target="../slideMasters/slideMaster4.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4.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jpeg"/><Relationship Id="rId1" Type="http://schemas.openxmlformats.org/officeDocument/2006/relationships/slideMaster" Target="../slideMasters/slideMaster4.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5.xml"/></Relationships>
</file>

<file path=ppt/slideLayouts/_rels/slideLayout8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eg"/><Relationship Id="rId1" Type="http://schemas.openxmlformats.org/officeDocument/2006/relationships/slideMaster" Target="../slideMasters/slideMaster5.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jpeg"/><Relationship Id="rId1" Type="http://schemas.openxmlformats.org/officeDocument/2006/relationships/slideMaster" Target="../slideMasters/slideMaster5.xml"/></Relationships>
</file>

<file path=ppt/slideLayouts/_rels/slideLayout8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0.png"/><Relationship Id="rId1" Type="http://schemas.openxmlformats.org/officeDocument/2006/relationships/slideMaster" Target="../slideMasters/slideMaster5.xml"/></Relationships>
</file>

<file path=ppt/slideLayouts/_rels/slideLayout8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5.xml"/></Relationships>
</file>

<file path=ppt/slideLayouts/_rels/slideLayout8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5.xml"/></Relationships>
</file>

<file path=ppt/slideLayouts/_rels/slideLayout8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0.png"/><Relationship Id="rId1" Type="http://schemas.openxmlformats.org/officeDocument/2006/relationships/slideMaster" Target="../slideMasters/slideMaster5.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5.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Master" Target="../slideMasters/slideMaster5.xml"/></Relationships>
</file>

<file path=ppt/slideLayouts/_rels/slideLayout101.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slideMaster" Target="../slideMasters/slideMaster5.xml"/><Relationship Id="rId1" Type="http://schemas.openxmlformats.org/officeDocument/2006/relationships/tags" Target="../tags/tag1.xml"/></Relationships>
</file>

<file path=ppt/slideLayouts/_rels/slideLayout10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Master" Target="../slideMasters/slideMaster6.xml"/><Relationship Id="rId1" Type="http://schemas.openxmlformats.org/officeDocument/2006/relationships/tags" Target="../tags/tag3.xml"/></Relationships>
</file>

<file path=ppt/slideLayouts/_rels/slideLayout10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Master" Target="../slideMasters/slideMaster6.xml"/><Relationship Id="rId1" Type="http://schemas.openxmlformats.org/officeDocument/2006/relationships/tags" Target="../tags/tag4.xml"/></Relationships>
</file>

<file path=ppt/slideLayouts/_rels/slideLayout10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Master" Target="../slideMasters/slideMaster6.xml"/><Relationship Id="rId1" Type="http://schemas.openxmlformats.org/officeDocument/2006/relationships/tags" Target="../tags/tag5.xml"/><Relationship Id="rId4" Type="http://schemas.openxmlformats.org/officeDocument/2006/relationships/image" Target="../media/image13.png"/></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6.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tags" Target="../tags/tag6.xml"/></Relationships>
</file>

<file path=ppt/slideLayouts/_rels/slideLayout107.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tags" Target="../tags/tag7.xml"/></Relationships>
</file>

<file path=ppt/slideLayouts/_rels/slideLayout108.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tags" Target="../tags/tag8.xml"/></Relationships>
</file>

<file path=ppt/slideLayouts/_rels/slideLayout109.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tags" Target="../tags/tag9.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1.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tags" Target="../tags/tag10.xml"/></Relationships>
</file>

<file path=ppt/slideLayouts/_rels/slideLayout112.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tags" Target="../tags/tag11.xml"/></Relationships>
</file>

<file path=ppt/slideLayouts/_rels/slideLayout113.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tags" Target="../tags/tag12.xml"/></Relationships>
</file>

<file path=ppt/slideLayouts/_rels/slideLayout114.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tags" Target="../tags/tag13.xml"/></Relationships>
</file>

<file path=ppt/slideLayouts/_rels/slideLayout115.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tags" Target="../tags/tag14.xml"/></Relationships>
</file>

<file path=ppt/slideLayouts/_rels/slideLayout116.xml.rels><?xml version="1.0" encoding="UTF-8" standalone="yes"?>
<Relationships xmlns="http://schemas.openxmlformats.org/package/2006/relationships"><Relationship Id="rId3" Type="http://schemas.openxmlformats.org/officeDocument/2006/relationships/hyperlink" Target="http://www.drreddys.com/" TargetMode="External"/><Relationship Id="rId2" Type="http://schemas.openxmlformats.org/officeDocument/2006/relationships/slideMaster" Target="../slideMasters/slideMaster6.xml"/><Relationship Id="rId1" Type="http://schemas.openxmlformats.org/officeDocument/2006/relationships/tags" Target="../tags/tag15.xml"/><Relationship Id="rId5" Type="http://schemas.openxmlformats.org/officeDocument/2006/relationships/image" Target="../media/image13.png"/><Relationship Id="rId4" Type="http://schemas.openxmlformats.org/officeDocument/2006/relationships/image" Target="../media/image12.png"/></Relationships>
</file>

<file path=ppt/slideLayouts/_rels/slideLayout1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Master" Target="../slideMasters/slideMaster6.xml"/><Relationship Id="rId1" Type="http://schemas.openxmlformats.org/officeDocument/2006/relationships/tags" Target="../tags/tag16.xml"/><Relationship Id="rId4" Type="http://schemas.openxmlformats.org/officeDocument/2006/relationships/image" Target="../media/image13.png"/></Relationships>
</file>

<file path=ppt/slideLayouts/_rels/slideLayout1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Master" Target="../slideMasters/slideMaster7.xml"/><Relationship Id="rId1" Type="http://schemas.openxmlformats.org/officeDocument/2006/relationships/tags" Target="../tags/tag18.xml"/></Relationships>
</file>

<file path=ppt/slideLayouts/_rels/slideLayout1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Master" Target="../slideMasters/slideMaster7.xml"/><Relationship Id="rId1" Type="http://schemas.openxmlformats.org/officeDocument/2006/relationships/tags" Target="../tags/tag19.xml"/></Relationships>
</file>

<file path=ppt/slideLayouts/_rels/slideLayout1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Master" Target="../slideMasters/slideMaster7.xml"/><Relationship Id="rId1" Type="http://schemas.openxmlformats.org/officeDocument/2006/relationships/tags" Target="../tags/tag20.xml"/><Relationship Id="rId4" Type="http://schemas.openxmlformats.org/officeDocument/2006/relationships/image" Target="../media/image13.png"/></Relationships>
</file>

<file path=ppt/slideLayouts/_rels/slideLayout121.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tags" Target="../tags/tag21.xml"/></Relationships>
</file>

<file path=ppt/slideLayouts/_rels/slideLayout122.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tags" Target="../tags/tag22.xml"/></Relationships>
</file>

<file path=ppt/slideLayouts/_rels/slideLayout123.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tags" Target="../tags/tag23.xml"/></Relationships>
</file>

<file path=ppt/slideLayouts/_rels/slideLayout124.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tags" Target="../tags/tag24.xml"/></Relationships>
</file>

<file path=ppt/slideLayouts/_rels/slideLayout125.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tags" Target="../tags/tag25.xml"/></Relationships>
</file>

<file path=ppt/slideLayouts/_rels/slideLayout126.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tags" Target="../tags/tag26.xml"/></Relationships>
</file>

<file path=ppt/slideLayouts/_rels/slideLayout127.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tags" Target="../tags/tag27.xml"/></Relationships>
</file>

<file path=ppt/slideLayouts/_rels/slideLayout128.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tags" Target="../tags/tag28.xml"/></Relationships>
</file>

<file path=ppt/slideLayouts/_rels/slideLayout129.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tags" Target="../tags/tag29.xml"/></Relationships>
</file>

<file path=ppt/slideLayouts/_rels/slideLayout130.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tags" Target="../tags/tag30.xml"/></Relationships>
</file>

<file path=ppt/slideLayouts/_rels/slideLayout131.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tags" Target="../tags/tag31.xml"/></Relationships>
</file>

<file path=ppt/slideLayouts/_rels/slideLayout132.xml.rels><?xml version="1.0" encoding="UTF-8" standalone="yes"?>
<Relationships xmlns="http://schemas.openxmlformats.org/package/2006/relationships"><Relationship Id="rId3" Type="http://schemas.openxmlformats.org/officeDocument/2006/relationships/hyperlink" Target="http://www.drreddys.com/" TargetMode="External"/><Relationship Id="rId2" Type="http://schemas.openxmlformats.org/officeDocument/2006/relationships/slideMaster" Target="../slideMasters/slideMaster7.xml"/><Relationship Id="rId1" Type="http://schemas.openxmlformats.org/officeDocument/2006/relationships/tags" Target="../tags/tag32.xml"/><Relationship Id="rId5" Type="http://schemas.openxmlformats.org/officeDocument/2006/relationships/image" Target="../media/image13.png"/><Relationship Id="rId4" Type="http://schemas.openxmlformats.org/officeDocument/2006/relationships/image" Target="../media/image12.png"/></Relationships>
</file>

<file path=ppt/slideLayouts/_rels/slideLayout13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Master" Target="../slideMasters/slideMaster7.xml"/><Relationship Id="rId1" Type="http://schemas.openxmlformats.org/officeDocument/2006/relationships/tags" Target="../tags/tag33.xml"/><Relationship Id="rId4" Type="http://schemas.openxmlformats.org/officeDocument/2006/relationships/image" Target="../media/image13.png"/></Relationships>
</file>

<file path=ppt/slideLayouts/_rels/slideLayout13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slideMaster" Target="../slideMasters/slideMaster8.xml"/><Relationship Id="rId1" Type="http://schemas.openxmlformats.org/officeDocument/2006/relationships/tags" Target="../tags/tag35.xml"/><Relationship Id="rId4" Type="http://schemas.microsoft.com/office/2007/relationships/hdphoto" Target="../media/hdphoto2.wdp"/></Relationships>
</file>

<file path=ppt/slideLayouts/_rels/slideLayout135.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tags" Target="../tags/tag36.xml"/></Relationships>
</file>

<file path=ppt/slideLayouts/_rels/slideLayout13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slideMaster" Target="../slideMasters/slideMaster8.xml"/><Relationship Id="rId1" Type="http://schemas.openxmlformats.org/officeDocument/2006/relationships/tags" Target="../tags/tag37.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38.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tags" Target="../tags/tag38.xml"/></Relationships>
</file>

<file path=ppt/slideLayouts/_rels/slideLayout139.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tags" Target="../tags/tag39.xml"/></Relationships>
</file>

<file path=ppt/slideLayouts/_rels/slideLayout140.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tags" Target="../tags/tag40.xml"/></Relationships>
</file>

<file path=ppt/slideLayouts/_rels/slideLayout141.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tags" Target="../tags/tag41.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43.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tags" Target="../tags/tag42.xml"/></Relationships>
</file>

<file path=ppt/slideLayouts/_rels/slideLayout144.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tags" Target="../tags/tag43.xml"/></Relationships>
</file>

<file path=ppt/slideLayouts/_rels/slideLayout145.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tags" Target="../tags/tag44.xml"/></Relationships>
</file>

<file path=ppt/slideLayouts/_rels/slideLayout146.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tags" Target="../tags/tag45.xml"/></Relationships>
</file>

<file path=ppt/slideLayouts/_rels/slideLayout147.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tags" Target="../tags/tag46.xml"/></Relationships>
</file>

<file path=ppt/slideLayouts/_rels/slideLayout14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slideMaster" Target="../slideMasters/slideMaster8.xml"/><Relationship Id="rId1" Type="http://schemas.openxmlformats.org/officeDocument/2006/relationships/tags" Target="../tags/tag47.xml"/><Relationship Id="rId4" Type="http://schemas.openxmlformats.org/officeDocument/2006/relationships/hyperlink" Target="http://www.drreddys.com/" TargetMode="External"/></Relationships>
</file>

<file path=ppt/slideLayouts/_rels/slideLayout14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slideMaster" Target="../slideMasters/slideMaster8.xml"/><Relationship Id="rId1" Type="http://schemas.openxmlformats.org/officeDocument/2006/relationships/tags" Target="../tags/tag48.xml"/></Relationships>
</file>

<file path=ppt/slideLayouts/_rels/slideLayout15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9.xml"/></Relationships>
</file>

<file path=ppt/slideLayouts/_rels/slideLayout15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eg"/><Relationship Id="rId1" Type="http://schemas.openxmlformats.org/officeDocument/2006/relationships/slideMaster" Target="../slideMasters/slideMaster9.xml"/></Relationships>
</file>

<file path=ppt/slideLayouts/_rels/slideLayout15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9.xml"/></Relationships>
</file>

<file path=ppt/slideLayouts/_rels/slideLayout15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jpeg"/><Relationship Id="rId1" Type="http://schemas.openxmlformats.org/officeDocument/2006/relationships/slideMaster" Target="../slideMasters/slideMaster9.xml"/></Relationships>
</file>

<file path=ppt/slideLayouts/_rels/slideLayout15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0.png"/><Relationship Id="rId1" Type="http://schemas.openxmlformats.org/officeDocument/2006/relationships/slideMaster" Target="../slideMasters/slideMaster9.xml"/></Relationships>
</file>

<file path=ppt/slideLayouts/_rels/slideLayout15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9.xml"/></Relationships>
</file>

<file path=ppt/slideLayouts/_rels/slideLayout15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9.xml"/></Relationships>
</file>

<file path=ppt/slideLayouts/_rels/slideLayout15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0.png"/><Relationship Id="rId1" Type="http://schemas.openxmlformats.org/officeDocument/2006/relationships/slideMaster" Target="../slideMasters/slideMaster9.xml"/></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6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9.xml"/></Relationships>
</file>

<file path=ppt/slideLayouts/_rels/slideLayout16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6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6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6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6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6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6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6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58D073-CD12-3B47-0F7F-B51D611606F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2538CF5-A8C4-CA5D-CA7D-9F30A7B8624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CDEFE1E-792A-3530-5452-F67A534D3B99}"/>
              </a:ext>
            </a:extLst>
          </p:cNvPr>
          <p:cNvSpPr>
            <a:spLocks noGrp="1"/>
          </p:cNvSpPr>
          <p:nvPr>
            <p:ph type="dt" sz="half" idx="10"/>
          </p:nvPr>
        </p:nvSpPr>
        <p:spPr/>
        <p:txBody>
          <a:bodyPr/>
          <a:lstStyle/>
          <a:p>
            <a:fld id="{17A254F3-891A-4FAE-BFC3-095FBF08A302}" type="datetimeFigureOut">
              <a:rPr lang="en-US" smtClean="0"/>
              <a:t>7/6/2026</a:t>
            </a:fld>
            <a:endParaRPr lang="en-US"/>
          </a:p>
        </p:txBody>
      </p:sp>
      <p:sp>
        <p:nvSpPr>
          <p:cNvPr id="5" name="Footer Placeholder 4">
            <a:extLst>
              <a:ext uri="{FF2B5EF4-FFF2-40B4-BE49-F238E27FC236}">
                <a16:creationId xmlns:a16="http://schemas.microsoft.com/office/drawing/2014/main" id="{982E5BBA-9D4C-96E8-CDE3-B6AE36D1668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BCC693E-694E-3066-4228-BEFFC6582CF3}"/>
              </a:ext>
            </a:extLst>
          </p:cNvPr>
          <p:cNvSpPr>
            <a:spLocks noGrp="1"/>
          </p:cNvSpPr>
          <p:nvPr>
            <p:ph type="sldNum" sz="quarter" idx="12"/>
          </p:nvPr>
        </p:nvSpPr>
        <p:spPr/>
        <p:txBody>
          <a:bodyPr/>
          <a:lstStyle/>
          <a:p>
            <a:fld id="{0BA6C484-4593-4398-892A-29D659C24092}" type="slidenum">
              <a:rPr lang="en-US" smtClean="0"/>
              <a:t>‹#›</a:t>
            </a:fld>
            <a:endParaRPr lang="en-US"/>
          </a:p>
        </p:txBody>
      </p:sp>
    </p:spTree>
    <p:extLst>
      <p:ext uri="{BB962C8B-B14F-4D97-AF65-F5344CB8AC3E}">
        <p14:creationId xmlns:p14="http://schemas.microsoft.com/office/powerpoint/2010/main" val="26911017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9F5E1E-B1EE-0482-D254-3B960FDEF96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94671D1-A8F0-42E0-70C1-3217412A33D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F667460-5F94-9771-F55F-FBED88A7AD7A}"/>
              </a:ext>
            </a:extLst>
          </p:cNvPr>
          <p:cNvSpPr>
            <a:spLocks noGrp="1"/>
          </p:cNvSpPr>
          <p:nvPr>
            <p:ph type="dt" sz="half" idx="10"/>
          </p:nvPr>
        </p:nvSpPr>
        <p:spPr/>
        <p:txBody>
          <a:bodyPr/>
          <a:lstStyle/>
          <a:p>
            <a:fld id="{17A254F3-891A-4FAE-BFC3-095FBF08A302}" type="datetimeFigureOut">
              <a:rPr lang="en-US" smtClean="0"/>
              <a:t>7/6/2026</a:t>
            </a:fld>
            <a:endParaRPr lang="en-US"/>
          </a:p>
        </p:txBody>
      </p:sp>
      <p:sp>
        <p:nvSpPr>
          <p:cNvPr id="5" name="Footer Placeholder 4">
            <a:extLst>
              <a:ext uri="{FF2B5EF4-FFF2-40B4-BE49-F238E27FC236}">
                <a16:creationId xmlns:a16="http://schemas.microsoft.com/office/drawing/2014/main" id="{C54A7A86-4990-A5DC-F825-84F09E8D06E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E7EAE14-6988-6B4B-623B-575C8EB8AC93}"/>
              </a:ext>
            </a:extLst>
          </p:cNvPr>
          <p:cNvSpPr>
            <a:spLocks noGrp="1"/>
          </p:cNvSpPr>
          <p:nvPr>
            <p:ph type="sldNum" sz="quarter" idx="12"/>
          </p:nvPr>
        </p:nvSpPr>
        <p:spPr/>
        <p:txBody>
          <a:bodyPr/>
          <a:lstStyle/>
          <a:p>
            <a:fld id="{0BA6C484-4593-4398-892A-29D659C24092}" type="slidenum">
              <a:rPr lang="en-US" smtClean="0"/>
              <a:t>‹#›</a:t>
            </a:fld>
            <a:endParaRPr lang="en-US"/>
          </a:p>
        </p:txBody>
      </p:sp>
    </p:spTree>
    <p:extLst>
      <p:ext uri="{BB962C8B-B14F-4D97-AF65-F5344CB8AC3E}">
        <p14:creationId xmlns:p14="http://schemas.microsoft.com/office/powerpoint/2010/main" val="38063965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6B6723-31D3-BE97-3A5A-11699452681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8FE1FEC-3E39-57F8-87E7-8D5E42FBEB4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9DEE602-7FB4-3C59-A704-92DD2D4CF6DA}"/>
              </a:ext>
            </a:extLst>
          </p:cNvPr>
          <p:cNvSpPr>
            <a:spLocks noGrp="1"/>
          </p:cNvSpPr>
          <p:nvPr>
            <p:ph type="dt" sz="half" idx="10"/>
          </p:nvPr>
        </p:nvSpPr>
        <p:spPr/>
        <p:txBody>
          <a:bodyPr/>
          <a:lstStyle/>
          <a:p>
            <a:fld id="{17A254F3-891A-4FAE-BFC3-095FBF08A302}" type="datetimeFigureOut">
              <a:rPr lang="en-US" smtClean="0"/>
              <a:t>7/6/2026</a:t>
            </a:fld>
            <a:endParaRPr lang="en-US"/>
          </a:p>
        </p:txBody>
      </p:sp>
      <p:sp>
        <p:nvSpPr>
          <p:cNvPr id="5" name="Footer Placeholder 4">
            <a:extLst>
              <a:ext uri="{FF2B5EF4-FFF2-40B4-BE49-F238E27FC236}">
                <a16:creationId xmlns:a16="http://schemas.microsoft.com/office/drawing/2014/main" id="{AC6F5713-B5AE-CAC3-C125-46CE6B03AAA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769C95C-D5AC-66D0-5F83-434BD06EB129}"/>
              </a:ext>
            </a:extLst>
          </p:cNvPr>
          <p:cNvSpPr>
            <a:spLocks noGrp="1"/>
          </p:cNvSpPr>
          <p:nvPr>
            <p:ph type="sldNum" sz="quarter" idx="12"/>
          </p:nvPr>
        </p:nvSpPr>
        <p:spPr/>
        <p:txBody>
          <a:bodyPr/>
          <a:lstStyle/>
          <a:p>
            <a:fld id="{0BA6C484-4593-4398-892A-29D659C24092}" type="slidenum">
              <a:rPr lang="en-US" smtClean="0"/>
              <a:t>‹#›</a:t>
            </a:fld>
            <a:endParaRPr lang="en-US"/>
          </a:p>
        </p:txBody>
      </p:sp>
    </p:spTree>
    <p:extLst>
      <p:ext uri="{BB962C8B-B14F-4D97-AF65-F5344CB8AC3E}">
        <p14:creationId xmlns:p14="http://schemas.microsoft.com/office/powerpoint/2010/main" val="23965438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4A58D6-EBDE-199E-1B18-480E5BA7950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5C7334A-32F9-FC33-C574-8D9D205AEA4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74B5A32-153E-191E-81F3-69B055A68BC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940916A-A6FD-BA82-5B24-501DDC5A109C}"/>
              </a:ext>
            </a:extLst>
          </p:cNvPr>
          <p:cNvSpPr>
            <a:spLocks noGrp="1"/>
          </p:cNvSpPr>
          <p:nvPr>
            <p:ph type="dt" sz="half" idx="10"/>
          </p:nvPr>
        </p:nvSpPr>
        <p:spPr/>
        <p:txBody>
          <a:bodyPr/>
          <a:lstStyle/>
          <a:p>
            <a:fld id="{17A254F3-891A-4FAE-BFC3-095FBF08A302}" type="datetimeFigureOut">
              <a:rPr lang="en-US" smtClean="0"/>
              <a:t>7/6/2026</a:t>
            </a:fld>
            <a:endParaRPr lang="en-US"/>
          </a:p>
        </p:txBody>
      </p:sp>
      <p:sp>
        <p:nvSpPr>
          <p:cNvPr id="6" name="Footer Placeholder 5">
            <a:extLst>
              <a:ext uri="{FF2B5EF4-FFF2-40B4-BE49-F238E27FC236}">
                <a16:creationId xmlns:a16="http://schemas.microsoft.com/office/drawing/2014/main" id="{5B75C6AF-42F0-6482-C645-57EAFE2B4DD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2864B78-FA5E-D53A-47AC-6DCD0C924599}"/>
              </a:ext>
            </a:extLst>
          </p:cNvPr>
          <p:cNvSpPr>
            <a:spLocks noGrp="1"/>
          </p:cNvSpPr>
          <p:nvPr>
            <p:ph type="sldNum" sz="quarter" idx="12"/>
          </p:nvPr>
        </p:nvSpPr>
        <p:spPr/>
        <p:txBody>
          <a:bodyPr/>
          <a:lstStyle/>
          <a:p>
            <a:fld id="{0BA6C484-4593-4398-892A-29D659C24092}" type="slidenum">
              <a:rPr lang="en-US" smtClean="0"/>
              <a:t>‹#›</a:t>
            </a:fld>
            <a:endParaRPr lang="en-US"/>
          </a:p>
        </p:txBody>
      </p:sp>
    </p:spTree>
    <p:extLst>
      <p:ext uri="{BB962C8B-B14F-4D97-AF65-F5344CB8AC3E}">
        <p14:creationId xmlns:p14="http://schemas.microsoft.com/office/powerpoint/2010/main" val="25526865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9F3358-5C1F-F85B-1381-1F2BB87852D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7B8B2AD-0B19-C906-48C3-84705ABBF47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8267DD1-0A9F-B97C-06B0-B365E76D4E4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885BD65-2754-1492-CF7E-51F5FE66837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15CAC6F-B3EE-6356-8C07-6E1702E0877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9345FE3-B86B-52F8-68C7-5C995F7B3D6B}"/>
              </a:ext>
            </a:extLst>
          </p:cNvPr>
          <p:cNvSpPr>
            <a:spLocks noGrp="1"/>
          </p:cNvSpPr>
          <p:nvPr>
            <p:ph type="dt" sz="half" idx="10"/>
          </p:nvPr>
        </p:nvSpPr>
        <p:spPr/>
        <p:txBody>
          <a:bodyPr/>
          <a:lstStyle/>
          <a:p>
            <a:fld id="{17A254F3-891A-4FAE-BFC3-095FBF08A302}" type="datetimeFigureOut">
              <a:rPr lang="en-US" smtClean="0"/>
              <a:t>7/6/2026</a:t>
            </a:fld>
            <a:endParaRPr lang="en-US"/>
          </a:p>
        </p:txBody>
      </p:sp>
      <p:sp>
        <p:nvSpPr>
          <p:cNvPr id="8" name="Footer Placeholder 7">
            <a:extLst>
              <a:ext uri="{FF2B5EF4-FFF2-40B4-BE49-F238E27FC236}">
                <a16:creationId xmlns:a16="http://schemas.microsoft.com/office/drawing/2014/main" id="{425ACB1E-B5E8-DFFE-8EFA-3AFFFC5EEC0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30779D7-1E58-6D18-F556-B2EC169E893F}"/>
              </a:ext>
            </a:extLst>
          </p:cNvPr>
          <p:cNvSpPr>
            <a:spLocks noGrp="1"/>
          </p:cNvSpPr>
          <p:nvPr>
            <p:ph type="sldNum" sz="quarter" idx="12"/>
          </p:nvPr>
        </p:nvSpPr>
        <p:spPr/>
        <p:txBody>
          <a:bodyPr/>
          <a:lstStyle/>
          <a:p>
            <a:fld id="{0BA6C484-4593-4398-892A-29D659C24092}" type="slidenum">
              <a:rPr lang="en-US" smtClean="0"/>
              <a:t>‹#›</a:t>
            </a:fld>
            <a:endParaRPr lang="en-US"/>
          </a:p>
        </p:txBody>
      </p:sp>
    </p:spTree>
    <p:extLst>
      <p:ext uri="{BB962C8B-B14F-4D97-AF65-F5344CB8AC3E}">
        <p14:creationId xmlns:p14="http://schemas.microsoft.com/office/powerpoint/2010/main" val="17927019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26C7F9-49F4-3732-D6FE-D10FC17A79C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4AB926C-6306-588E-51C6-53E9AC13123E}"/>
              </a:ext>
            </a:extLst>
          </p:cNvPr>
          <p:cNvSpPr>
            <a:spLocks noGrp="1"/>
          </p:cNvSpPr>
          <p:nvPr>
            <p:ph type="dt" sz="half" idx="10"/>
          </p:nvPr>
        </p:nvSpPr>
        <p:spPr/>
        <p:txBody>
          <a:bodyPr/>
          <a:lstStyle/>
          <a:p>
            <a:fld id="{17A254F3-891A-4FAE-BFC3-095FBF08A302}" type="datetimeFigureOut">
              <a:rPr lang="en-US" smtClean="0"/>
              <a:t>7/6/2026</a:t>
            </a:fld>
            <a:endParaRPr lang="en-US"/>
          </a:p>
        </p:txBody>
      </p:sp>
      <p:sp>
        <p:nvSpPr>
          <p:cNvPr id="4" name="Footer Placeholder 3">
            <a:extLst>
              <a:ext uri="{FF2B5EF4-FFF2-40B4-BE49-F238E27FC236}">
                <a16:creationId xmlns:a16="http://schemas.microsoft.com/office/drawing/2014/main" id="{E4295754-0535-8754-A087-9B7AC43F16E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8D60003-89D3-7774-FF5A-FF1A5D8AF0BA}"/>
              </a:ext>
            </a:extLst>
          </p:cNvPr>
          <p:cNvSpPr>
            <a:spLocks noGrp="1"/>
          </p:cNvSpPr>
          <p:nvPr>
            <p:ph type="sldNum" sz="quarter" idx="12"/>
          </p:nvPr>
        </p:nvSpPr>
        <p:spPr/>
        <p:txBody>
          <a:bodyPr/>
          <a:lstStyle/>
          <a:p>
            <a:fld id="{0BA6C484-4593-4398-892A-29D659C24092}" type="slidenum">
              <a:rPr lang="en-US" smtClean="0"/>
              <a:t>‹#›</a:t>
            </a:fld>
            <a:endParaRPr lang="en-US"/>
          </a:p>
        </p:txBody>
      </p:sp>
    </p:spTree>
    <p:extLst>
      <p:ext uri="{BB962C8B-B14F-4D97-AF65-F5344CB8AC3E}">
        <p14:creationId xmlns:p14="http://schemas.microsoft.com/office/powerpoint/2010/main" val="39549747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22BA363-8064-DF3C-52BB-492AE65B5D52}"/>
              </a:ext>
            </a:extLst>
          </p:cNvPr>
          <p:cNvSpPr>
            <a:spLocks noGrp="1"/>
          </p:cNvSpPr>
          <p:nvPr>
            <p:ph type="dt" sz="half" idx="10"/>
          </p:nvPr>
        </p:nvSpPr>
        <p:spPr/>
        <p:txBody>
          <a:bodyPr/>
          <a:lstStyle/>
          <a:p>
            <a:fld id="{17A254F3-891A-4FAE-BFC3-095FBF08A302}" type="datetimeFigureOut">
              <a:rPr lang="en-US" smtClean="0"/>
              <a:t>7/6/2026</a:t>
            </a:fld>
            <a:endParaRPr lang="en-US"/>
          </a:p>
        </p:txBody>
      </p:sp>
      <p:sp>
        <p:nvSpPr>
          <p:cNvPr id="3" name="Footer Placeholder 2">
            <a:extLst>
              <a:ext uri="{FF2B5EF4-FFF2-40B4-BE49-F238E27FC236}">
                <a16:creationId xmlns:a16="http://schemas.microsoft.com/office/drawing/2014/main" id="{3CE8F17C-87BA-ECFC-B15A-CEC78DFC372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71CA895-6A2E-1B93-F408-6C4C749C4926}"/>
              </a:ext>
            </a:extLst>
          </p:cNvPr>
          <p:cNvSpPr>
            <a:spLocks noGrp="1"/>
          </p:cNvSpPr>
          <p:nvPr>
            <p:ph type="sldNum" sz="quarter" idx="12"/>
          </p:nvPr>
        </p:nvSpPr>
        <p:spPr/>
        <p:txBody>
          <a:bodyPr/>
          <a:lstStyle/>
          <a:p>
            <a:fld id="{0BA6C484-4593-4398-892A-29D659C24092}" type="slidenum">
              <a:rPr lang="en-US" smtClean="0"/>
              <a:t>‹#›</a:t>
            </a:fld>
            <a:endParaRPr lang="en-US"/>
          </a:p>
        </p:txBody>
      </p:sp>
    </p:spTree>
    <p:extLst>
      <p:ext uri="{BB962C8B-B14F-4D97-AF65-F5344CB8AC3E}">
        <p14:creationId xmlns:p14="http://schemas.microsoft.com/office/powerpoint/2010/main" val="9242302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E8B9C3-39AE-BB80-AB0E-1F4DC690214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43EF68A-8204-9E0D-A27C-7445716F167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5F50DBF-AC64-E686-A875-4610122C10D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858FAAD-0E42-317F-DAD0-F0601D14D1AE}"/>
              </a:ext>
            </a:extLst>
          </p:cNvPr>
          <p:cNvSpPr>
            <a:spLocks noGrp="1"/>
          </p:cNvSpPr>
          <p:nvPr>
            <p:ph type="dt" sz="half" idx="10"/>
          </p:nvPr>
        </p:nvSpPr>
        <p:spPr/>
        <p:txBody>
          <a:bodyPr/>
          <a:lstStyle/>
          <a:p>
            <a:fld id="{17A254F3-891A-4FAE-BFC3-095FBF08A302}" type="datetimeFigureOut">
              <a:rPr lang="en-US" smtClean="0"/>
              <a:t>7/6/2026</a:t>
            </a:fld>
            <a:endParaRPr lang="en-US"/>
          </a:p>
        </p:txBody>
      </p:sp>
      <p:sp>
        <p:nvSpPr>
          <p:cNvPr id="6" name="Footer Placeholder 5">
            <a:extLst>
              <a:ext uri="{FF2B5EF4-FFF2-40B4-BE49-F238E27FC236}">
                <a16:creationId xmlns:a16="http://schemas.microsoft.com/office/drawing/2014/main" id="{8EAD4C3C-170B-6025-7611-81E7E7E31F4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FADDBBE-F8A5-FDCF-0109-E9A4A14481A5}"/>
              </a:ext>
            </a:extLst>
          </p:cNvPr>
          <p:cNvSpPr>
            <a:spLocks noGrp="1"/>
          </p:cNvSpPr>
          <p:nvPr>
            <p:ph type="sldNum" sz="quarter" idx="12"/>
          </p:nvPr>
        </p:nvSpPr>
        <p:spPr/>
        <p:txBody>
          <a:bodyPr/>
          <a:lstStyle/>
          <a:p>
            <a:fld id="{0BA6C484-4593-4398-892A-29D659C24092}" type="slidenum">
              <a:rPr lang="en-US" smtClean="0"/>
              <a:t>‹#›</a:t>
            </a:fld>
            <a:endParaRPr lang="en-US"/>
          </a:p>
        </p:txBody>
      </p:sp>
    </p:spTree>
    <p:extLst>
      <p:ext uri="{BB962C8B-B14F-4D97-AF65-F5344CB8AC3E}">
        <p14:creationId xmlns:p14="http://schemas.microsoft.com/office/powerpoint/2010/main" val="15131981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8A6AED-D401-A0C8-8C40-CFBB5CA1E92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ACB3B18-52E1-2FCD-B6B0-49234A62906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36FA78D2-E8B8-FB8E-70A7-78AD79788EF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7F9D114-1D29-0528-D7EB-19B3D33C7ACB}"/>
              </a:ext>
            </a:extLst>
          </p:cNvPr>
          <p:cNvSpPr>
            <a:spLocks noGrp="1"/>
          </p:cNvSpPr>
          <p:nvPr>
            <p:ph type="dt" sz="half" idx="10"/>
          </p:nvPr>
        </p:nvSpPr>
        <p:spPr/>
        <p:txBody>
          <a:bodyPr/>
          <a:lstStyle/>
          <a:p>
            <a:fld id="{17A254F3-891A-4FAE-BFC3-095FBF08A302}" type="datetimeFigureOut">
              <a:rPr lang="en-US" smtClean="0"/>
              <a:t>7/6/2026</a:t>
            </a:fld>
            <a:endParaRPr lang="en-US"/>
          </a:p>
        </p:txBody>
      </p:sp>
      <p:sp>
        <p:nvSpPr>
          <p:cNvPr id="6" name="Footer Placeholder 5">
            <a:extLst>
              <a:ext uri="{FF2B5EF4-FFF2-40B4-BE49-F238E27FC236}">
                <a16:creationId xmlns:a16="http://schemas.microsoft.com/office/drawing/2014/main" id="{362C41E7-0568-2189-F181-4D6556CD950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D3F15D0-357D-62E9-F8BF-37D40FE449A2}"/>
              </a:ext>
            </a:extLst>
          </p:cNvPr>
          <p:cNvSpPr>
            <a:spLocks noGrp="1"/>
          </p:cNvSpPr>
          <p:nvPr>
            <p:ph type="sldNum" sz="quarter" idx="12"/>
          </p:nvPr>
        </p:nvSpPr>
        <p:spPr/>
        <p:txBody>
          <a:bodyPr/>
          <a:lstStyle/>
          <a:p>
            <a:fld id="{0BA6C484-4593-4398-892A-29D659C24092}" type="slidenum">
              <a:rPr lang="en-US" smtClean="0"/>
              <a:t>‹#›</a:t>
            </a:fld>
            <a:endParaRPr lang="en-US"/>
          </a:p>
        </p:txBody>
      </p:sp>
    </p:spTree>
    <p:extLst>
      <p:ext uri="{BB962C8B-B14F-4D97-AF65-F5344CB8AC3E}">
        <p14:creationId xmlns:p14="http://schemas.microsoft.com/office/powerpoint/2010/main" val="34957917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DC4CF-3407-5350-6DE5-9B7B3722B9D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6F8CD51-166C-0FB6-C9A4-F622DAB48FB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00B4AAA-14B2-6D5A-E6F8-D77D127B4722}"/>
              </a:ext>
            </a:extLst>
          </p:cNvPr>
          <p:cNvSpPr>
            <a:spLocks noGrp="1"/>
          </p:cNvSpPr>
          <p:nvPr>
            <p:ph type="dt" sz="half" idx="10"/>
          </p:nvPr>
        </p:nvSpPr>
        <p:spPr/>
        <p:txBody>
          <a:bodyPr/>
          <a:lstStyle/>
          <a:p>
            <a:fld id="{17A254F3-891A-4FAE-BFC3-095FBF08A302}" type="datetimeFigureOut">
              <a:rPr lang="en-US" smtClean="0"/>
              <a:t>7/6/2026</a:t>
            </a:fld>
            <a:endParaRPr lang="en-US"/>
          </a:p>
        </p:txBody>
      </p:sp>
      <p:sp>
        <p:nvSpPr>
          <p:cNvPr id="5" name="Footer Placeholder 4">
            <a:extLst>
              <a:ext uri="{FF2B5EF4-FFF2-40B4-BE49-F238E27FC236}">
                <a16:creationId xmlns:a16="http://schemas.microsoft.com/office/drawing/2014/main" id="{5822CC2D-2733-63EC-FBFA-5E0B5A31467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3062E59-17C0-F25F-2AA8-05194852A242}"/>
              </a:ext>
            </a:extLst>
          </p:cNvPr>
          <p:cNvSpPr>
            <a:spLocks noGrp="1"/>
          </p:cNvSpPr>
          <p:nvPr>
            <p:ph type="sldNum" sz="quarter" idx="12"/>
          </p:nvPr>
        </p:nvSpPr>
        <p:spPr/>
        <p:txBody>
          <a:bodyPr/>
          <a:lstStyle/>
          <a:p>
            <a:fld id="{0BA6C484-4593-4398-892A-29D659C24092}" type="slidenum">
              <a:rPr lang="en-US" smtClean="0"/>
              <a:t>‹#›</a:t>
            </a:fld>
            <a:endParaRPr lang="en-US"/>
          </a:p>
        </p:txBody>
      </p:sp>
    </p:spTree>
    <p:extLst>
      <p:ext uri="{BB962C8B-B14F-4D97-AF65-F5344CB8AC3E}">
        <p14:creationId xmlns:p14="http://schemas.microsoft.com/office/powerpoint/2010/main" val="7050647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3C9531B-5A82-EF7D-29F9-1F51FCA4D91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0BBD3D2-36DD-7E9E-D20A-790829519D3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A717F55-4C94-927A-B81A-34A56DF884D4}"/>
              </a:ext>
            </a:extLst>
          </p:cNvPr>
          <p:cNvSpPr>
            <a:spLocks noGrp="1"/>
          </p:cNvSpPr>
          <p:nvPr>
            <p:ph type="dt" sz="half" idx="10"/>
          </p:nvPr>
        </p:nvSpPr>
        <p:spPr/>
        <p:txBody>
          <a:bodyPr/>
          <a:lstStyle/>
          <a:p>
            <a:fld id="{17A254F3-891A-4FAE-BFC3-095FBF08A302}" type="datetimeFigureOut">
              <a:rPr lang="en-US" smtClean="0"/>
              <a:t>7/6/2026</a:t>
            </a:fld>
            <a:endParaRPr lang="en-US"/>
          </a:p>
        </p:txBody>
      </p:sp>
      <p:sp>
        <p:nvSpPr>
          <p:cNvPr id="5" name="Footer Placeholder 4">
            <a:extLst>
              <a:ext uri="{FF2B5EF4-FFF2-40B4-BE49-F238E27FC236}">
                <a16:creationId xmlns:a16="http://schemas.microsoft.com/office/drawing/2014/main" id="{10D49352-5148-7F3D-54FA-88A1EE36E27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415B874-6602-69DE-BFBA-D9F63726A653}"/>
              </a:ext>
            </a:extLst>
          </p:cNvPr>
          <p:cNvSpPr>
            <a:spLocks noGrp="1"/>
          </p:cNvSpPr>
          <p:nvPr>
            <p:ph type="sldNum" sz="quarter" idx="12"/>
          </p:nvPr>
        </p:nvSpPr>
        <p:spPr/>
        <p:txBody>
          <a:bodyPr/>
          <a:lstStyle/>
          <a:p>
            <a:fld id="{0BA6C484-4593-4398-892A-29D659C24092}" type="slidenum">
              <a:rPr lang="en-US" smtClean="0"/>
              <a:t>‹#›</a:t>
            </a:fld>
            <a:endParaRPr lang="en-US"/>
          </a:p>
        </p:txBody>
      </p:sp>
    </p:spTree>
    <p:extLst>
      <p:ext uri="{BB962C8B-B14F-4D97-AF65-F5344CB8AC3E}">
        <p14:creationId xmlns:p14="http://schemas.microsoft.com/office/powerpoint/2010/main" val="366316896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Team ">
    <p:spTree>
      <p:nvGrpSpPr>
        <p:cNvPr id="1" name=""/>
        <p:cNvGrpSpPr/>
        <p:nvPr/>
      </p:nvGrpSpPr>
      <p:grpSpPr>
        <a:xfrm>
          <a:off x="0" y="0"/>
          <a:ext cx="0" cy="0"/>
          <a:chOff x="0" y="0"/>
          <a:chExt cx="0" cy="0"/>
        </a:xfrm>
      </p:grpSpPr>
      <p:sp>
        <p:nvSpPr>
          <p:cNvPr id="5" name="Rectangle: Top Corners Rounded 4">
            <a:extLst>
              <a:ext uri="{FF2B5EF4-FFF2-40B4-BE49-F238E27FC236}">
                <a16:creationId xmlns:a16="http://schemas.microsoft.com/office/drawing/2014/main" id="{B91A756A-3339-4A5E-B01D-FAAB9EFCAD95}"/>
              </a:ext>
            </a:extLst>
          </p:cNvPr>
          <p:cNvSpPr/>
          <p:nvPr/>
        </p:nvSpPr>
        <p:spPr>
          <a:xfrm>
            <a:off x="0" y="0"/>
            <a:ext cx="12191999" cy="4113036"/>
          </a:xfrm>
          <a:prstGeom prst="round2SameRect">
            <a:avLst>
              <a:gd name="adj1" fmla="val 0"/>
              <a:gd name="adj2" fmla="val 0"/>
            </a:avLst>
          </a:prstGeom>
          <a:solidFill>
            <a:srgbClr val="1AB587"/>
          </a:solidFill>
          <a:ln>
            <a:noFill/>
          </a:ln>
          <a:effectLst>
            <a:outerShdw blurRad="444500" sx="102000" sy="102000" algn="ctr" rotWithShape="0">
              <a:prstClr val="black">
                <a:alpha val="6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dirty="0">
              <a:solidFill>
                <a:schemeClr val="bg1"/>
              </a:solidFill>
              <a:latin typeface="Quicksand SemiBold" pitchFamily="2" charset="0"/>
              <a:ea typeface="Open Sans" panose="020B0606030504020204" pitchFamily="34" charset="0"/>
              <a:cs typeface="Poppins" panose="00000500000000000000" pitchFamily="2" charset="0"/>
            </a:endParaRPr>
          </a:p>
        </p:txBody>
      </p:sp>
    </p:spTree>
    <p:extLst>
      <p:ext uri="{BB962C8B-B14F-4D97-AF65-F5344CB8AC3E}">
        <p14:creationId xmlns:p14="http://schemas.microsoft.com/office/powerpoint/2010/main" val="356986145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Process 1">
    <p:spTree>
      <p:nvGrpSpPr>
        <p:cNvPr id="1" name=""/>
        <p:cNvGrpSpPr/>
        <p:nvPr/>
      </p:nvGrpSpPr>
      <p:grpSpPr>
        <a:xfrm>
          <a:off x="0" y="0"/>
          <a:ext cx="0" cy="0"/>
          <a:chOff x="0" y="0"/>
          <a:chExt cx="0" cy="0"/>
        </a:xfrm>
      </p:grpSpPr>
    </p:spTree>
    <p:extLst>
      <p:ext uri="{BB962C8B-B14F-4D97-AF65-F5344CB8AC3E}">
        <p14:creationId xmlns:p14="http://schemas.microsoft.com/office/powerpoint/2010/main" val="25628958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415600" y="593367"/>
            <a:ext cx="11360800" cy="7636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r>
              <a:rPr lang="en-US"/>
              <a:t>Click to edit Master title style</a:t>
            </a:r>
            <a:endParaRPr/>
          </a:p>
        </p:txBody>
      </p:sp>
      <p:sp>
        <p:nvSpPr>
          <p:cNvPr id="18" name="Google Shape;18;p4"/>
          <p:cNvSpPr txBox="1">
            <a:spLocks noGrp="1"/>
          </p:cNvSpPr>
          <p:nvPr>
            <p:ph type="body" idx="1"/>
          </p:nvPr>
        </p:nvSpPr>
        <p:spPr>
          <a:xfrm>
            <a:off x="415600" y="1536633"/>
            <a:ext cx="11360800" cy="4555200"/>
          </a:xfrm>
          <a:prstGeom prst="rect">
            <a:avLst/>
          </a:prstGeom>
        </p:spPr>
        <p:txBody>
          <a:bodyPr spcFirstLastPara="1" wrap="square" lIns="91425" tIns="91425" rIns="91425" bIns="91425" anchor="t" anchorCtr="0">
            <a:normAutofit/>
          </a:bodyPr>
          <a:lstStyle>
            <a:lvl1pPr marL="609585" lvl="0" indent="-457189">
              <a:spcBef>
                <a:spcPts val="0"/>
              </a:spcBef>
              <a:spcAft>
                <a:spcPts val="0"/>
              </a:spcAft>
              <a:buSzPts val="1800"/>
              <a:buChar char="●"/>
              <a:defRPr/>
            </a:lvl1pPr>
            <a:lvl2pPr marL="1219170" lvl="1" indent="-423323">
              <a:spcBef>
                <a:spcPts val="0"/>
              </a:spcBef>
              <a:spcAft>
                <a:spcPts val="0"/>
              </a:spcAft>
              <a:buSzPts val="1400"/>
              <a:buChar char="○"/>
              <a:defRPr/>
            </a:lvl2pPr>
            <a:lvl3pPr marL="1828754" lvl="2" indent="-423323">
              <a:spcBef>
                <a:spcPts val="0"/>
              </a:spcBef>
              <a:spcAft>
                <a:spcPts val="0"/>
              </a:spcAft>
              <a:buSzPts val="1400"/>
              <a:buChar char="■"/>
              <a:defRPr/>
            </a:lvl3pPr>
            <a:lvl4pPr marL="2438339" lvl="3" indent="-423323">
              <a:spcBef>
                <a:spcPts val="0"/>
              </a:spcBef>
              <a:spcAft>
                <a:spcPts val="0"/>
              </a:spcAft>
              <a:buSzPts val="1400"/>
              <a:buChar char="●"/>
              <a:defRPr/>
            </a:lvl4pPr>
            <a:lvl5pPr marL="3047924" lvl="4" indent="-423323">
              <a:spcBef>
                <a:spcPts val="0"/>
              </a:spcBef>
              <a:spcAft>
                <a:spcPts val="0"/>
              </a:spcAft>
              <a:buSzPts val="1400"/>
              <a:buChar char="○"/>
              <a:defRPr/>
            </a:lvl5pPr>
            <a:lvl6pPr marL="3657509" lvl="5" indent="-423323">
              <a:spcBef>
                <a:spcPts val="0"/>
              </a:spcBef>
              <a:spcAft>
                <a:spcPts val="0"/>
              </a:spcAft>
              <a:buSzPts val="1400"/>
              <a:buChar char="■"/>
              <a:defRPr/>
            </a:lvl6pPr>
            <a:lvl7pPr marL="4267093" lvl="6" indent="-423323">
              <a:spcBef>
                <a:spcPts val="0"/>
              </a:spcBef>
              <a:spcAft>
                <a:spcPts val="0"/>
              </a:spcAft>
              <a:buSzPts val="1400"/>
              <a:buChar char="●"/>
              <a:defRPr/>
            </a:lvl7pPr>
            <a:lvl8pPr marL="4876678" lvl="7" indent="-423323">
              <a:spcBef>
                <a:spcPts val="0"/>
              </a:spcBef>
              <a:spcAft>
                <a:spcPts val="0"/>
              </a:spcAft>
              <a:buSzPts val="1400"/>
              <a:buChar char="○"/>
              <a:defRPr/>
            </a:lvl8pPr>
            <a:lvl9pPr marL="5486263" lvl="8" indent="-423323">
              <a:spcBef>
                <a:spcPts val="0"/>
              </a:spcBef>
              <a:spcAft>
                <a:spcPts val="0"/>
              </a:spcAft>
              <a:buSzPts val="1400"/>
              <a:buChar char="■"/>
              <a:defRPr/>
            </a:lvl9pPr>
          </a:lstStyle>
          <a:p>
            <a:pPr lvl="0"/>
            <a:r>
              <a:rPr lang="en-US"/>
              <a:t>Click to edit Master text styles</a:t>
            </a:r>
          </a:p>
        </p:txBody>
      </p:sp>
      <p:sp>
        <p:nvSpPr>
          <p:cNvPr id="19" name="Google Shape;19;p4"/>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BA6C484-4593-4398-892A-29D659C24092}" type="slidenum">
              <a:rPr lang="en-US" smtClean="0"/>
              <a:t>‹#›</a:t>
            </a:fld>
            <a:endParaRPr lang="en-US"/>
          </a:p>
        </p:txBody>
      </p:sp>
    </p:spTree>
    <p:extLst>
      <p:ext uri="{BB962C8B-B14F-4D97-AF65-F5344CB8AC3E}">
        <p14:creationId xmlns:p14="http://schemas.microsoft.com/office/powerpoint/2010/main" val="379316611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1_Title Slide">
    <p:spTree>
      <p:nvGrpSpPr>
        <p:cNvPr id="1" name=""/>
        <p:cNvGrpSpPr/>
        <p:nvPr/>
      </p:nvGrpSpPr>
      <p:grpSpPr>
        <a:xfrm>
          <a:off x="0" y="0"/>
          <a:ext cx="0" cy="0"/>
          <a:chOff x="0" y="0"/>
          <a:chExt cx="0" cy="0"/>
        </a:xfrm>
      </p:grpSpPr>
      <p:sp>
        <p:nvSpPr>
          <p:cNvPr id="8" name="Title 10">
            <a:extLst>
              <a:ext uri="{FF2B5EF4-FFF2-40B4-BE49-F238E27FC236}">
                <a16:creationId xmlns:a16="http://schemas.microsoft.com/office/drawing/2014/main" id="{2790C205-5FE2-4E74-AA56-9B3589D9BBA8}"/>
              </a:ext>
            </a:extLst>
          </p:cNvPr>
          <p:cNvSpPr>
            <a:spLocks noGrp="1"/>
          </p:cNvSpPr>
          <p:nvPr>
            <p:ph type="title" hasCustomPrompt="1"/>
          </p:nvPr>
        </p:nvSpPr>
        <p:spPr>
          <a:xfrm>
            <a:off x="227034" y="129950"/>
            <a:ext cx="7476473" cy="1031775"/>
          </a:xfrm>
        </p:spPr>
        <p:txBody>
          <a:bodyPr>
            <a:normAutofit/>
          </a:bodyPr>
          <a:lstStyle>
            <a:lvl1pPr marL="0" indent="1588" algn="l" defTabSz="914400" rtl="0" eaLnBrk="1" latinLnBrk="0" hangingPunct="1">
              <a:lnSpc>
                <a:spcPct val="70000"/>
              </a:lnSpc>
              <a:buFont typeface="Arial" panose="020B0604020202020204" pitchFamily="34" charset="0"/>
              <a:buNone/>
              <a:defRPr lang="en-US" sz="3600" b="1" kern="1200" cap="none" dirty="0">
                <a:solidFill>
                  <a:schemeClr val="bg1"/>
                </a:solidFill>
                <a:latin typeface="Avenir Next" panose="020B0503020202020204"/>
                <a:ea typeface="+mn-ea"/>
                <a:cs typeface="+mn-cs"/>
              </a:defRPr>
            </a:lvl1pPr>
          </a:lstStyle>
          <a:p>
            <a:r>
              <a:rPr lang="en-US" dirty="0"/>
              <a:t>Click to edit master title style</a:t>
            </a:r>
          </a:p>
        </p:txBody>
      </p:sp>
      <p:cxnSp>
        <p:nvCxnSpPr>
          <p:cNvPr id="9" name="Straight Connector 8">
            <a:extLst>
              <a:ext uri="{FF2B5EF4-FFF2-40B4-BE49-F238E27FC236}">
                <a16:creationId xmlns:a16="http://schemas.microsoft.com/office/drawing/2014/main" id="{5811F677-EA83-48AB-AE63-EA8216AF79EA}"/>
              </a:ext>
            </a:extLst>
          </p:cNvPr>
          <p:cNvCxnSpPr/>
          <p:nvPr/>
        </p:nvCxnSpPr>
        <p:spPr>
          <a:xfrm>
            <a:off x="0" y="1103644"/>
            <a:ext cx="12192000" cy="0"/>
          </a:xfrm>
          <a:prstGeom prst="line">
            <a:avLst/>
          </a:prstGeom>
          <a:ln w="38100">
            <a:gradFill>
              <a:gsLst>
                <a:gs pos="17000">
                  <a:schemeClr val="accent1">
                    <a:lumMod val="5000"/>
                    <a:lumOff val="95000"/>
                  </a:schemeClr>
                </a:gs>
                <a:gs pos="0">
                  <a:srgbClr val="E1DFE3"/>
                </a:gs>
                <a:gs pos="44000">
                  <a:schemeClr val="bg1">
                    <a:lumMod val="85000"/>
                  </a:schemeClr>
                </a:gs>
                <a:gs pos="72000">
                  <a:schemeClr val="bg1">
                    <a:lumMod val="95000"/>
                  </a:schemeClr>
                </a:gs>
                <a:gs pos="92000">
                  <a:schemeClr val="bg1">
                    <a:lumMod val="75000"/>
                  </a:schemeClr>
                </a:gs>
              </a:gsLst>
              <a:lin ang="0" scaled="0"/>
            </a:gradFill>
          </a:ln>
        </p:spPr>
        <p:style>
          <a:lnRef idx="1">
            <a:schemeClr val="accent1"/>
          </a:lnRef>
          <a:fillRef idx="0">
            <a:schemeClr val="accent1"/>
          </a:fillRef>
          <a:effectRef idx="0">
            <a:schemeClr val="accent1"/>
          </a:effectRef>
          <a:fontRef idx="minor">
            <a:schemeClr val="tx1"/>
          </a:fontRef>
        </p:style>
      </p:cxnSp>
      <p:sp>
        <p:nvSpPr>
          <p:cNvPr id="11" name="Text Placeholder 10">
            <a:extLst>
              <a:ext uri="{FF2B5EF4-FFF2-40B4-BE49-F238E27FC236}">
                <a16:creationId xmlns:a16="http://schemas.microsoft.com/office/drawing/2014/main" id="{0F2CB681-1095-49F1-8A45-9CE2BCB54EA6}"/>
              </a:ext>
            </a:extLst>
          </p:cNvPr>
          <p:cNvSpPr>
            <a:spLocks noGrp="1"/>
          </p:cNvSpPr>
          <p:nvPr>
            <p:ph type="body" sz="quarter" idx="13" hasCustomPrompt="1"/>
          </p:nvPr>
        </p:nvSpPr>
        <p:spPr>
          <a:xfrm>
            <a:off x="235907" y="1291675"/>
            <a:ext cx="11475929" cy="365061"/>
          </a:xfrm>
        </p:spPr>
        <p:txBody>
          <a:bodyPr>
            <a:normAutofit/>
          </a:bodyPr>
          <a:lstStyle>
            <a:lvl2pPr marL="0" indent="0" algn="l">
              <a:spcBef>
                <a:spcPts val="0"/>
              </a:spcBef>
              <a:buFont typeface="Arial" panose="020B0604020202020204" pitchFamily="34" charset="0"/>
              <a:buNone/>
              <a:defRPr sz="1800" b="1">
                <a:solidFill>
                  <a:schemeClr val="accent1"/>
                </a:solidFill>
                <a:latin typeface="Avenir Next" panose="020B0503020202020204"/>
              </a:defRPr>
            </a:lvl2pPr>
          </a:lstStyle>
          <a:p>
            <a:pPr lvl="1"/>
            <a:r>
              <a:rPr lang="en-US" dirty="0"/>
              <a:t>Second level</a:t>
            </a:r>
          </a:p>
        </p:txBody>
      </p:sp>
      <p:pic>
        <p:nvPicPr>
          <p:cNvPr id="15" name="Logo-01.png" descr="Logo-01.png">
            <a:extLst>
              <a:ext uri="{FF2B5EF4-FFF2-40B4-BE49-F238E27FC236}">
                <a16:creationId xmlns:a16="http://schemas.microsoft.com/office/drawing/2014/main" id="{F0F0D13B-5A7E-4F35-98CB-A92D604C3BA7}"/>
              </a:ext>
            </a:extLst>
          </p:cNvPr>
          <p:cNvPicPr>
            <a:picLocks noChangeAspect="1"/>
          </p:cNvPicPr>
          <p:nvPr/>
        </p:nvPicPr>
        <p:blipFill rotWithShape="1">
          <a:blip r:embed="rId2" cstate="print">
            <a:extLst>
              <a:ext uri="{BEBA8EAE-BF5A-486C-A8C5-ECC9F3942E4B}">
                <a14:imgProps xmlns:a14="http://schemas.microsoft.com/office/drawing/2010/main">
                  <a14:imgLayer r:embed="rId3">
                    <a14:imgEffect>
                      <a14:saturation sat="0"/>
                    </a14:imgEffect>
                    <a14:imgEffect>
                      <a14:brightnessContrast bright="100000"/>
                    </a14:imgEffect>
                  </a14:imgLayer>
                </a14:imgProps>
              </a:ext>
            </a:extLst>
          </a:blip>
          <a:srcRect t="47472"/>
          <a:stretch/>
        </p:blipFill>
        <p:spPr>
          <a:xfrm>
            <a:off x="10557876" y="537328"/>
            <a:ext cx="1407090" cy="450757"/>
          </a:xfrm>
          <a:prstGeom prst="rect">
            <a:avLst/>
          </a:prstGeom>
          <a:ln w="12700">
            <a:miter lim="400000"/>
          </a:ln>
        </p:spPr>
      </p:pic>
      <p:sp>
        <p:nvSpPr>
          <p:cNvPr id="17" name="Text Placeholder 16">
            <a:extLst>
              <a:ext uri="{FF2B5EF4-FFF2-40B4-BE49-F238E27FC236}">
                <a16:creationId xmlns:a16="http://schemas.microsoft.com/office/drawing/2014/main" id="{441FB54B-E944-4387-AAB6-A58720C3D680}"/>
              </a:ext>
            </a:extLst>
          </p:cNvPr>
          <p:cNvSpPr>
            <a:spLocks noGrp="1"/>
          </p:cNvSpPr>
          <p:nvPr>
            <p:ph type="body" sz="quarter" idx="14"/>
          </p:nvPr>
        </p:nvSpPr>
        <p:spPr>
          <a:xfrm>
            <a:off x="227013" y="1905000"/>
            <a:ext cx="11774487" cy="302289"/>
          </a:xfrm>
        </p:spPr>
        <p:txBody>
          <a:bodyPr>
            <a:noAutofit/>
          </a:bodyPr>
          <a:lstStyle>
            <a:lvl1pPr>
              <a:defRPr/>
            </a:lvl1pPr>
            <a:lvl2pPr>
              <a:defRPr lang="en-US" sz="1800" b="1" kern="1200" dirty="0">
                <a:solidFill>
                  <a:schemeClr val="accent1"/>
                </a:solidFill>
                <a:latin typeface="Graphik" panose="020B0503030202060203" pitchFamily="34" charset="0"/>
                <a:ea typeface="+mn-ea"/>
                <a:cs typeface="+mn-cs"/>
              </a:defRPr>
            </a:lvl2pPr>
            <a:lvl3pPr>
              <a:defRPr/>
            </a:lvl3pPr>
            <a:lvl4pPr>
              <a:defRPr/>
            </a:lvl4pPr>
            <a:lvl5pPr>
              <a:defRPr/>
            </a:lvl5pPr>
          </a:lstStyle>
          <a:p>
            <a:pPr marL="0" lvl="0" indent="0" algn="l" defTabSz="914400" rtl="0" eaLnBrk="1" latinLnBrk="0" hangingPunct="1">
              <a:lnSpc>
                <a:spcPct val="90000"/>
              </a:lnSpc>
              <a:spcBef>
                <a:spcPts val="0"/>
              </a:spcBef>
              <a:buFont typeface="Arial" panose="020B0604020202020204" pitchFamily="34" charset="0"/>
              <a:buNone/>
            </a:pPr>
            <a:r>
              <a:rPr lang="en-US"/>
              <a:t>Click to edit Master text styles</a:t>
            </a:r>
          </a:p>
        </p:txBody>
      </p:sp>
      <p:sp>
        <p:nvSpPr>
          <p:cNvPr id="2" name="Rectangle 1">
            <a:extLst>
              <a:ext uri="{FF2B5EF4-FFF2-40B4-BE49-F238E27FC236}">
                <a16:creationId xmlns:a16="http://schemas.microsoft.com/office/drawing/2014/main" id="{CF951EA8-B623-1440-9EDE-EF0907738351}"/>
              </a:ext>
            </a:extLst>
          </p:cNvPr>
          <p:cNvSpPr/>
          <p:nvPr/>
        </p:nvSpPr>
        <p:spPr>
          <a:xfrm>
            <a:off x="9210261" y="6555711"/>
            <a:ext cx="2981739" cy="3022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venir Next" panose="020B0503020202020204"/>
            </a:endParaRPr>
          </a:p>
        </p:txBody>
      </p:sp>
      <p:sp>
        <p:nvSpPr>
          <p:cNvPr id="10" name="Slide Number Placeholder 5">
            <a:extLst>
              <a:ext uri="{FF2B5EF4-FFF2-40B4-BE49-F238E27FC236}">
                <a16:creationId xmlns:a16="http://schemas.microsoft.com/office/drawing/2014/main" id="{E680D4FD-14AA-4EAD-BF67-73E6DF49682F}"/>
              </a:ext>
            </a:extLst>
          </p:cNvPr>
          <p:cNvSpPr>
            <a:spLocks noGrp="1"/>
          </p:cNvSpPr>
          <p:nvPr>
            <p:ph type="sldNum" sz="quarter" idx="12"/>
          </p:nvPr>
        </p:nvSpPr>
        <p:spPr>
          <a:xfrm>
            <a:off x="11574191" y="6492875"/>
            <a:ext cx="496388" cy="365125"/>
          </a:xfrm>
          <a:prstGeom prst="rect">
            <a:avLst/>
          </a:prstGeom>
        </p:spPr>
        <p:txBody>
          <a:bodyPr/>
          <a:lstStyle/>
          <a:p>
            <a:fld id="{0BA6C484-4593-4398-892A-29D659C24092}" type="slidenum">
              <a:rPr lang="en-US" smtClean="0"/>
              <a:t>‹#›</a:t>
            </a:fld>
            <a:endParaRPr lang="en-US"/>
          </a:p>
        </p:txBody>
      </p:sp>
    </p:spTree>
    <p:extLst>
      <p:ext uri="{BB962C8B-B14F-4D97-AF65-F5344CB8AC3E}">
        <p14:creationId xmlns:p14="http://schemas.microsoft.com/office/powerpoint/2010/main" val="548673883"/>
      </p:ext>
    </p:extLst>
  </p:cSld>
  <p:clrMapOvr>
    <a:masterClrMapping/>
  </p:clrMapOvr>
  <p:extLst>
    <p:ext uri="{DCECCB84-F9BA-43D5-87BE-67443E8EF086}">
      <p15:sldGuideLst xmlns:p15="http://schemas.microsoft.com/office/powerpoint/2012/main">
        <p15:guide id="1" pos="144">
          <p15:clr>
            <a:srgbClr val="FBAE40"/>
          </p15:clr>
        </p15:guide>
        <p15:guide id="2" pos="7560">
          <p15:clr>
            <a:srgbClr val="FBAE40"/>
          </p15:clr>
        </p15:guide>
        <p15:guide id="3" orient="horz" pos="1200">
          <p15:clr>
            <a:srgbClr val="FBAE40"/>
          </p15:clr>
        </p15:guide>
        <p15:guide id="4" orient="horz" pos="4104">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type="tx" preserve="1">
  <p:cSld name="Title allignment">
    <p:spTree>
      <p:nvGrpSpPr>
        <p:cNvPr id="1" name=""/>
        <p:cNvGrpSpPr/>
        <p:nvPr/>
      </p:nvGrpSpPr>
      <p:grpSpPr>
        <a:xfrm>
          <a:off x="0" y="0"/>
          <a:ext cx="0" cy="0"/>
          <a:chOff x="0" y="0"/>
          <a:chExt cx="0" cy="0"/>
        </a:xfrm>
      </p:grpSpPr>
      <p:sp>
        <p:nvSpPr>
          <p:cNvPr id="12" name="Slide Number"/>
          <p:cNvSpPr txBox="1">
            <a:spLocks noGrp="1"/>
          </p:cNvSpPr>
          <p:nvPr>
            <p:ph type="sldNum" sz="quarter" idx="2"/>
          </p:nvPr>
        </p:nvSpPr>
        <p:spPr>
          <a:prstGeom prst="rect">
            <a:avLst/>
          </a:prstGeom>
        </p:spPr>
        <p:txBody>
          <a:bodyPr/>
          <a:lstStyle>
            <a:lvl1pPr>
              <a:defRPr/>
            </a:lvl1pPr>
          </a:lstStyle>
          <a:p>
            <a:fld id="{86CB4B4D-7CA3-9044-876B-883B54F8677D}" type="slidenum">
              <a:rPr lang="en-US" smtClean="0"/>
              <a:pPr/>
              <a:t>‹#›</a:t>
            </a:fld>
            <a:endParaRPr lang="en-US" dirty="0"/>
          </a:p>
        </p:txBody>
      </p:sp>
      <p:sp>
        <p:nvSpPr>
          <p:cNvPr id="13" name="Title Text"/>
          <p:cNvSpPr txBox="1">
            <a:spLocks noGrp="1"/>
          </p:cNvSpPr>
          <p:nvPr>
            <p:ph type="title"/>
          </p:nvPr>
        </p:nvSpPr>
        <p:spPr>
          <a:prstGeom prst="rect">
            <a:avLst/>
          </a:prstGeom>
        </p:spPr>
        <p:txBody>
          <a:bodyPr/>
          <a:lstStyle/>
          <a:p>
            <a:r>
              <a:rPr lang="en-US"/>
              <a:t>Click to edit Master title style</a:t>
            </a:r>
            <a:endParaRPr/>
          </a:p>
        </p:txBody>
      </p:sp>
      <p:sp>
        <p:nvSpPr>
          <p:cNvPr id="14" name="Body Level One…"/>
          <p:cNvSpPr txBox="1">
            <a:spLocks noGrp="1"/>
          </p:cNvSpPr>
          <p:nvPr>
            <p:ph type="body" idx="1" hasCustomPrompt="1"/>
          </p:nvPr>
        </p:nvSpPr>
        <p:spPr>
          <a:prstGeom prst="rect">
            <a:avLst/>
          </a:prstGeom>
        </p:spPr>
        <p:txBody>
          <a:bodyPr/>
          <a:lstStyle/>
          <a:p>
            <a:r>
              <a:t>Click to edit Master text styles</a:t>
            </a:r>
          </a:p>
          <a:p>
            <a:pPr lvl="1"/>
            <a:endParaRPr/>
          </a:p>
          <a:p>
            <a:pPr lvl="2"/>
            <a:endParaRPr/>
          </a:p>
          <a:p>
            <a:pPr lvl="3"/>
            <a:endParaRPr/>
          </a:p>
          <a:p>
            <a:pPr lvl="4"/>
            <a:endParaRPr/>
          </a:p>
        </p:txBody>
      </p:sp>
    </p:spTree>
    <p:extLst>
      <p:ext uri="{BB962C8B-B14F-4D97-AF65-F5344CB8AC3E}">
        <p14:creationId xmlns:p14="http://schemas.microsoft.com/office/powerpoint/2010/main" val="1059546965"/>
      </p:ext>
    </p:extLst>
  </p:cSld>
  <p:clrMapOvr>
    <a:masterClrMapping/>
  </p:clrMapOvr>
  <p:transition spd="med"/>
</p:sldLayout>
</file>

<file path=ppt/slideLayouts/slideLayout17.xml><?xml version="1.0" encoding="utf-8"?>
<p:sldLayout xmlns:a="http://schemas.openxmlformats.org/drawingml/2006/main" xmlns:r="http://schemas.openxmlformats.org/officeDocument/2006/relationships" xmlns:p="http://schemas.openxmlformats.org/presentationml/2006/main" type="tx" preserve="1">
  <p:cSld name="Title allignment 0">
    <p:spTree>
      <p:nvGrpSpPr>
        <p:cNvPr id="1" name=""/>
        <p:cNvGrpSpPr/>
        <p:nvPr/>
      </p:nvGrpSpPr>
      <p:grpSpPr>
        <a:xfrm>
          <a:off x="0" y="0"/>
          <a:ext cx="0" cy="0"/>
          <a:chOff x="0" y="0"/>
          <a:chExt cx="0" cy="0"/>
        </a:xfrm>
      </p:grpSpPr>
      <p:sp>
        <p:nvSpPr>
          <p:cNvPr id="21" name="Slide Number"/>
          <p:cNvSpPr txBox="1">
            <a:spLocks noGrp="1"/>
          </p:cNvSpPr>
          <p:nvPr>
            <p:ph type="sldNum" sz="quarter" idx="2"/>
          </p:nvPr>
        </p:nvSpPr>
        <p:spPr>
          <a:prstGeom prst="rect">
            <a:avLst/>
          </a:prstGeom>
        </p:spPr>
        <p:txBody>
          <a:bodyPr/>
          <a:lstStyle>
            <a:lvl1pPr>
              <a:defRPr/>
            </a:lvl1pPr>
          </a:lstStyle>
          <a:p>
            <a:fld id="{86CB4B4D-7CA3-9044-876B-883B54F8677D}" type="slidenum">
              <a:rPr lang="en-US" smtClean="0"/>
              <a:pPr/>
              <a:t>‹#›</a:t>
            </a:fld>
            <a:endParaRPr lang="en-US" dirty="0"/>
          </a:p>
        </p:txBody>
      </p:sp>
      <p:sp>
        <p:nvSpPr>
          <p:cNvPr id="22" name="Title Text"/>
          <p:cNvSpPr txBox="1">
            <a:spLocks noGrp="1"/>
          </p:cNvSpPr>
          <p:nvPr>
            <p:ph type="title"/>
          </p:nvPr>
        </p:nvSpPr>
        <p:spPr>
          <a:prstGeom prst="rect">
            <a:avLst/>
          </a:prstGeom>
        </p:spPr>
        <p:txBody>
          <a:bodyPr/>
          <a:lstStyle/>
          <a:p>
            <a:r>
              <a:rPr lang="en-US"/>
              <a:t>Click to edit Master title style</a:t>
            </a:r>
            <a:endParaRPr/>
          </a:p>
        </p:txBody>
      </p:sp>
      <p:sp>
        <p:nvSpPr>
          <p:cNvPr id="23" name="Body Level One…"/>
          <p:cNvSpPr txBox="1">
            <a:spLocks noGrp="1"/>
          </p:cNvSpPr>
          <p:nvPr>
            <p:ph type="body" idx="1" hasCustomPrompt="1"/>
          </p:nvPr>
        </p:nvSpPr>
        <p:spPr>
          <a:prstGeom prst="rect">
            <a:avLst/>
          </a:prstGeom>
        </p:spPr>
        <p:txBody>
          <a:bodyPr/>
          <a:lstStyle/>
          <a:p>
            <a:r>
              <a:t>Click to edit Master text styles</a:t>
            </a:r>
          </a:p>
          <a:p>
            <a:pPr lvl="1"/>
            <a:endParaRPr/>
          </a:p>
          <a:p>
            <a:pPr lvl="2"/>
            <a:endParaRPr/>
          </a:p>
          <a:p>
            <a:pPr lvl="3"/>
            <a:endParaRPr/>
          </a:p>
          <a:p>
            <a:pPr lvl="4"/>
            <a:endParaRPr/>
          </a:p>
        </p:txBody>
      </p:sp>
    </p:spTree>
    <p:extLst>
      <p:ext uri="{BB962C8B-B14F-4D97-AF65-F5344CB8AC3E}">
        <p14:creationId xmlns:p14="http://schemas.microsoft.com/office/powerpoint/2010/main" val="3649724951"/>
      </p:ext>
    </p:extLst>
  </p:cSld>
  <p:clrMapOvr>
    <a:masterClrMapping/>
  </p:clrMapOvr>
  <p:transition spd="med"/>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tx" preserve="1">
  <p:cSld name="Title Slide">
    <p:spTree>
      <p:nvGrpSpPr>
        <p:cNvPr id="1" name=""/>
        <p:cNvGrpSpPr/>
        <p:nvPr/>
      </p:nvGrpSpPr>
      <p:grpSpPr>
        <a:xfrm>
          <a:off x="0" y="0"/>
          <a:ext cx="0" cy="0"/>
          <a:chOff x="0" y="0"/>
          <a:chExt cx="0" cy="0"/>
        </a:xfrm>
      </p:grpSpPr>
      <p:pic>
        <p:nvPicPr>
          <p:cNvPr id="30" name="Picture 6" descr="Picture 6"/>
          <p:cNvPicPr>
            <a:picLocks noChangeAspect="1"/>
          </p:cNvPicPr>
          <p:nvPr/>
        </p:nvPicPr>
        <p:blipFill>
          <a:blip r:embed="rId2"/>
          <a:stretch>
            <a:fillRect/>
          </a:stretch>
        </p:blipFill>
        <p:spPr>
          <a:xfrm>
            <a:off x="1" y="0"/>
            <a:ext cx="12190414" cy="6858000"/>
          </a:xfrm>
          <a:prstGeom prst="rect">
            <a:avLst/>
          </a:prstGeom>
          <a:ln w="12700">
            <a:miter lim="400000"/>
          </a:ln>
        </p:spPr>
      </p:pic>
      <p:pic>
        <p:nvPicPr>
          <p:cNvPr id="31" name="Logo-01.png" descr="Logo-01.png"/>
          <p:cNvPicPr>
            <a:picLocks noChangeAspect="1"/>
          </p:cNvPicPr>
          <p:nvPr/>
        </p:nvPicPr>
        <p:blipFill>
          <a:blip r:embed="rId3"/>
          <a:stretch>
            <a:fillRect/>
          </a:stretch>
        </p:blipFill>
        <p:spPr>
          <a:xfrm>
            <a:off x="518315" y="5336625"/>
            <a:ext cx="1464818" cy="893342"/>
          </a:xfrm>
          <a:prstGeom prst="rect">
            <a:avLst/>
          </a:prstGeom>
          <a:ln w="12700">
            <a:miter lim="400000"/>
          </a:ln>
        </p:spPr>
      </p:pic>
      <p:sp>
        <p:nvSpPr>
          <p:cNvPr id="32" name="Title Text"/>
          <p:cNvSpPr txBox="1">
            <a:spLocks noGrp="1"/>
          </p:cNvSpPr>
          <p:nvPr>
            <p:ph type="title"/>
          </p:nvPr>
        </p:nvSpPr>
        <p:spPr>
          <a:xfrm>
            <a:off x="534124" y="609601"/>
            <a:ext cx="10363201" cy="1470025"/>
          </a:xfrm>
          <a:prstGeom prst="rect">
            <a:avLst/>
          </a:prstGeom>
        </p:spPr>
        <p:txBody>
          <a:bodyPr/>
          <a:lstStyle>
            <a:lvl1pPr defTabSz="1088638">
              <a:defRPr b="0">
                <a:solidFill>
                  <a:srgbClr val="000000"/>
                </a:solidFill>
                <a:latin typeface="Avenir Next" panose="020B0503020202020204"/>
                <a:ea typeface="Avenir Next" panose="020B0503020202020204"/>
                <a:cs typeface="Arial"/>
                <a:sym typeface="Arial"/>
              </a:defRPr>
            </a:lvl1pPr>
          </a:lstStyle>
          <a:p>
            <a:r>
              <a:rPr lang="en-US" dirty="0"/>
              <a:t>Click to edit Master title style</a:t>
            </a:r>
            <a:endParaRPr dirty="0"/>
          </a:p>
        </p:txBody>
      </p:sp>
      <p:sp>
        <p:nvSpPr>
          <p:cNvPr id="33" name="Body Level One…"/>
          <p:cNvSpPr txBox="1">
            <a:spLocks noGrp="1"/>
          </p:cNvSpPr>
          <p:nvPr>
            <p:ph type="body" sz="quarter" idx="1"/>
          </p:nvPr>
        </p:nvSpPr>
        <p:spPr>
          <a:xfrm>
            <a:off x="534124" y="2247900"/>
            <a:ext cx="8534401" cy="723900"/>
          </a:xfrm>
          <a:prstGeom prst="rect">
            <a:avLst/>
          </a:prstGeom>
        </p:spPr>
        <p:txBody>
          <a:bodyPr/>
          <a:lstStyle>
            <a:lvl1pPr defTabSz="1088638">
              <a:spcBef>
                <a:spcPts val="600"/>
              </a:spcBef>
              <a:defRPr sz="2500">
                <a:solidFill>
                  <a:srgbClr val="000000"/>
                </a:solidFill>
                <a:latin typeface="Avenir Next" panose="020B0503020202020204"/>
                <a:ea typeface="Avenir Next" panose="020B0503020202020204"/>
                <a:cs typeface="Arial"/>
                <a:sym typeface="Arial"/>
              </a:defRPr>
            </a:lvl1pPr>
            <a:lvl2pPr marL="0" indent="228519" defTabSz="1088638">
              <a:spcBef>
                <a:spcPts val="600"/>
              </a:spcBef>
              <a:buSzTx/>
              <a:buNone/>
              <a:defRPr sz="2500">
                <a:solidFill>
                  <a:srgbClr val="000000"/>
                </a:solidFill>
                <a:latin typeface="Avenir Next" panose="020B0503020202020204"/>
                <a:ea typeface="Avenir Next" panose="020B0503020202020204"/>
                <a:cs typeface="Arial"/>
                <a:sym typeface="Arial"/>
              </a:defRPr>
            </a:lvl2pPr>
            <a:lvl3pPr marL="0" indent="457039" defTabSz="1088638">
              <a:spcBef>
                <a:spcPts val="600"/>
              </a:spcBef>
              <a:buSzTx/>
              <a:buNone/>
              <a:defRPr sz="2500">
                <a:solidFill>
                  <a:srgbClr val="000000"/>
                </a:solidFill>
                <a:latin typeface="Avenir Next" panose="020B0503020202020204"/>
                <a:ea typeface="Avenir Next" panose="020B0503020202020204"/>
                <a:cs typeface="Arial"/>
                <a:sym typeface="Arial"/>
              </a:defRPr>
            </a:lvl3pPr>
            <a:lvl4pPr marL="0" indent="685558" defTabSz="1088638">
              <a:spcBef>
                <a:spcPts val="600"/>
              </a:spcBef>
              <a:buSzTx/>
              <a:buNone/>
              <a:defRPr sz="2500">
                <a:solidFill>
                  <a:srgbClr val="000000"/>
                </a:solidFill>
                <a:latin typeface="Avenir Next" panose="020B0503020202020204"/>
                <a:ea typeface="Avenir Next" panose="020B0503020202020204"/>
                <a:cs typeface="Arial"/>
                <a:sym typeface="Arial"/>
              </a:defRPr>
            </a:lvl4pPr>
            <a:lvl5pPr marL="0" indent="914078" defTabSz="1088638">
              <a:spcBef>
                <a:spcPts val="600"/>
              </a:spcBef>
              <a:buSzTx/>
              <a:buNone/>
              <a:defRPr sz="2500">
                <a:solidFill>
                  <a:srgbClr val="000000"/>
                </a:solidFill>
                <a:latin typeface="Avenir Next" panose="020B0503020202020204"/>
                <a:ea typeface="Avenir Next" panose="020B0503020202020204"/>
                <a:cs typeface="Arial"/>
                <a:sym typeface="Aria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34" name="Slide Number"/>
          <p:cNvSpPr txBox="1">
            <a:spLocks noGrp="1"/>
          </p:cNvSpPr>
          <p:nvPr>
            <p:ph type="sldNum" sz="quarter" idx="2"/>
          </p:nvPr>
        </p:nvSpPr>
        <p:spPr>
          <a:prstGeom prst="rect">
            <a:avLst/>
          </a:prstGeom>
        </p:spPr>
        <p:txBody>
          <a:bodyPr/>
          <a:lstStyle>
            <a:lvl1pPr>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9129827"/>
      </p:ext>
    </p:extLst>
  </p:cSld>
  <p:clrMapOvr>
    <a:masterClrMapping/>
  </p:clrMapOvr>
  <p:transition spd="med"/>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tx" preserve="1">
  <p:cSld name="1_Title Slide">
    <p:spTree>
      <p:nvGrpSpPr>
        <p:cNvPr id="1" name=""/>
        <p:cNvGrpSpPr/>
        <p:nvPr/>
      </p:nvGrpSpPr>
      <p:grpSpPr>
        <a:xfrm>
          <a:off x="0" y="0"/>
          <a:ext cx="0" cy="0"/>
          <a:chOff x="0" y="0"/>
          <a:chExt cx="0" cy="0"/>
        </a:xfrm>
      </p:grpSpPr>
      <p:pic>
        <p:nvPicPr>
          <p:cNvPr id="41" name="Picture 8" descr="Picture 8"/>
          <p:cNvPicPr>
            <a:picLocks noChangeAspect="1"/>
          </p:cNvPicPr>
          <p:nvPr/>
        </p:nvPicPr>
        <p:blipFill>
          <a:blip r:embed="rId2"/>
          <a:stretch>
            <a:fillRect/>
          </a:stretch>
        </p:blipFill>
        <p:spPr>
          <a:xfrm>
            <a:off x="793" y="0"/>
            <a:ext cx="12190415" cy="6858000"/>
          </a:xfrm>
          <a:prstGeom prst="rect">
            <a:avLst/>
          </a:prstGeom>
          <a:ln w="12700">
            <a:miter lim="400000"/>
          </a:ln>
        </p:spPr>
      </p:pic>
      <p:sp>
        <p:nvSpPr>
          <p:cNvPr id="42" name="Title Text"/>
          <p:cNvSpPr txBox="1">
            <a:spLocks noGrp="1"/>
          </p:cNvSpPr>
          <p:nvPr>
            <p:ph type="title"/>
          </p:nvPr>
        </p:nvSpPr>
        <p:spPr>
          <a:xfrm>
            <a:off x="534125" y="1714501"/>
            <a:ext cx="7085679" cy="1470025"/>
          </a:xfrm>
          <a:prstGeom prst="rect">
            <a:avLst/>
          </a:prstGeom>
        </p:spPr>
        <p:txBody>
          <a:bodyPr/>
          <a:lstStyle>
            <a:lvl1pPr>
              <a:defRPr sz="5000" b="0">
                <a:solidFill>
                  <a:srgbClr val="FFFFFF"/>
                </a:solidFill>
                <a:latin typeface="Avenir Next" panose="020B0503020202020204"/>
                <a:ea typeface="Avenir Next" panose="020B0503020202020204"/>
                <a:cs typeface="Arial"/>
                <a:sym typeface="Arial"/>
              </a:defRPr>
            </a:lvl1pPr>
          </a:lstStyle>
          <a:p>
            <a:r>
              <a:rPr lang="en-US" dirty="0"/>
              <a:t>Click to edit Master title style</a:t>
            </a:r>
            <a:endParaRPr dirty="0"/>
          </a:p>
        </p:txBody>
      </p:sp>
      <p:sp>
        <p:nvSpPr>
          <p:cNvPr id="43" name="Body Level One…"/>
          <p:cNvSpPr txBox="1">
            <a:spLocks noGrp="1"/>
          </p:cNvSpPr>
          <p:nvPr>
            <p:ph type="body" sz="quarter" idx="1"/>
          </p:nvPr>
        </p:nvSpPr>
        <p:spPr>
          <a:xfrm>
            <a:off x="496030" y="3543300"/>
            <a:ext cx="8534401" cy="723900"/>
          </a:xfrm>
          <a:prstGeom prst="rect">
            <a:avLst/>
          </a:prstGeom>
        </p:spPr>
        <p:txBody>
          <a:bodyPr/>
          <a:lstStyle>
            <a:lvl1pPr defTabSz="1088638">
              <a:spcBef>
                <a:spcPts val="600"/>
              </a:spcBef>
              <a:defRPr sz="2500">
                <a:solidFill>
                  <a:srgbClr val="FFFFFF"/>
                </a:solidFill>
                <a:latin typeface="Avenir Next" panose="020B0503020202020204"/>
                <a:ea typeface="Avenir Next" panose="020B0503020202020204"/>
                <a:cs typeface="Arial"/>
                <a:sym typeface="Arial"/>
              </a:defRPr>
            </a:lvl1pPr>
            <a:lvl2pPr marL="0" indent="228519" defTabSz="1088638">
              <a:spcBef>
                <a:spcPts val="600"/>
              </a:spcBef>
              <a:buSzTx/>
              <a:buNone/>
              <a:defRPr sz="2500">
                <a:solidFill>
                  <a:srgbClr val="FFFFFF"/>
                </a:solidFill>
                <a:latin typeface="Avenir Next" panose="020B0503020202020204"/>
                <a:ea typeface="Avenir Next" panose="020B0503020202020204"/>
                <a:cs typeface="Arial"/>
                <a:sym typeface="Arial"/>
              </a:defRPr>
            </a:lvl2pPr>
            <a:lvl3pPr marL="0" indent="457039" defTabSz="1088638">
              <a:spcBef>
                <a:spcPts val="600"/>
              </a:spcBef>
              <a:buSzTx/>
              <a:buNone/>
              <a:defRPr sz="2500">
                <a:solidFill>
                  <a:srgbClr val="FFFFFF"/>
                </a:solidFill>
                <a:latin typeface="Avenir Next" panose="020B0503020202020204"/>
                <a:ea typeface="Avenir Next" panose="020B0503020202020204"/>
                <a:cs typeface="Arial"/>
                <a:sym typeface="Arial"/>
              </a:defRPr>
            </a:lvl3pPr>
            <a:lvl4pPr marL="0" indent="685558" defTabSz="1088638">
              <a:spcBef>
                <a:spcPts val="600"/>
              </a:spcBef>
              <a:buSzTx/>
              <a:buNone/>
              <a:defRPr sz="2500">
                <a:solidFill>
                  <a:srgbClr val="FFFFFF"/>
                </a:solidFill>
                <a:latin typeface="Avenir Next" panose="020B0503020202020204"/>
                <a:ea typeface="Avenir Next" panose="020B0503020202020204"/>
                <a:cs typeface="Arial"/>
                <a:sym typeface="Arial"/>
              </a:defRPr>
            </a:lvl4pPr>
            <a:lvl5pPr marL="0" indent="914078" defTabSz="1088638">
              <a:spcBef>
                <a:spcPts val="600"/>
              </a:spcBef>
              <a:buSzTx/>
              <a:buNone/>
              <a:defRPr sz="2500">
                <a:solidFill>
                  <a:srgbClr val="FFFFFF"/>
                </a:solidFill>
                <a:latin typeface="Avenir Next" panose="020B0503020202020204"/>
                <a:ea typeface="Avenir Next" panose="020B0503020202020204"/>
                <a:cs typeface="Arial"/>
                <a:sym typeface="Aria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44" name="Slide Number"/>
          <p:cNvSpPr txBox="1">
            <a:spLocks noGrp="1"/>
          </p:cNvSpPr>
          <p:nvPr>
            <p:ph type="sldNum" sz="quarter" idx="2"/>
          </p:nvPr>
        </p:nvSpPr>
        <p:spPr>
          <a:prstGeom prst="rect">
            <a:avLst/>
          </a:prstGeom>
        </p:spPr>
        <p:txBody>
          <a:bodyPr/>
          <a:lstStyle>
            <a:lvl1pPr>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2307591700"/>
      </p:ext>
    </p:extLst>
  </p:cSld>
  <p:clrMapOvr>
    <a:masterClrMapping/>
  </p:clrMapOvr>
  <p:transition spd="med"/>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tx" preserve="1">
  <p:cSld name="2_Title Slide">
    <p:spTree>
      <p:nvGrpSpPr>
        <p:cNvPr id="1" name=""/>
        <p:cNvGrpSpPr/>
        <p:nvPr/>
      </p:nvGrpSpPr>
      <p:grpSpPr>
        <a:xfrm>
          <a:off x="0" y="0"/>
          <a:ext cx="0" cy="0"/>
          <a:chOff x="0" y="0"/>
          <a:chExt cx="0" cy="0"/>
        </a:xfrm>
      </p:grpSpPr>
      <p:pic>
        <p:nvPicPr>
          <p:cNvPr id="51" name="Picture 10" descr="Picture 10"/>
          <p:cNvPicPr>
            <a:picLocks noChangeAspect="1"/>
          </p:cNvPicPr>
          <p:nvPr/>
        </p:nvPicPr>
        <p:blipFill>
          <a:blip r:embed="rId2"/>
          <a:stretch>
            <a:fillRect/>
          </a:stretch>
        </p:blipFill>
        <p:spPr>
          <a:xfrm>
            <a:off x="1" y="0"/>
            <a:ext cx="12190414" cy="6858000"/>
          </a:xfrm>
          <a:prstGeom prst="rect">
            <a:avLst/>
          </a:prstGeom>
          <a:ln w="12700">
            <a:miter lim="400000"/>
          </a:ln>
        </p:spPr>
      </p:pic>
      <p:sp>
        <p:nvSpPr>
          <p:cNvPr id="52" name="Title Text"/>
          <p:cNvSpPr txBox="1">
            <a:spLocks noGrp="1"/>
          </p:cNvSpPr>
          <p:nvPr>
            <p:ph type="title"/>
          </p:nvPr>
        </p:nvSpPr>
        <p:spPr>
          <a:xfrm>
            <a:off x="534125" y="1714501"/>
            <a:ext cx="7085679" cy="1470025"/>
          </a:xfrm>
          <a:prstGeom prst="rect">
            <a:avLst/>
          </a:prstGeom>
        </p:spPr>
        <p:txBody>
          <a:bodyPr/>
          <a:lstStyle>
            <a:lvl1pPr>
              <a:defRPr sz="5000" b="0">
                <a:solidFill>
                  <a:srgbClr val="FFFFFF"/>
                </a:solidFill>
                <a:latin typeface="Avenir Next" panose="020B0503020202020204"/>
                <a:ea typeface="Avenir Next" panose="020B0503020202020204"/>
                <a:cs typeface="Arial"/>
                <a:sym typeface="Arial"/>
              </a:defRPr>
            </a:lvl1pPr>
          </a:lstStyle>
          <a:p>
            <a:r>
              <a:rPr lang="en-US" dirty="0"/>
              <a:t>Click to edit Master title style</a:t>
            </a:r>
            <a:endParaRPr dirty="0"/>
          </a:p>
        </p:txBody>
      </p:sp>
      <p:sp>
        <p:nvSpPr>
          <p:cNvPr id="53" name="Body Level One…"/>
          <p:cNvSpPr txBox="1">
            <a:spLocks noGrp="1"/>
          </p:cNvSpPr>
          <p:nvPr>
            <p:ph type="body" sz="quarter" idx="1"/>
          </p:nvPr>
        </p:nvSpPr>
        <p:spPr>
          <a:xfrm>
            <a:off x="496030" y="3543300"/>
            <a:ext cx="8534401" cy="723900"/>
          </a:xfrm>
          <a:prstGeom prst="rect">
            <a:avLst/>
          </a:prstGeom>
        </p:spPr>
        <p:txBody>
          <a:bodyPr/>
          <a:lstStyle>
            <a:lvl1pPr defTabSz="1088638">
              <a:spcBef>
                <a:spcPts val="600"/>
              </a:spcBef>
              <a:defRPr sz="2500">
                <a:solidFill>
                  <a:srgbClr val="FFFFFF"/>
                </a:solidFill>
                <a:latin typeface="Avenir Next" panose="020B0503020202020204"/>
                <a:ea typeface="Avenir Next" panose="020B0503020202020204"/>
                <a:cs typeface="Arial"/>
                <a:sym typeface="Arial"/>
              </a:defRPr>
            </a:lvl1pPr>
            <a:lvl2pPr marL="0" indent="228519" defTabSz="1088638">
              <a:spcBef>
                <a:spcPts val="600"/>
              </a:spcBef>
              <a:buSzTx/>
              <a:buNone/>
              <a:defRPr sz="2500">
                <a:solidFill>
                  <a:srgbClr val="FFFFFF"/>
                </a:solidFill>
                <a:latin typeface="Avenir Next" panose="020B0503020202020204"/>
                <a:ea typeface="Avenir Next" panose="020B0503020202020204"/>
                <a:cs typeface="Arial"/>
                <a:sym typeface="Arial"/>
              </a:defRPr>
            </a:lvl2pPr>
            <a:lvl3pPr marL="0" indent="457039" defTabSz="1088638">
              <a:spcBef>
                <a:spcPts val="600"/>
              </a:spcBef>
              <a:buSzTx/>
              <a:buNone/>
              <a:defRPr sz="2500">
                <a:solidFill>
                  <a:srgbClr val="FFFFFF"/>
                </a:solidFill>
                <a:latin typeface="Avenir Next" panose="020B0503020202020204"/>
                <a:ea typeface="Avenir Next" panose="020B0503020202020204"/>
                <a:cs typeface="Arial"/>
                <a:sym typeface="Arial"/>
              </a:defRPr>
            </a:lvl3pPr>
            <a:lvl4pPr marL="0" indent="685558" defTabSz="1088638">
              <a:spcBef>
                <a:spcPts val="600"/>
              </a:spcBef>
              <a:buSzTx/>
              <a:buNone/>
              <a:defRPr sz="2500">
                <a:solidFill>
                  <a:srgbClr val="FFFFFF"/>
                </a:solidFill>
                <a:latin typeface="Avenir Next" panose="020B0503020202020204"/>
                <a:ea typeface="Avenir Next" panose="020B0503020202020204"/>
                <a:cs typeface="Arial"/>
                <a:sym typeface="Arial"/>
              </a:defRPr>
            </a:lvl4pPr>
            <a:lvl5pPr marL="0" indent="914078" defTabSz="1088638">
              <a:spcBef>
                <a:spcPts val="600"/>
              </a:spcBef>
              <a:buSzTx/>
              <a:buNone/>
              <a:defRPr sz="2500">
                <a:solidFill>
                  <a:srgbClr val="FFFFFF"/>
                </a:solidFill>
                <a:latin typeface="Avenir Next" panose="020B0503020202020204"/>
                <a:ea typeface="Avenir Next" panose="020B0503020202020204"/>
                <a:cs typeface="Arial"/>
                <a:sym typeface="Aria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54" name="Slide Number"/>
          <p:cNvSpPr txBox="1">
            <a:spLocks noGrp="1"/>
          </p:cNvSpPr>
          <p:nvPr>
            <p:ph type="sldNum" sz="quarter" idx="2"/>
          </p:nvPr>
        </p:nvSpPr>
        <p:spPr>
          <a:prstGeom prst="rect">
            <a:avLst/>
          </a:prstGeom>
        </p:spPr>
        <p:txBody>
          <a:bodyPr/>
          <a:lstStyle>
            <a:lvl1pPr>
              <a:defRPr/>
            </a:lvl1pPr>
          </a:lstStyle>
          <a:p>
            <a:fld id="{86CB4B4D-7CA3-9044-876B-883B54F8677D}" type="slidenum">
              <a:rPr lang="en-US" smtClean="0"/>
              <a:pPr/>
              <a:t>‹#›</a:t>
            </a:fld>
            <a:endParaRPr lang="en-US" dirty="0"/>
          </a:p>
        </p:txBody>
      </p:sp>
      <p:pic>
        <p:nvPicPr>
          <p:cNvPr id="55" name="Logo-01.png" descr="Logo-01.png"/>
          <p:cNvPicPr>
            <a:picLocks noChangeAspect="1"/>
          </p:cNvPicPr>
          <p:nvPr/>
        </p:nvPicPr>
        <p:blipFill>
          <a:blip r:embed="rId3"/>
          <a:stretch>
            <a:fillRect/>
          </a:stretch>
        </p:blipFill>
        <p:spPr>
          <a:xfrm>
            <a:off x="10286456" y="5867400"/>
            <a:ext cx="1464819" cy="893342"/>
          </a:xfrm>
          <a:prstGeom prst="rect">
            <a:avLst/>
          </a:prstGeom>
          <a:ln w="12700">
            <a:miter lim="400000"/>
          </a:ln>
        </p:spPr>
      </p:pic>
    </p:spTree>
    <p:extLst>
      <p:ext uri="{BB962C8B-B14F-4D97-AF65-F5344CB8AC3E}">
        <p14:creationId xmlns:p14="http://schemas.microsoft.com/office/powerpoint/2010/main" val="2851504382"/>
      </p:ext>
    </p:extLst>
  </p:cSld>
  <p:clrMapOvr>
    <a:masterClrMapping/>
  </p:clrMapOvr>
  <p:transition spd="med"/>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type="tx" preserve="1">
  <p:cSld name="2_Title and Content">
    <p:spTree>
      <p:nvGrpSpPr>
        <p:cNvPr id="1" name=""/>
        <p:cNvGrpSpPr/>
        <p:nvPr/>
      </p:nvGrpSpPr>
      <p:grpSpPr>
        <a:xfrm>
          <a:off x="0" y="0"/>
          <a:ext cx="0" cy="0"/>
          <a:chOff x="0" y="0"/>
          <a:chExt cx="0" cy="0"/>
        </a:xfrm>
      </p:grpSpPr>
      <p:sp>
        <p:nvSpPr>
          <p:cNvPr id="73" name="Title Text"/>
          <p:cNvSpPr txBox="1">
            <a:spLocks noGrp="1"/>
          </p:cNvSpPr>
          <p:nvPr>
            <p:ph type="title"/>
          </p:nvPr>
        </p:nvSpPr>
        <p:spPr>
          <a:xfrm>
            <a:off x="419840" y="411163"/>
            <a:ext cx="10972801" cy="723901"/>
          </a:xfrm>
          <a:prstGeom prst="rect">
            <a:avLst/>
          </a:prstGeom>
        </p:spPr>
        <p:txBody>
          <a:bodyPr/>
          <a:lstStyle/>
          <a:p>
            <a:r>
              <a:rPr lang="en-US"/>
              <a:t>Click to edit Master title style</a:t>
            </a:r>
            <a:endParaRPr/>
          </a:p>
        </p:txBody>
      </p:sp>
      <p:sp>
        <p:nvSpPr>
          <p:cNvPr id="74" name="Body Level One…"/>
          <p:cNvSpPr txBox="1">
            <a:spLocks noGrp="1"/>
          </p:cNvSpPr>
          <p:nvPr>
            <p:ph type="body" idx="1"/>
          </p:nvPr>
        </p:nvSpPr>
        <p:spPr>
          <a:xfrm>
            <a:off x="419840" y="1371601"/>
            <a:ext cx="10972801" cy="4525963"/>
          </a:xfrm>
          <a:prstGeom prst="rect">
            <a:avLst/>
          </a:prstGeom>
        </p:spPr>
        <p:txBody>
          <a:bodyPr/>
          <a:lstStyle>
            <a:lvl1pPr defTabSz="59532">
              <a:spcBef>
                <a:spcPts val="1200"/>
              </a:spcBef>
              <a:defRPr sz="1600" b="1">
                <a:solidFill>
                  <a:srgbClr val="000000"/>
                </a:solidFill>
                <a:latin typeface="Avenir Next" panose="020B0503020202020204"/>
                <a:ea typeface="Avenir Next" panose="020B0503020202020204"/>
                <a:cs typeface="Arial"/>
                <a:sym typeface="Arial"/>
              </a:defRPr>
            </a:lvl1pPr>
            <a:lvl2pPr marL="604309" indent="-350309" defTabSz="59532">
              <a:spcBef>
                <a:spcPts val="1200"/>
              </a:spcBef>
              <a:defRPr sz="1600" b="1">
                <a:solidFill>
                  <a:srgbClr val="000000"/>
                </a:solidFill>
                <a:latin typeface="Avenir Next" panose="020B0503020202020204"/>
                <a:ea typeface="Avenir Next" panose="020B0503020202020204"/>
                <a:cs typeface="Arial"/>
                <a:sym typeface="Arial"/>
              </a:defRPr>
            </a:lvl2pPr>
            <a:lvl3pPr marL="773377" indent="-350309" defTabSz="59532">
              <a:spcBef>
                <a:spcPts val="1200"/>
              </a:spcBef>
              <a:buChar char="●"/>
              <a:defRPr sz="1600" b="1">
                <a:solidFill>
                  <a:srgbClr val="000000"/>
                </a:solidFill>
                <a:latin typeface="Avenir Next" panose="020B0503020202020204"/>
                <a:ea typeface="Avenir Next" panose="020B0503020202020204"/>
                <a:cs typeface="Arial"/>
                <a:sym typeface="Arial"/>
              </a:defRPr>
            </a:lvl3pPr>
            <a:lvl4pPr marL="837904" indent="-152346" defTabSz="59532">
              <a:spcBef>
                <a:spcPts val="1200"/>
              </a:spcBef>
              <a:buChar char="●"/>
              <a:defRPr sz="1600" b="1">
                <a:solidFill>
                  <a:srgbClr val="000000"/>
                </a:solidFill>
                <a:latin typeface="Avenir Next" panose="020B0503020202020204"/>
                <a:ea typeface="Avenir Next" panose="020B0503020202020204"/>
                <a:cs typeface="Arial"/>
                <a:sym typeface="Arial"/>
              </a:defRPr>
            </a:lvl4pPr>
            <a:lvl5pPr marL="1066424" indent="-152346" defTabSz="59532">
              <a:spcBef>
                <a:spcPts val="1200"/>
              </a:spcBef>
              <a:buChar char="●"/>
              <a:defRPr sz="1600" b="1">
                <a:solidFill>
                  <a:srgbClr val="000000"/>
                </a:solidFill>
                <a:latin typeface="Avenir Next" panose="020B0503020202020204"/>
                <a:ea typeface="Avenir Next" panose="020B0503020202020204"/>
                <a:cs typeface="Arial"/>
                <a:sym typeface="Aria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75" name="Slide Number"/>
          <p:cNvSpPr txBox="1">
            <a:spLocks noGrp="1"/>
          </p:cNvSpPr>
          <p:nvPr>
            <p:ph type="sldNum" sz="quarter" idx="2"/>
          </p:nvPr>
        </p:nvSpPr>
        <p:spPr>
          <a:prstGeom prst="rect">
            <a:avLst/>
          </a:prstGeom>
        </p:spPr>
        <p:txBody>
          <a:bodyPr/>
          <a:lstStyle>
            <a:lvl1pPr>
              <a:defRPr/>
            </a:lvl1pPr>
          </a:lstStyle>
          <a:p>
            <a:fld id="{86CB4B4D-7CA3-9044-876B-883B54F8677D}" type="slidenum">
              <a:rPr lang="en-US" smtClean="0"/>
              <a:pPr/>
              <a:t>‹#›</a:t>
            </a:fld>
            <a:endParaRPr lang="en-US" dirty="0"/>
          </a:p>
        </p:txBody>
      </p:sp>
      <p:pic>
        <p:nvPicPr>
          <p:cNvPr id="76" name="Logo-01.png" descr="Logo-01.png"/>
          <p:cNvPicPr>
            <a:picLocks noChangeAspect="1"/>
          </p:cNvPicPr>
          <p:nvPr/>
        </p:nvPicPr>
        <p:blipFill>
          <a:blip r:embed="rId2"/>
          <a:stretch>
            <a:fillRect/>
          </a:stretch>
        </p:blipFill>
        <p:spPr>
          <a:xfrm>
            <a:off x="10286456" y="5867400"/>
            <a:ext cx="1464819" cy="893342"/>
          </a:xfrm>
          <a:prstGeom prst="rect">
            <a:avLst/>
          </a:prstGeom>
          <a:ln w="12700">
            <a:miter lim="400000"/>
          </a:ln>
        </p:spPr>
      </p:pic>
    </p:spTree>
    <p:extLst>
      <p:ext uri="{BB962C8B-B14F-4D97-AF65-F5344CB8AC3E}">
        <p14:creationId xmlns:p14="http://schemas.microsoft.com/office/powerpoint/2010/main" val="3554049710"/>
      </p:ext>
    </p:extLst>
  </p:cSld>
  <p:clrMapOvr>
    <a:masterClrMapping/>
  </p:clrMapOvr>
  <p:transition spd="med"/>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tx" preserve="1">
  <p:cSld name="3_Title and Content">
    <p:spTree>
      <p:nvGrpSpPr>
        <p:cNvPr id="1" name=""/>
        <p:cNvGrpSpPr/>
        <p:nvPr/>
      </p:nvGrpSpPr>
      <p:grpSpPr>
        <a:xfrm>
          <a:off x="0" y="0"/>
          <a:ext cx="0" cy="0"/>
          <a:chOff x="0" y="0"/>
          <a:chExt cx="0" cy="0"/>
        </a:xfrm>
      </p:grpSpPr>
      <p:sp>
        <p:nvSpPr>
          <p:cNvPr id="83" name="Rectangle"/>
          <p:cNvSpPr/>
          <p:nvPr/>
        </p:nvSpPr>
        <p:spPr>
          <a:xfrm>
            <a:off x="-12698" y="1587"/>
            <a:ext cx="5042037" cy="6854826"/>
          </a:xfrm>
          <a:prstGeom prst="rect">
            <a:avLst/>
          </a:prstGeom>
          <a:solidFill>
            <a:srgbClr val="1F3FB7"/>
          </a:solidFill>
          <a:ln w="12700">
            <a:miter lim="400000"/>
          </a:ln>
        </p:spPr>
        <p:txBody>
          <a:bodyPr lIns="45719" rIns="45719" anchor="ctr"/>
          <a:lstStyle/>
          <a:p>
            <a:pPr>
              <a:defRPr sz="1600">
                <a:solidFill>
                  <a:srgbClr val="FFFFFF"/>
                </a:solidFill>
              </a:defRPr>
            </a:pPr>
            <a:endParaRPr sz="1600"/>
          </a:p>
        </p:txBody>
      </p:sp>
      <p:sp>
        <p:nvSpPr>
          <p:cNvPr id="84" name="Title Text"/>
          <p:cNvSpPr txBox="1">
            <a:spLocks noGrp="1"/>
          </p:cNvSpPr>
          <p:nvPr>
            <p:ph type="title"/>
          </p:nvPr>
        </p:nvSpPr>
        <p:spPr>
          <a:xfrm>
            <a:off x="419840" y="411163"/>
            <a:ext cx="10972801" cy="723901"/>
          </a:xfrm>
          <a:prstGeom prst="rect">
            <a:avLst/>
          </a:prstGeom>
        </p:spPr>
        <p:txBody>
          <a:bodyPr/>
          <a:lstStyle>
            <a:lvl1pPr>
              <a:defRPr>
                <a:solidFill>
                  <a:srgbClr val="FFFFFF"/>
                </a:solidFill>
              </a:defRPr>
            </a:lvl1pPr>
          </a:lstStyle>
          <a:p>
            <a:r>
              <a:rPr lang="en-US"/>
              <a:t>Click to edit Master title style</a:t>
            </a:r>
            <a:endParaRPr/>
          </a:p>
        </p:txBody>
      </p:sp>
      <p:sp>
        <p:nvSpPr>
          <p:cNvPr id="85" name="Body Level One…"/>
          <p:cNvSpPr txBox="1">
            <a:spLocks noGrp="1"/>
          </p:cNvSpPr>
          <p:nvPr>
            <p:ph type="body" idx="1"/>
          </p:nvPr>
        </p:nvSpPr>
        <p:spPr>
          <a:xfrm>
            <a:off x="419840" y="1371601"/>
            <a:ext cx="10972801" cy="4525963"/>
          </a:xfrm>
          <a:prstGeom prst="rect">
            <a:avLst/>
          </a:prstGeom>
        </p:spPr>
        <p:txBody>
          <a:bodyPr/>
          <a:lstStyle>
            <a:lvl1pPr defTabSz="59532">
              <a:spcBef>
                <a:spcPts val="1200"/>
              </a:spcBef>
              <a:defRPr sz="1600" b="1">
                <a:solidFill>
                  <a:srgbClr val="FFFFFF"/>
                </a:solidFill>
                <a:latin typeface="Avenir Next" panose="020B0503020202020204"/>
                <a:ea typeface="Avenir Next" panose="020B0503020202020204"/>
                <a:cs typeface="Arial"/>
                <a:sym typeface="Arial"/>
              </a:defRPr>
            </a:lvl1pPr>
            <a:lvl2pPr marL="604309" indent="-350309" defTabSz="59532">
              <a:spcBef>
                <a:spcPts val="1200"/>
              </a:spcBef>
              <a:defRPr sz="1600" b="1">
                <a:solidFill>
                  <a:srgbClr val="FFFFFF"/>
                </a:solidFill>
                <a:latin typeface="Avenir Next" panose="020B0503020202020204"/>
                <a:ea typeface="Avenir Next" panose="020B0503020202020204"/>
                <a:cs typeface="Arial"/>
                <a:sym typeface="Arial"/>
              </a:defRPr>
            </a:lvl2pPr>
            <a:lvl3pPr marL="773377" indent="-350309" defTabSz="59532">
              <a:spcBef>
                <a:spcPts val="1200"/>
              </a:spcBef>
              <a:buChar char="●"/>
              <a:defRPr sz="1600" b="1">
                <a:solidFill>
                  <a:srgbClr val="FFFFFF"/>
                </a:solidFill>
                <a:latin typeface="Avenir Next" panose="020B0503020202020204"/>
                <a:ea typeface="Avenir Next" panose="020B0503020202020204"/>
                <a:cs typeface="Arial"/>
                <a:sym typeface="Arial"/>
              </a:defRPr>
            </a:lvl3pPr>
            <a:lvl4pPr marL="837904" indent="-152346" defTabSz="59532">
              <a:spcBef>
                <a:spcPts val="1200"/>
              </a:spcBef>
              <a:buChar char="●"/>
              <a:defRPr sz="1600" b="1">
                <a:solidFill>
                  <a:srgbClr val="FFFFFF"/>
                </a:solidFill>
                <a:latin typeface="Avenir Next" panose="020B0503020202020204"/>
                <a:ea typeface="Avenir Next" panose="020B0503020202020204"/>
                <a:cs typeface="Arial"/>
                <a:sym typeface="Arial"/>
              </a:defRPr>
            </a:lvl4pPr>
            <a:lvl5pPr marL="1066424" indent="-152346" defTabSz="59532">
              <a:spcBef>
                <a:spcPts val="1200"/>
              </a:spcBef>
              <a:buChar char="●"/>
              <a:defRPr sz="1600" b="1">
                <a:solidFill>
                  <a:srgbClr val="FFFFFF"/>
                </a:solidFill>
                <a:latin typeface="Avenir Next" panose="020B0503020202020204"/>
                <a:ea typeface="Avenir Next" panose="020B0503020202020204"/>
                <a:cs typeface="Arial"/>
                <a:sym typeface="Aria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86" name="Slide Number"/>
          <p:cNvSpPr txBox="1">
            <a:spLocks noGrp="1"/>
          </p:cNvSpPr>
          <p:nvPr>
            <p:ph type="sldNum" sz="quarter" idx="2"/>
          </p:nvPr>
        </p:nvSpPr>
        <p:spPr>
          <a:prstGeom prst="rect">
            <a:avLst/>
          </a:prstGeom>
        </p:spPr>
        <p:txBody>
          <a:bodyPr/>
          <a:lstStyle>
            <a:lvl1pPr>
              <a:defRPr/>
            </a:lvl1pPr>
          </a:lstStyle>
          <a:p>
            <a:fld id="{86CB4B4D-7CA3-9044-876B-883B54F8677D}" type="slidenum">
              <a:rPr lang="en-US" smtClean="0"/>
              <a:pPr/>
              <a:t>‹#›</a:t>
            </a:fld>
            <a:endParaRPr lang="en-US" dirty="0"/>
          </a:p>
        </p:txBody>
      </p:sp>
      <p:pic>
        <p:nvPicPr>
          <p:cNvPr id="87" name="Logo-01.png" descr="Logo-01.png"/>
          <p:cNvPicPr>
            <a:picLocks noChangeAspect="1"/>
          </p:cNvPicPr>
          <p:nvPr/>
        </p:nvPicPr>
        <p:blipFill>
          <a:blip r:embed="rId2"/>
          <a:stretch>
            <a:fillRect/>
          </a:stretch>
        </p:blipFill>
        <p:spPr>
          <a:xfrm>
            <a:off x="10286456" y="5867400"/>
            <a:ext cx="1464819" cy="893342"/>
          </a:xfrm>
          <a:prstGeom prst="rect">
            <a:avLst/>
          </a:prstGeom>
          <a:ln w="12700">
            <a:miter lim="400000"/>
          </a:ln>
        </p:spPr>
      </p:pic>
    </p:spTree>
    <p:extLst>
      <p:ext uri="{BB962C8B-B14F-4D97-AF65-F5344CB8AC3E}">
        <p14:creationId xmlns:p14="http://schemas.microsoft.com/office/powerpoint/2010/main" val="3821924480"/>
      </p:ext>
    </p:extLst>
  </p:cSld>
  <p:clrMapOvr>
    <a:masterClrMapping/>
  </p:clrMapOvr>
  <p:transition spd="med"/>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type="tx" preserve="1">
  <p:cSld name="1_Title and Content">
    <p:spTree>
      <p:nvGrpSpPr>
        <p:cNvPr id="1" name=""/>
        <p:cNvGrpSpPr/>
        <p:nvPr/>
      </p:nvGrpSpPr>
      <p:grpSpPr>
        <a:xfrm>
          <a:off x="0" y="0"/>
          <a:ext cx="0" cy="0"/>
          <a:chOff x="0" y="0"/>
          <a:chExt cx="0" cy="0"/>
        </a:xfrm>
      </p:grpSpPr>
      <p:sp>
        <p:nvSpPr>
          <p:cNvPr id="94" name="Title Text"/>
          <p:cNvSpPr txBox="1">
            <a:spLocks noGrp="1"/>
          </p:cNvSpPr>
          <p:nvPr>
            <p:ph type="title"/>
          </p:nvPr>
        </p:nvSpPr>
        <p:spPr>
          <a:xfrm>
            <a:off x="951742" y="419100"/>
            <a:ext cx="10972801" cy="723900"/>
          </a:xfrm>
          <a:prstGeom prst="rect">
            <a:avLst/>
          </a:prstGeom>
        </p:spPr>
        <p:txBody>
          <a:bodyPr/>
          <a:lstStyle/>
          <a:p>
            <a:r>
              <a:rPr lang="en-US"/>
              <a:t>Click to edit Master title style</a:t>
            </a:r>
            <a:endParaRPr/>
          </a:p>
        </p:txBody>
      </p:sp>
      <p:sp>
        <p:nvSpPr>
          <p:cNvPr id="95" name="Body Level One…"/>
          <p:cNvSpPr txBox="1">
            <a:spLocks noGrp="1"/>
          </p:cNvSpPr>
          <p:nvPr>
            <p:ph type="body" idx="1"/>
          </p:nvPr>
        </p:nvSpPr>
        <p:spPr>
          <a:xfrm>
            <a:off x="951742" y="1379537"/>
            <a:ext cx="10972801" cy="4525963"/>
          </a:xfrm>
          <a:prstGeom prst="rect">
            <a:avLst/>
          </a:prstGeom>
        </p:spPr>
        <p:txBody>
          <a:bodyPr/>
          <a:lstStyle>
            <a:lvl1pPr defTabSz="59532">
              <a:spcBef>
                <a:spcPts val="1200"/>
              </a:spcBef>
              <a:defRPr sz="1600">
                <a:solidFill>
                  <a:srgbClr val="000000"/>
                </a:solidFill>
                <a:latin typeface="Avenir Next" panose="020B0503020202020204"/>
                <a:ea typeface="Avenir Next" panose="020B0503020202020204"/>
                <a:cs typeface="Arial"/>
                <a:sym typeface="Arial"/>
              </a:defRPr>
            </a:lvl1pPr>
            <a:lvl2pPr marL="604309" indent="-350309" defTabSz="59532">
              <a:spcBef>
                <a:spcPts val="1200"/>
              </a:spcBef>
              <a:defRPr sz="1600">
                <a:solidFill>
                  <a:srgbClr val="000000"/>
                </a:solidFill>
                <a:latin typeface="Avenir Next" panose="020B0503020202020204"/>
                <a:ea typeface="Avenir Next" panose="020B0503020202020204"/>
                <a:cs typeface="Arial"/>
                <a:sym typeface="Arial"/>
              </a:defRPr>
            </a:lvl2pPr>
            <a:lvl3pPr marL="773377" indent="-350309" defTabSz="59532">
              <a:spcBef>
                <a:spcPts val="1200"/>
              </a:spcBef>
              <a:buChar char="●"/>
              <a:defRPr sz="1600">
                <a:solidFill>
                  <a:srgbClr val="000000"/>
                </a:solidFill>
                <a:latin typeface="Avenir Next" panose="020B0503020202020204"/>
                <a:ea typeface="Avenir Next" panose="020B0503020202020204"/>
                <a:cs typeface="Arial"/>
                <a:sym typeface="Arial"/>
              </a:defRPr>
            </a:lvl3pPr>
            <a:lvl4pPr marL="0" indent="685558" defTabSz="59532">
              <a:spcBef>
                <a:spcPts val="1200"/>
              </a:spcBef>
              <a:buSzTx/>
              <a:buNone/>
              <a:defRPr sz="1600">
                <a:solidFill>
                  <a:srgbClr val="000000"/>
                </a:solidFill>
                <a:latin typeface="Avenir Next" panose="020B0503020202020204"/>
                <a:ea typeface="Avenir Next" panose="020B0503020202020204"/>
                <a:cs typeface="Arial"/>
                <a:sym typeface="Arial"/>
              </a:defRPr>
            </a:lvl4pPr>
            <a:lvl5pPr marL="0" indent="914078" defTabSz="59532">
              <a:spcBef>
                <a:spcPts val="1200"/>
              </a:spcBef>
              <a:buSzTx/>
              <a:buNone/>
              <a:defRPr sz="1600">
                <a:solidFill>
                  <a:srgbClr val="000000"/>
                </a:solidFill>
                <a:latin typeface="Avenir Next" panose="020B0503020202020204"/>
                <a:ea typeface="Avenir Next" panose="020B0503020202020204"/>
                <a:cs typeface="Arial"/>
                <a:sym typeface="Aria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96" name="Slide Number"/>
          <p:cNvSpPr txBox="1">
            <a:spLocks noGrp="1"/>
          </p:cNvSpPr>
          <p:nvPr>
            <p:ph type="sldNum" sz="quarter" idx="2"/>
          </p:nvPr>
        </p:nvSpPr>
        <p:spPr>
          <a:prstGeom prst="rect">
            <a:avLst/>
          </a:prstGeom>
        </p:spPr>
        <p:txBody>
          <a:bodyPr/>
          <a:lstStyle>
            <a:lvl1pPr>
              <a:defRPr/>
            </a:lvl1pPr>
          </a:lstStyle>
          <a:p>
            <a:fld id="{86CB4B4D-7CA3-9044-876B-883B54F8677D}" type="slidenum">
              <a:rPr lang="en-US" smtClean="0"/>
              <a:pPr/>
              <a:t>‹#›</a:t>
            </a:fld>
            <a:endParaRPr lang="en-US" dirty="0"/>
          </a:p>
        </p:txBody>
      </p:sp>
      <p:pic>
        <p:nvPicPr>
          <p:cNvPr id="98" name="Logo-01.png" descr="Logo-01.png"/>
          <p:cNvPicPr>
            <a:picLocks noChangeAspect="1"/>
          </p:cNvPicPr>
          <p:nvPr/>
        </p:nvPicPr>
        <p:blipFill>
          <a:blip r:embed="rId2"/>
          <a:stretch>
            <a:fillRect/>
          </a:stretch>
        </p:blipFill>
        <p:spPr>
          <a:xfrm>
            <a:off x="10286456" y="5867400"/>
            <a:ext cx="1464819" cy="893342"/>
          </a:xfrm>
          <a:prstGeom prst="rect">
            <a:avLst/>
          </a:prstGeom>
          <a:ln w="12700">
            <a:miter lim="400000"/>
          </a:ln>
        </p:spPr>
      </p:pic>
    </p:spTree>
    <p:extLst>
      <p:ext uri="{BB962C8B-B14F-4D97-AF65-F5344CB8AC3E}">
        <p14:creationId xmlns:p14="http://schemas.microsoft.com/office/powerpoint/2010/main" val="417495042"/>
      </p:ext>
    </p:extLst>
  </p:cSld>
  <p:clrMapOvr>
    <a:masterClrMapping/>
  </p:clrMapOvr>
  <p:transition spd="med"/>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type="tx" preserve="1">
  <p:cSld name="Section Header">
    <p:spTree>
      <p:nvGrpSpPr>
        <p:cNvPr id="1" name=""/>
        <p:cNvGrpSpPr/>
        <p:nvPr/>
      </p:nvGrpSpPr>
      <p:grpSpPr>
        <a:xfrm>
          <a:off x="0" y="0"/>
          <a:ext cx="0" cy="0"/>
          <a:chOff x="0" y="0"/>
          <a:chExt cx="0" cy="0"/>
        </a:xfrm>
      </p:grpSpPr>
      <p:sp>
        <p:nvSpPr>
          <p:cNvPr id="105" name="Title Text"/>
          <p:cNvSpPr txBox="1">
            <a:spLocks noGrp="1"/>
          </p:cNvSpPr>
          <p:nvPr>
            <p:ph type="title"/>
          </p:nvPr>
        </p:nvSpPr>
        <p:spPr>
          <a:xfrm>
            <a:off x="963086" y="4406903"/>
            <a:ext cx="10363201" cy="1362076"/>
          </a:xfrm>
          <a:prstGeom prst="rect">
            <a:avLst/>
          </a:prstGeom>
        </p:spPr>
        <p:txBody>
          <a:bodyPr anchor="t"/>
          <a:lstStyle>
            <a:lvl1pPr>
              <a:defRPr sz="2000" cap="all"/>
            </a:lvl1pPr>
          </a:lstStyle>
          <a:p>
            <a:r>
              <a:rPr lang="en-US"/>
              <a:t>Click to edit Master title style</a:t>
            </a:r>
            <a:endParaRPr/>
          </a:p>
        </p:txBody>
      </p:sp>
      <p:sp>
        <p:nvSpPr>
          <p:cNvPr id="106" name="Body Level One…"/>
          <p:cNvSpPr txBox="1">
            <a:spLocks noGrp="1"/>
          </p:cNvSpPr>
          <p:nvPr>
            <p:ph type="body" sz="quarter" idx="1"/>
          </p:nvPr>
        </p:nvSpPr>
        <p:spPr>
          <a:xfrm>
            <a:off x="963086" y="2906713"/>
            <a:ext cx="10363201" cy="1500188"/>
          </a:xfrm>
          <a:prstGeom prst="rect">
            <a:avLst/>
          </a:prstGeom>
        </p:spPr>
        <p:txBody>
          <a:bodyPr anchor="b"/>
          <a:lstStyle>
            <a:lvl1pPr>
              <a:defRPr sz="1000">
                <a:solidFill>
                  <a:srgbClr val="888888"/>
                </a:solidFill>
              </a:defRPr>
            </a:lvl1pPr>
            <a:lvl2pPr marL="0" indent="228519">
              <a:buSzTx/>
              <a:buNone/>
              <a:defRPr sz="1000">
                <a:solidFill>
                  <a:srgbClr val="888888"/>
                </a:solidFill>
              </a:defRPr>
            </a:lvl2pPr>
            <a:lvl3pPr marL="0" indent="457039">
              <a:buSzTx/>
              <a:buNone/>
              <a:defRPr sz="1000">
                <a:solidFill>
                  <a:srgbClr val="888888"/>
                </a:solidFill>
              </a:defRPr>
            </a:lvl3pPr>
            <a:lvl4pPr marL="0" indent="685558">
              <a:buSzTx/>
              <a:buNone/>
              <a:defRPr sz="1000">
                <a:solidFill>
                  <a:srgbClr val="888888"/>
                </a:solidFill>
              </a:defRPr>
            </a:lvl4pPr>
            <a:lvl5pPr marL="0" indent="914078">
              <a:buSzTx/>
              <a:buNone/>
              <a:defRPr sz="1000">
                <a:solidFill>
                  <a:srgbClr val="888888"/>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07" name="Slide Number"/>
          <p:cNvSpPr txBox="1">
            <a:spLocks noGrp="1"/>
          </p:cNvSpPr>
          <p:nvPr>
            <p:ph type="sldNum" sz="quarter" idx="2"/>
          </p:nvPr>
        </p:nvSpPr>
        <p:spPr>
          <a:prstGeom prst="rect">
            <a:avLst/>
          </a:prstGeom>
        </p:spPr>
        <p:txBody>
          <a:bodyPr/>
          <a:lstStyle>
            <a:lvl1pPr>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4189637734"/>
      </p:ext>
    </p:extLst>
  </p:cSld>
  <p:clrMapOvr>
    <a:masterClrMapping/>
  </p:clrMapOvr>
  <p:transition spd="med"/>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tx" preserve="1">
  <p:cSld name="Two Content">
    <p:spTree>
      <p:nvGrpSpPr>
        <p:cNvPr id="1" name=""/>
        <p:cNvGrpSpPr/>
        <p:nvPr/>
      </p:nvGrpSpPr>
      <p:grpSpPr>
        <a:xfrm>
          <a:off x="0" y="0"/>
          <a:ext cx="0" cy="0"/>
          <a:chOff x="0" y="0"/>
          <a:chExt cx="0" cy="0"/>
        </a:xfrm>
      </p:grpSpPr>
      <p:sp>
        <p:nvSpPr>
          <p:cNvPr id="114" name="Body Level One…"/>
          <p:cNvSpPr txBox="1">
            <a:spLocks noGrp="1"/>
          </p:cNvSpPr>
          <p:nvPr>
            <p:ph type="body" idx="1"/>
          </p:nvPr>
        </p:nvSpPr>
        <p:spPr>
          <a:xfrm>
            <a:off x="1625600" y="3200402"/>
            <a:ext cx="14530918" cy="9051926"/>
          </a:xfrm>
          <a:prstGeom prst="rect">
            <a:avLst/>
          </a:prstGeom>
        </p:spPr>
        <p:txBody>
          <a:bodyPr/>
          <a:lstStyle>
            <a:lvl1pPr>
              <a:defRPr sz="1400"/>
            </a:lvl1pPr>
            <a:lvl2pPr marL="296333" indent="-296333">
              <a:defRPr sz="1400"/>
            </a:lvl2pPr>
            <a:lvl3pPr marL="777239" indent="-320039">
              <a:defRPr sz="1400"/>
            </a:lvl3pPr>
            <a:lvl4pPr marL="863295" indent="-177737">
              <a:defRPr sz="1400"/>
            </a:lvl4pPr>
            <a:lvl5pPr marL="1091815" indent="-177737">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15" name="Title Text"/>
          <p:cNvSpPr txBox="1">
            <a:spLocks noGrp="1"/>
          </p:cNvSpPr>
          <p:nvPr>
            <p:ph type="title"/>
          </p:nvPr>
        </p:nvSpPr>
        <p:spPr>
          <a:prstGeom prst="rect">
            <a:avLst/>
          </a:prstGeom>
        </p:spPr>
        <p:txBody>
          <a:bodyPr/>
          <a:lstStyle/>
          <a:p>
            <a:r>
              <a:rPr lang="en-US"/>
              <a:t>Click to edit Master title style</a:t>
            </a:r>
            <a:endParaRPr/>
          </a:p>
        </p:txBody>
      </p:sp>
      <p:sp>
        <p:nvSpPr>
          <p:cNvPr id="116" name="Slide Number"/>
          <p:cNvSpPr txBox="1">
            <a:spLocks noGrp="1"/>
          </p:cNvSpPr>
          <p:nvPr>
            <p:ph type="sldNum" sz="quarter" idx="2"/>
          </p:nvPr>
        </p:nvSpPr>
        <p:spPr>
          <a:prstGeom prst="rect">
            <a:avLst/>
          </a:prstGeom>
        </p:spPr>
        <p:txBody>
          <a:bodyPr/>
          <a:lstStyle>
            <a:lvl1pPr>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2732863400"/>
      </p:ext>
    </p:extLst>
  </p:cSld>
  <p:clrMapOvr>
    <a:masterClrMapping/>
  </p:clrMapOvr>
  <p:transition spd="med"/>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type="tx" preserve="1">
  <p:cSld name="Comparison">
    <p:spTree>
      <p:nvGrpSpPr>
        <p:cNvPr id="1" name=""/>
        <p:cNvGrpSpPr/>
        <p:nvPr/>
      </p:nvGrpSpPr>
      <p:grpSpPr>
        <a:xfrm>
          <a:off x="0" y="0"/>
          <a:ext cx="0" cy="0"/>
          <a:chOff x="0" y="0"/>
          <a:chExt cx="0" cy="0"/>
        </a:xfrm>
      </p:grpSpPr>
      <p:sp>
        <p:nvSpPr>
          <p:cNvPr id="123" name="Title Text"/>
          <p:cNvSpPr txBox="1">
            <a:spLocks noGrp="1"/>
          </p:cNvSpPr>
          <p:nvPr>
            <p:ph type="title"/>
          </p:nvPr>
        </p:nvSpPr>
        <p:spPr>
          <a:prstGeom prst="rect">
            <a:avLst/>
          </a:prstGeom>
        </p:spPr>
        <p:txBody>
          <a:bodyPr/>
          <a:lstStyle/>
          <a:p>
            <a:r>
              <a:rPr lang="en-US"/>
              <a:t>Click to edit Master title style</a:t>
            </a:r>
            <a:endParaRPr/>
          </a:p>
        </p:txBody>
      </p:sp>
      <p:sp>
        <p:nvSpPr>
          <p:cNvPr id="124" name="Body Level One…"/>
          <p:cNvSpPr txBox="1">
            <a:spLocks noGrp="1"/>
          </p:cNvSpPr>
          <p:nvPr>
            <p:ph type="body" sz="quarter" idx="1"/>
          </p:nvPr>
        </p:nvSpPr>
        <p:spPr>
          <a:xfrm>
            <a:off x="609601" y="1535112"/>
            <a:ext cx="5386919" cy="639763"/>
          </a:xfrm>
          <a:prstGeom prst="rect">
            <a:avLst/>
          </a:prstGeom>
        </p:spPr>
        <p:txBody>
          <a:bodyPr anchor="b"/>
          <a:lstStyle>
            <a:lvl1pPr>
              <a:defRPr sz="1200"/>
            </a:lvl1pPr>
            <a:lvl2pPr marL="0" indent="228519">
              <a:buSzTx/>
              <a:buNone/>
              <a:defRPr sz="1200"/>
            </a:lvl2pPr>
            <a:lvl3pPr marL="0" indent="457039">
              <a:buSzTx/>
              <a:buNone/>
              <a:defRPr sz="1200"/>
            </a:lvl3pPr>
            <a:lvl4pPr marL="0" indent="685558">
              <a:buSzTx/>
              <a:buNone/>
              <a:defRPr sz="1200"/>
            </a:lvl4pPr>
            <a:lvl5pPr marL="0" indent="914078">
              <a:buSzTx/>
              <a:buNone/>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25" name="Text Placeholder 4"/>
          <p:cNvSpPr>
            <a:spLocks noGrp="1"/>
          </p:cNvSpPr>
          <p:nvPr>
            <p:ph type="body" sz="quarter" idx="21"/>
          </p:nvPr>
        </p:nvSpPr>
        <p:spPr>
          <a:xfrm>
            <a:off x="6193371" y="1535112"/>
            <a:ext cx="5389035" cy="639763"/>
          </a:xfrm>
          <a:prstGeom prst="rect">
            <a:avLst/>
          </a:prstGeom>
        </p:spPr>
        <p:txBody>
          <a:bodyPr anchor="b"/>
          <a:lstStyle/>
          <a:p>
            <a:pPr lvl="0">
              <a:defRPr sz="1200"/>
            </a:pPr>
            <a:r>
              <a:rPr lang="en-US"/>
              <a:t>Click to edit Master text styles</a:t>
            </a:r>
          </a:p>
        </p:txBody>
      </p:sp>
      <p:sp>
        <p:nvSpPr>
          <p:cNvPr id="126" name="Slide Number"/>
          <p:cNvSpPr txBox="1">
            <a:spLocks noGrp="1"/>
          </p:cNvSpPr>
          <p:nvPr>
            <p:ph type="sldNum" sz="quarter" idx="2"/>
          </p:nvPr>
        </p:nvSpPr>
        <p:spPr>
          <a:prstGeom prst="rect">
            <a:avLst/>
          </a:prstGeom>
        </p:spPr>
        <p:txBody>
          <a:bodyPr/>
          <a:lstStyle>
            <a:lvl1pPr>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2650837681"/>
      </p:ext>
    </p:extLst>
  </p:cSld>
  <p:clrMapOvr>
    <a:masterClrMapping/>
  </p:clrMapOvr>
  <p:transition spd="med"/>
</p:sldLayout>
</file>

<file path=ppt/slideLayouts/slideLayout27.xml><?xml version="1.0" encoding="utf-8"?>
<p:sldLayout xmlns:a="http://schemas.openxmlformats.org/drawingml/2006/main" xmlns:r="http://schemas.openxmlformats.org/officeDocument/2006/relationships" xmlns:p="http://schemas.openxmlformats.org/presentationml/2006/main" type="tx" preserve="1">
  <p:cSld name="Title Only">
    <p:spTree>
      <p:nvGrpSpPr>
        <p:cNvPr id="1" name=""/>
        <p:cNvGrpSpPr/>
        <p:nvPr/>
      </p:nvGrpSpPr>
      <p:grpSpPr>
        <a:xfrm>
          <a:off x="0" y="0"/>
          <a:ext cx="0" cy="0"/>
          <a:chOff x="0" y="0"/>
          <a:chExt cx="0" cy="0"/>
        </a:xfrm>
      </p:grpSpPr>
      <p:sp>
        <p:nvSpPr>
          <p:cNvPr id="133" name="Title Text"/>
          <p:cNvSpPr txBox="1">
            <a:spLocks noGrp="1"/>
          </p:cNvSpPr>
          <p:nvPr>
            <p:ph type="title"/>
          </p:nvPr>
        </p:nvSpPr>
        <p:spPr>
          <a:prstGeom prst="rect">
            <a:avLst/>
          </a:prstGeom>
        </p:spPr>
        <p:txBody>
          <a:bodyPr/>
          <a:lstStyle/>
          <a:p>
            <a:r>
              <a:rPr lang="en-US"/>
              <a:t>Click to edit Master title style</a:t>
            </a:r>
            <a:endParaRPr/>
          </a:p>
        </p:txBody>
      </p:sp>
      <p:sp>
        <p:nvSpPr>
          <p:cNvPr id="134" name="Slide Number"/>
          <p:cNvSpPr txBox="1">
            <a:spLocks noGrp="1"/>
          </p:cNvSpPr>
          <p:nvPr>
            <p:ph type="sldNum" sz="quarter" idx="2"/>
          </p:nvPr>
        </p:nvSpPr>
        <p:spPr>
          <a:prstGeom prst="rect">
            <a:avLst/>
          </a:prstGeom>
        </p:spPr>
        <p:txBody>
          <a:bodyPr/>
          <a:lstStyle>
            <a:lvl1pPr>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263424954"/>
      </p:ext>
    </p:extLst>
  </p:cSld>
  <p:clrMapOvr>
    <a:masterClrMapping/>
  </p:clrMapOvr>
  <p:transition spd="med"/>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type="tx" preserve="1">
  <p:cSld name="Blank layout">
    <p:spTree>
      <p:nvGrpSpPr>
        <p:cNvPr id="1" name=""/>
        <p:cNvGrpSpPr/>
        <p:nvPr/>
      </p:nvGrpSpPr>
      <p:grpSpPr>
        <a:xfrm>
          <a:off x="0" y="0"/>
          <a:ext cx="0" cy="0"/>
          <a:chOff x="0" y="0"/>
          <a:chExt cx="0" cy="0"/>
        </a:xfrm>
      </p:grpSpPr>
      <p:sp>
        <p:nvSpPr>
          <p:cNvPr id="141" name="Slide Number"/>
          <p:cNvSpPr txBox="1">
            <a:spLocks noGrp="1"/>
          </p:cNvSpPr>
          <p:nvPr>
            <p:ph type="sldNum" sz="quarter" idx="2"/>
          </p:nvPr>
        </p:nvSpPr>
        <p:spPr>
          <a:prstGeom prst="rect">
            <a:avLst/>
          </a:prstGeom>
        </p:spPr>
        <p:txBody>
          <a:bodyPr/>
          <a:lstStyle>
            <a:lvl1pPr>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4150320924"/>
      </p:ext>
    </p:extLst>
  </p:cSld>
  <p:clrMapOvr>
    <a:masterClrMapping/>
  </p:clrMapOvr>
  <p:transition spd="med"/>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type="tx" preserve="1">
  <p:cSld name="Blank">
    <p:spTree>
      <p:nvGrpSpPr>
        <p:cNvPr id="1" name=""/>
        <p:cNvGrpSpPr/>
        <p:nvPr/>
      </p:nvGrpSpPr>
      <p:grpSpPr>
        <a:xfrm>
          <a:off x="0" y="0"/>
          <a:ext cx="0" cy="0"/>
          <a:chOff x="0" y="0"/>
          <a:chExt cx="0" cy="0"/>
        </a:xfrm>
      </p:grpSpPr>
      <p:sp>
        <p:nvSpPr>
          <p:cNvPr id="148" name="Slide Number"/>
          <p:cNvSpPr txBox="1">
            <a:spLocks noGrp="1"/>
          </p:cNvSpPr>
          <p:nvPr>
            <p:ph type="sldNum" sz="quarter" idx="2"/>
          </p:nvPr>
        </p:nvSpPr>
        <p:spPr>
          <a:prstGeom prst="rect">
            <a:avLst/>
          </a:prstGeom>
        </p:spPr>
        <p:txBody>
          <a:bodyPr/>
          <a:lstStyle>
            <a:lvl1pPr>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1510742409"/>
      </p:ext>
    </p:extLst>
  </p:cSld>
  <p:clrMapOvr>
    <a:masterClrMapping/>
  </p:clrMapOvr>
  <p:transition spd="med"/>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type="tx" preserve="1">
  <p:cSld name="Content with Caption">
    <p:spTree>
      <p:nvGrpSpPr>
        <p:cNvPr id="1" name=""/>
        <p:cNvGrpSpPr/>
        <p:nvPr/>
      </p:nvGrpSpPr>
      <p:grpSpPr>
        <a:xfrm>
          <a:off x="0" y="0"/>
          <a:ext cx="0" cy="0"/>
          <a:chOff x="0" y="0"/>
          <a:chExt cx="0" cy="0"/>
        </a:xfrm>
      </p:grpSpPr>
      <p:sp>
        <p:nvSpPr>
          <p:cNvPr id="155" name="Title Text"/>
          <p:cNvSpPr txBox="1">
            <a:spLocks noGrp="1"/>
          </p:cNvSpPr>
          <p:nvPr>
            <p:ph type="title"/>
          </p:nvPr>
        </p:nvSpPr>
        <p:spPr>
          <a:xfrm>
            <a:off x="609604" y="273050"/>
            <a:ext cx="4011084" cy="1162050"/>
          </a:xfrm>
          <a:prstGeom prst="rect">
            <a:avLst/>
          </a:prstGeom>
        </p:spPr>
        <p:txBody>
          <a:bodyPr anchor="b"/>
          <a:lstStyle>
            <a:lvl1pPr>
              <a:defRPr sz="1000"/>
            </a:lvl1pPr>
          </a:lstStyle>
          <a:p>
            <a:r>
              <a:rPr lang="en-US"/>
              <a:t>Click to edit Master title style</a:t>
            </a:r>
            <a:endParaRPr/>
          </a:p>
        </p:txBody>
      </p:sp>
      <p:sp>
        <p:nvSpPr>
          <p:cNvPr id="156" name="Body Level One…"/>
          <p:cNvSpPr txBox="1">
            <a:spLocks noGrp="1"/>
          </p:cNvSpPr>
          <p:nvPr>
            <p:ph type="body" idx="1"/>
          </p:nvPr>
        </p:nvSpPr>
        <p:spPr>
          <a:xfrm>
            <a:off x="4766733" y="273054"/>
            <a:ext cx="6815668" cy="5853113"/>
          </a:xfrm>
          <a:prstGeom prst="rect">
            <a:avLst/>
          </a:prstGeom>
        </p:spPr>
        <p:txBody>
          <a:bodyPr/>
          <a:lstStyle>
            <a:lvl1pPr>
              <a:defRPr sz="1600"/>
            </a:lvl1pPr>
            <a:lvl2pPr marL="290285" indent="-290285">
              <a:defRPr sz="1600"/>
            </a:lvl2pPr>
            <a:lvl3pPr marL="762000" indent="-304800">
              <a:defRPr sz="1600"/>
            </a:lvl3pPr>
            <a:lvl4pPr marL="868373" indent="-182815">
              <a:defRPr sz="1600"/>
            </a:lvl4pPr>
            <a:lvl5pPr marL="1096893" indent="-182815">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57" name="Text Placeholder 3"/>
          <p:cNvSpPr>
            <a:spLocks noGrp="1"/>
          </p:cNvSpPr>
          <p:nvPr>
            <p:ph type="body" sz="half" idx="21"/>
          </p:nvPr>
        </p:nvSpPr>
        <p:spPr>
          <a:xfrm>
            <a:off x="609604" y="1435103"/>
            <a:ext cx="4011085" cy="4691063"/>
          </a:xfrm>
          <a:prstGeom prst="rect">
            <a:avLst/>
          </a:prstGeom>
        </p:spPr>
        <p:txBody>
          <a:bodyPr/>
          <a:lstStyle/>
          <a:p>
            <a:pPr lvl="0">
              <a:defRPr sz="700"/>
            </a:pPr>
            <a:r>
              <a:rPr lang="en-US"/>
              <a:t>Click to edit Master text styles</a:t>
            </a:r>
          </a:p>
        </p:txBody>
      </p:sp>
      <p:sp>
        <p:nvSpPr>
          <p:cNvPr id="158" name="Slide Number"/>
          <p:cNvSpPr txBox="1">
            <a:spLocks noGrp="1"/>
          </p:cNvSpPr>
          <p:nvPr>
            <p:ph type="sldNum" sz="quarter" idx="2"/>
          </p:nvPr>
        </p:nvSpPr>
        <p:spPr>
          <a:prstGeom prst="rect">
            <a:avLst/>
          </a:prstGeom>
        </p:spPr>
        <p:txBody>
          <a:bodyPr/>
          <a:lstStyle>
            <a:lvl1pPr>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2767526228"/>
      </p:ext>
    </p:extLst>
  </p:cSld>
  <p:clrMapOvr>
    <a:masterClrMapping/>
  </p:clrMapOvr>
  <p:transition spd="med"/>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type="tx" preserve="1">
  <p:cSld name="Picture with Caption">
    <p:spTree>
      <p:nvGrpSpPr>
        <p:cNvPr id="1" name=""/>
        <p:cNvGrpSpPr/>
        <p:nvPr/>
      </p:nvGrpSpPr>
      <p:grpSpPr>
        <a:xfrm>
          <a:off x="0" y="0"/>
          <a:ext cx="0" cy="0"/>
          <a:chOff x="0" y="0"/>
          <a:chExt cx="0" cy="0"/>
        </a:xfrm>
      </p:grpSpPr>
      <p:sp>
        <p:nvSpPr>
          <p:cNvPr id="165" name="Title Text"/>
          <p:cNvSpPr txBox="1">
            <a:spLocks noGrp="1"/>
          </p:cNvSpPr>
          <p:nvPr>
            <p:ph type="title"/>
          </p:nvPr>
        </p:nvSpPr>
        <p:spPr>
          <a:xfrm>
            <a:off x="2389719" y="4800600"/>
            <a:ext cx="7315201" cy="566738"/>
          </a:xfrm>
          <a:prstGeom prst="rect">
            <a:avLst/>
          </a:prstGeom>
        </p:spPr>
        <p:txBody>
          <a:bodyPr anchor="b"/>
          <a:lstStyle>
            <a:lvl1pPr>
              <a:defRPr sz="1000"/>
            </a:lvl1pPr>
          </a:lstStyle>
          <a:p>
            <a:r>
              <a:rPr lang="en-US"/>
              <a:t>Click to edit Master title style</a:t>
            </a:r>
            <a:endParaRPr/>
          </a:p>
        </p:txBody>
      </p:sp>
      <p:sp>
        <p:nvSpPr>
          <p:cNvPr id="166" name="Picture Placeholder 2"/>
          <p:cNvSpPr>
            <a:spLocks noGrp="1"/>
          </p:cNvSpPr>
          <p:nvPr>
            <p:ph type="pic" sz="half" idx="21"/>
          </p:nvPr>
        </p:nvSpPr>
        <p:spPr>
          <a:xfrm>
            <a:off x="2389719" y="612775"/>
            <a:ext cx="7315201" cy="4114800"/>
          </a:xfrm>
          <a:prstGeom prst="rect">
            <a:avLst/>
          </a:prstGeom>
        </p:spPr>
        <p:txBody>
          <a:bodyPr lIns="91439" tIns="45719" rIns="91439" bIns="45719">
            <a:noAutofit/>
          </a:bodyPr>
          <a:lstStyle/>
          <a:p>
            <a:r>
              <a:rPr lang="en-US"/>
              <a:t>Click icon to add picture</a:t>
            </a:r>
            <a:endParaRPr/>
          </a:p>
        </p:txBody>
      </p:sp>
      <p:sp>
        <p:nvSpPr>
          <p:cNvPr id="167" name="Body Level One…"/>
          <p:cNvSpPr txBox="1">
            <a:spLocks noGrp="1"/>
          </p:cNvSpPr>
          <p:nvPr>
            <p:ph type="body" sz="quarter" idx="1"/>
          </p:nvPr>
        </p:nvSpPr>
        <p:spPr>
          <a:xfrm>
            <a:off x="2389719" y="5367338"/>
            <a:ext cx="7315201" cy="804863"/>
          </a:xfrm>
          <a:prstGeom prst="rect">
            <a:avLst/>
          </a:prstGeom>
        </p:spPr>
        <p:txBody>
          <a:bodyPr/>
          <a:lstStyle>
            <a:lvl1pPr>
              <a:defRPr sz="700"/>
            </a:lvl1pPr>
            <a:lvl2pPr marL="0" indent="228519">
              <a:buSzTx/>
              <a:buNone/>
              <a:defRPr sz="700"/>
            </a:lvl2pPr>
            <a:lvl3pPr marL="0" indent="457039">
              <a:buSzTx/>
              <a:buNone/>
              <a:defRPr sz="700"/>
            </a:lvl3pPr>
            <a:lvl4pPr marL="0" indent="685558">
              <a:buSzTx/>
              <a:buNone/>
              <a:defRPr sz="700"/>
            </a:lvl4pPr>
            <a:lvl5pPr marL="0" indent="914078">
              <a:buSzTx/>
              <a:buNone/>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68" name="Slide Number"/>
          <p:cNvSpPr txBox="1">
            <a:spLocks noGrp="1"/>
          </p:cNvSpPr>
          <p:nvPr>
            <p:ph type="sldNum" sz="quarter" idx="2"/>
          </p:nvPr>
        </p:nvSpPr>
        <p:spPr>
          <a:prstGeom prst="rect">
            <a:avLst/>
          </a:prstGeom>
        </p:spPr>
        <p:txBody>
          <a:bodyPr/>
          <a:lstStyle>
            <a:lvl1pPr>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1579949749"/>
      </p:ext>
    </p:extLst>
  </p:cSld>
  <p:clrMapOvr>
    <a:masterClrMapping/>
  </p:clrMapOvr>
  <p:transition spd="med"/>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type="tx" preserve="1">
  <p:cSld name="1_Two Content">
    <p:spTree>
      <p:nvGrpSpPr>
        <p:cNvPr id="1" name=""/>
        <p:cNvGrpSpPr/>
        <p:nvPr/>
      </p:nvGrpSpPr>
      <p:grpSpPr>
        <a:xfrm>
          <a:off x="0" y="0"/>
          <a:ext cx="0" cy="0"/>
          <a:chOff x="0" y="0"/>
          <a:chExt cx="0" cy="0"/>
        </a:xfrm>
      </p:grpSpPr>
      <p:sp>
        <p:nvSpPr>
          <p:cNvPr id="175" name="Straight Connector 2"/>
          <p:cNvSpPr/>
          <p:nvPr/>
        </p:nvSpPr>
        <p:spPr>
          <a:xfrm>
            <a:off x="412262" y="746125"/>
            <a:ext cx="11271740" cy="0"/>
          </a:xfrm>
          <a:prstGeom prst="line">
            <a:avLst/>
          </a:prstGeom>
          <a:ln w="12700">
            <a:solidFill>
              <a:srgbClr val="5225B5"/>
            </a:solidFill>
            <a:prstDash val="dash"/>
          </a:ln>
        </p:spPr>
        <p:txBody>
          <a:bodyPr lIns="45719" rIns="45719"/>
          <a:lstStyle/>
          <a:p>
            <a:endParaRPr sz="3000"/>
          </a:p>
        </p:txBody>
      </p:sp>
      <p:sp>
        <p:nvSpPr>
          <p:cNvPr id="177" name="Slide Number"/>
          <p:cNvSpPr txBox="1">
            <a:spLocks noGrp="1"/>
          </p:cNvSpPr>
          <p:nvPr>
            <p:ph type="sldNum" sz="quarter" idx="2"/>
          </p:nvPr>
        </p:nvSpPr>
        <p:spPr>
          <a:xfrm>
            <a:off x="11964959" y="6642101"/>
            <a:ext cx="197737" cy="195814"/>
          </a:xfrm>
          <a:prstGeom prst="rect">
            <a:avLst/>
          </a:prstGeom>
        </p:spPr>
        <p:txBody>
          <a:bodyPr lIns="36000" tIns="36000" rIns="36000" bIns="36000" anchor="t"/>
          <a:lstStyle>
            <a:lvl1pPr>
              <a:defRPr sz="800">
                <a:solidFill>
                  <a:srgbClr val="FFFFFF"/>
                </a:solidFill>
              </a:defRPr>
            </a:lvl1pPr>
          </a:lstStyle>
          <a:p>
            <a:fld id="{86CB4B4D-7CA3-9044-876B-883B54F8677D}" type="slidenum">
              <a:rPr lang="en-US" smtClean="0"/>
              <a:pPr/>
              <a:t>‹#›</a:t>
            </a:fld>
            <a:endParaRPr lang="en-US" dirty="0"/>
          </a:p>
        </p:txBody>
      </p:sp>
      <p:sp>
        <p:nvSpPr>
          <p:cNvPr id="178" name="Text Box 20"/>
          <p:cNvSpPr txBox="1"/>
          <p:nvPr/>
        </p:nvSpPr>
        <p:spPr>
          <a:xfrm>
            <a:off x="8128782" y="6659563"/>
            <a:ext cx="3783038" cy="18069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lgn="r">
              <a:lnSpc>
                <a:spcPct val="80000"/>
              </a:lnSpc>
              <a:spcBef>
                <a:spcPts val="400"/>
              </a:spcBef>
              <a:defRPr sz="700">
                <a:solidFill>
                  <a:srgbClr val="FFFFFF"/>
                </a:solidFill>
                <a:latin typeface="Arial"/>
                <a:ea typeface="Arial"/>
                <a:cs typeface="Arial"/>
                <a:sym typeface="Arial"/>
              </a:defRPr>
            </a:lvl1pPr>
          </a:lstStyle>
          <a:p>
            <a:r>
              <a:rPr sz="700" dirty="0">
                <a:latin typeface="Avenir Next" panose="020B0503020202020204"/>
              </a:rPr>
              <a:t>Dr. Reddy’s Laboratories Ltd. </a:t>
            </a:r>
          </a:p>
        </p:txBody>
      </p:sp>
      <p:sp>
        <p:nvSpPr>
          <p:cNvPr id="179" name="Title Text"/>
          <p:cNvSpPr txBox="1">
            <a:spLocks noGrp="1"/>
          </p:cNvSpPr>
          <p:nvPr>
            <p:ph type="title"/>
          </p:nvPr>
        </p:nvSpPr>
        <p:spPr>
          <a:xfrm>
            <a:off x="488464" y="365132"/>
            <a:ext cx="11271313" cy="681796"/>
          </a:xfrm>
          <a:prstGeom prst="rect">
            <a:avLst/>
          </a:prstGeom>
        </p:spPr>
        <p:txBody>
          <a:bodyPr/>
          <a:lstStyle/>
          <a:p>
            <a:r>
              <a:rPr lang="en-US"/>
              <a:t>Click to edit Master title style</a:t>
            </a:r>
            <a:endParaRPr/>
          </a:p>
        </p:txBody>
      </p:sp>
    </p:spTree>
    <p:extLst>
      <p:ext uri="{BB962C8B-B14F-4D97-AF65-F5344CB8AC3E}">
        <p14:creationId xmlns:p14="http://schemas.microsoft.com/office/powerpoint/2010/main" val="2830470374"/>
      </p:ext>
    </p:extLst>
  </p:cSld>
  <p:clrMapOvr>
    <a:masterClrMapping/>
  </p:clrMapOvr>
  <p:transition spd="med"/>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type="tx" preserve="1">
  <p:cSld name="Table Single">
    <p:spTree>
      <p:nvGrpSpPr>
        <p:cNvPr id="1" name=""/>
        <p:cNvGrpSpPr/>
        <p:nvPr/>
      </p:nvGrpSpPr>
      <p:grpSpPr>
        <a:xfrm>
          <a:off x="0" y="0"/>
          <a:ext cx="0" cy="0"/>
          <a:chOff x="0" y="0"/>
          <a:chExt cx="0" cy="0"/>
        </a:xfrm>
      </p:grpSpPr>
      <p:sp>
        <p:nvSpPr>
          <p:cNvPr id="186" name="Title Text"/>
          <p:cNvSpPr txBox="1">
            <a:spLocks noGrp="1"/>
          </p:cNvSpPr>
          <p:nvPr>
            <p:ph type="title"/>
          </p:nvPr>
        </p:nvSpPr>
        <p:spPr>
          <a:xfrm>
            <a:off x="203204" y="30163"/>
            <a:ext cx="9535585" cy="798514"/>
          </a:xfrm>
          <a:prstGeom prst="rect">
            <a:avLst/>
          </a:prstGeom>
        </p:spPr>
        <p:txBody>
          <a:bodyPr/>
          <a:lstStyle/>
          <a:p>
            <a:r>
              <a:rPr lang="en-US"/>
              <a:t>Click to edit Master title style</a:t>
            </a:r>
            <a:endParaRPr/>
          </a:p>
        </p:txBody>
      </p:sp>
      <p:sp>
        <p:nvSpPr>
          <p:cNvPr id="187" name="Slide Number"/>
          <p:cNvSpPr txBox="1">
            <a:spLocks noGrp="1"/>
          </p:cNvSpPr>
          <p:nvPr>
            <p:ph type="sldNum" sz="quarter" idx="2"/>
          </p:nvPr>
        </p:nvSpPr>
        <p:spPr>
          <a:xfrm>
            <a:off x="443974" y="6644177"/>
            <a:ext cx="233363" cy="230798"/>
          </a:xfrm>
          <a:prstGeom prst="rect">
            <a:avLst/>
          </a:prstGeom>
        </p:spPr>
        <p:txBody>
          <a:bodyPr/>
          <a:lstStyle>
            <a:lvl1pPr>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84603813"/>
      </p:ext>
    </p:extLst>
  </p:cSld>
  <p:clrMapOvr>
    <a:masterClrMapping/>
  </p:clrMapOvr>
  <p:transition spd="med"/>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type="tx" preserve="1">
  <p:cSld name="Title &amp; Subtitle">
    <p:spTree>
      <p:nvGrpSpPr>
        <p:cNvPr id="1" name=""/>
        <p:cNvGrpSpPr/>
        <p:nvPr/>
      </p:nvGrpSpPr>
      <p:grpSpPr>
        <a:xfrm>
          <a:off x="0" y="0"/>
          <a:ext cx="0" cy="0"/>
          <a:chOff x="0" y="0"/>
          <a:chExt cx="0" cy="0"/>
        </a:xfrm>
      </p:grpSpPr>
      <p:sp>
        <p:nvSpPr>
          <p:cNvPr id="194" name="Slide Number"/>
          <p:cNvSpPr txBox="1">
            <a:spLocks noGrp="1"/>
          </p:cNvSpPr>
          <p:nvPr>
            <p:ph type="sldNum" sz="quarter" idx="2"/>
          </p:nvPr>
        </p:nvSpPr>
        <p:spPr>
          <a:xfrm>
            <a:off x="9947582" y="6446594"/>
            <a:ext cx="187209" cy="184644"/>
          </a:xfrm>
          <a:prstGeom prst="rect">
            <a:avLst/>
          </a:prstGeom>
        </p:spPr>
        <p:txBody>
          <a:bodyPr lIns="22849" tIns="22849" rIns="22849" bIns="22849"/>
          <a:lstStyle>
            <a:lvl1pPr defTabSz="457200">
              <a:defRPr b="1">
                <a:solidFill>
                  <a:srgbClr val="A5A5A5"/>
                </a:solidFill>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3676939656"/>
      </p:ext>
    </p:extLst>
  </p:cSld>
  <p:clrMapOvr>
    <a:masterClrMapping/>
  </p:clrMapOvr>
  <p:transition spd="med"/>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9F5E1E-B1EE-0482-D254-3B960FDEF96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94671D1-A8F0-42E0-70C1-3217412A33D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F667460-5F94-9771-F55F-FBED88A7AD7A}"/>
              </a:ext>
            </a:extLst>
          </p:cNvPr>
          <p:cNvSpPr>
            <a:spLocks noGrp="1"/>
          </p:cNvSpPr>
          <p:nvPr>
            <p:ph type="dt" sz="half" idx="10"/>
          </p:nvPr>
        </p:nvSpPr>
        <p:spPr/>
        <p:txBody>
          <a:bodyPr/>
          <a:lstStyle/>
          <a:p>
            <a:fld id="{BD9CDEEF-D08A-4866-8374-FEC00FA75FD1}" type="datetimeFigureOut">
              <a:rPr lang="en-US" smtClean="0"/>
              <a:t>7/6/2026</a:t>
            </a:fld>
            <a:endParaRPr lang="en-US" dirty="0"/>
          </a:p>
        </p:txBody>
      </p:sp>
      <p:sp>
        <p:nvSpPr>
          <p:cNvPr id="5" name="Footer Placeholder 4">
            <a:extLst>
              <a:ext uri="{FF2B5EF4-FFF2-40B4-BE49-F238E27FC236}">
                <a16:creationId xmlns:a16="http://schemas.microsoft.com/office/drawing/2014/main" id="{C54A7A86-4990-A5DC-F825-84F09E8D06E5}"/>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E7EAE14-6988-6B4B-623B-575C8EB8AC93}"/>
              </a:ext>
            </a:extLst>
          </p:cNvPr>
          <p:cNvSpPr>
            <a:spLocks noGrp="1"/>
          </p:cNvSpPr>
          <p:nvPr>
            <p:ph type="sldNum" sz="quarter" idx="12"/>
          </p:nvPr>
        </p:nvSpPr>
        <p:spPr/>
        <p:txBody>
          <a:bodyPr/>
          <a:lstStyle>
            <a:lvl1pPr>
              <a:defRPr/>
            </a:lvl1pPr>
          </a:lstStyle>
          <a:p>
            <a:fld id="{6858EB0C-62A1-4CB2-AE4E-D25453DE4A06}" type="slidenum">
              <a:rPr lang="en-US" smtClean="0"/>
              <a:pPr/>
              <a:t>‹#›</a:t>
            </a:fld>
            <a:endParaRPr lang="en-US" dirty="0"/>
          </a:p>
        </p:txBody>
      </p:sp>
    </p:spTree>
    <p:extLst>
      <p:ext uri="{BB962C8B-B14F-4D97-AF65-F5344CB8AC3E}">
        <p14:creationId xmlns:p14="http://schemas.microsoft.com/office/powerpoint/2010/main" val="954629805"/>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eam ">
    <p:spTree>
      <p:nvGrpSpPr>
        <p:cNvPr id="1" name=""/>
        <p:cNvGrpSpPr/>
        <p:nvPr/>
      </p:nvGrpSpPr>
      <p:grpSpPr>
        <a:xfrm>
          <a:off x="0" y="0"/>
          <a:ext cx="0" cy="0"/>
          <a:chOff x="0" y="0"/>
          <a:chExt cx="0" cy="0"/>
        </a:xfrm>
      </p:grpSpPr>
      <p:sp>
        <p:nvSpPr>
          <p:cNvPr id="5" name="Rectangle: Top Corners Rounded 4">
            <a:extLst>
              <a:ext uri="{FF2B5EF4-FFF2-40B4-BE49-F238E27FC236}">
                <a16:creationId xmlns:a16="http://schemas.microsoft.com/office/drawing/2014/main" id="{B91A756A-3339-4A5E-B01D-FAAB9EFCAD95}"/>
              </a:ext>
            </a:extLst>
          </p:cNvPr>
          <p:cNvSpPr/>
          <p:nvPr userDrawn="1"/>
        </p:nvSpPr>
        <p:spPr>
          <a:xfrm>
            <a:off x="0" y="0"/>
            <a:ext cx="12191999" cy="4113036"/>
          </a:xfrm>
          <a:prstGeom prst="round2SameRect">
            <a:avLst>
              <a:gd name="adj1" fmla="val 0"/>
              <a:gd name="adj2" fmla="val 0"/>
            </a:avLst>
          </a:prstGeom>
          <a:solidFill>
            <a:srgbClr val="1AB587"/>
          </a:solidFill>
          <a:ln>
            <a:noFill/>
          </a:ln>
          <a:effectLst>
            <a:outerShdw blurRad="444500" sx="102000" sy="102000" algn="ctr" rotWithShape="0">
              <a:prstClr val="black">
                <a:alpha val="6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dirty="0">
              <a:solidFill>
                <a:schemeClr val="bg1"/>
              </a:solidFill>
              <a:latin typeface="Quicksand SemiBold" pitchFamily="2" charset="0"/>
              <a:ea typeface="Open Sans" panose="020B0606030504020204" pitchFamily="34" charset="0"/>
              <a:cs typeface="Poppins" panose="00000500000000000000" pitchFamily="2" charset="0"/>
            </a:endParaRPr>
          </a:p>
        </p:txBody>
      </p:sp>
    </p:spTree>
    <p:extLst>
      <p:ext uri="{BB962C8B-B14F-4D97-AF65-F5344CB8AC3E}">
        <p14:creationId xmlns:p14="http://schemas.microsoft.com/office/powerpoint/2010/main" val="4172764998"/>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A picture containing umbrella&#10;&#10;Description automatically generated">
            <a:extLst>
              <a:ext uri="{FF2B5EF4-FFF2-40B4-BE49-F238E27FC236}">
                <a16:creationId xmlns:a16="http://schemas.microsoft.com/office/drawing/2014/main" id="{BB6A8832-E123-264F-9AF4-DA72723EF46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 y="0"/>
            <a:ext cx="12190413" cy="6858000"/>
          </a:xfrm>
          <a:prstGeom prst="rect">
            <a:avLst/>
          </a:prstGeom>
        </p:spPr>
      </p:pic>
      <p:pic>
        <p:nvPicPr>
          <p:cNvPr id="8" name="Logo-01.png" descr="Logo-01.png"/>
          <p:cNvPicPr>
            <a:picLocks noChangeAspect="1"/>
          </p:cNvPicPr>
          <p:nvPr/>
        </p:nvPicPr>
        <p:blipFill>
          <a:blip r:embed="rId3" cstate="print"/>
          <a:stretch>
            <a:fillRect/>
          </a:stretch>
        </p:blipFill>
        <p:spPr>
          <a:xfrm>
            <a:off x="518315" y="5336627"/>
            <a:ext cx="1464818" cy="893341"/>
          </a:xfrm>
          <a:prstGeom prst="rect">
            <a:avLst/>
          </a:prstGeom>
          <a:ln w="12700">
            <a:miter lim="400000"/>
          </a:ln>
        </p:spPr>
      </p:pic>
      <p:sp>
        <p:nvSpPr>
          <p:cNvPr id="2" name="Title 1"/>
          <p:cNvSpPr>
            <a:spLocks noGrp="1"/>
          </p:cNvSpPr>
          <p:nvPr>
            <p:ph type="ctrTitle"/>
          </p:nvPr>
        </p:nvSpPr>
        <p:spPr>
          <a:xfrm>
            <a:off x="534124" y="609601"/>
            <a:ext cx="10363200" cy="1470025"/>
          </a:xfrm>
        </p:spPr>
        <p:txBody>
          <a:bodyPr>
            <a:normAutofit/>
          </a:bodyPr>
          <a:lstStyle>
            <a:lvl1pPr marL="0" algn="l" defTabSz="1088421" rtl="0" eaLnBrk="1" latinLnBrk="0" hangingPunct="1">
              <a:spcBef>
                <a:spcPct val="0"/>
              </a:spcBef>
              <a:buNone/>
              <a:defRPr lang="en-US" sz="3299" b="1" kern="1200" dirty="0" smtClean="0">
                <a:solidFill>
                  <a:schemeClr val="tx1"/>
                </a:solidFill>
                <a:latin typeface="Avenir Next" panose="020B0503020202020204"/>
                <a:ea typeface="Raleway Black"/>
                <a:cs typeface="Avenir Next" panose="020B0503020202020204"/>
                <a:sym typeface="Raleway Black"/>
              </a:defRPr>
            </a:lvl1pPr>
          </a:lstStyle>
          <a:p>
            <a:r>
              <a:rPr lang="en-US" dirty="0"/>
              <a:t>Click to edit Master title style</a:t>
            </a:r>
          </a:p>
        </p:txBody>
      </p:sp>
      <p:sp>
        <p:nvSpPr>
          <p:cNvPr id="3" name="Subtitle 2"/>
          <p:cNvSpPr>
            <a:spLocks noGrp="1"/>
          </p:cNvSpPr>
          <p:nvPr>
            <p:ph type="subTitle" idx="1"/>
          </p:nvPr>
        </p:nvSpPr>
        <p:spPr>
          <a:xfrm>
            <a:off x="534124" y="2247900"/>
            <a:ext cx="8534400" cy="723900"/>
          </a:xfrm>
        </p:spPr>
        <p:txBody>
          <a:bodyPr>
            <a:normAutofit/>
          </a:bodyPr>
          <a:lstStyle>
            <a:lvl1pPr marL="0" indent="0" algn="l" defTabSz="1088421" rtl="0" eaLnBrk="1" latinLnBrk="0" hangingPunct="1">
              <a:spcBef>
                <a:spcPct val="20000"/>
              </a:spcBef>
              <a:buFont typeface="Arial" pitchFamily="34" charset="0"/>
              <a:buNone/>
              <a:defRPr lang="en-US" sz="2549" b="0" kern="1200" dirty="0" smtClean="0">
                <a:solidFill>
                  <a:schemeClr val="tx1"/>
                </a:solidFill>
                <a:latin typeface="Avenir Next" panose="020B0503020202020204"/>
                <a:ea typeface="Avenir Next" panose="020B0503020202020204"/>
                <a:cs typeface="Arial" panose="020B0604020202020204" pitchFamily="34" charset="0"/>
                <a:sym typeface="Avenir Next Demi Bold"/>
              </a:defRPr>
            </a:lvl1pPr>
            <a:lvl2pPr marL="228474" indent="0" algn="ctr">
              <a:buNone/>
              <a:defRPr>
                <a:solidFill>
                  <a:schemeClr val="tx1">
                    <a:tint val="75000"/>
                  </a:schemeClr>
                </a:solidFill>
              </a:defRPr>
            </a:lvl2pPr>
            <a:lvl3pPr marL="456948" indent="0" algn="ctr">
              <a:buNone/>
              <a:defRPr>
                <a:solidFill>
                  <a:schemeClr val="tx1">
                    <a:tint val="75000"/>
                  </a:schemeClr>
                </a:solidFill>
              </a:defRPr>
            </a:lvl3pPr>
            <a:lvl4pPr marL="685422" indent="0" algn="ctr">
              <a:buNone/>
              <a:defRPr>
                <a:solidFill>
                  <a:schemeClr val="tx1">
                    <a:tint val="75000"/>
                  </a:schemeClr>
                </a:solidFill>
              </a:defRPr>
            </a:lvl4pPr>
            <a:lvl5pPr marL="913895" indent="0" algn="ctr">
              <a:buNone/>
              <a:defRPr>
                <a:solidFill>
                  <a:schemeClr val="tx1">
                    <a:tint val="75000"/>
                  </a:schemeClr>
                </a:solidFill>
              </a:defRPr>
            </a:lvl5pPr>
            <a:lvl6pPr marL="1142369" indent="0" algn="ctr">
              <a:buNone/>
              <a:defRPr>
                <a:solidFill>
                  <a:schemeClr val="tx1">
                    <a:tint val="75000"/>
                  </a:schemeClr>
                </a:solidFill>
              </a:defRPr>
            </a:lvl6pPr>
            <a:lvl7pPr marL="1370843" indent="0" algn="ctr">
              <a:buNone/>
              <a:defRPr>
                <a:solidFill>
                  <a:schemeClr val="tx1">
                    <a:tint val="75000"/>
                  </a:schemeClr>
                </a:solidFill>
              </a:defRPr>
            </a:lvl7pPr>
            <a:lvl8pPr marL="1599316" indent="0" algn="ctr">
              <a:buNone/>
              <a:defRPr>
                <a:solidFill>
                  <a:schemeClr val="tx1">
                    <a:tint val="75000"/>
                  </a:schemeClr>
                </a:solidFill>
              </a:defRPr>
            </a:lvl8pPr>
            <a:lvl9pPr marL="1827790"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lvl1pPr>
              <a:defRPr/>
            </a:lvl1pPr>
          </a:lstStyle>
          <a:p>
            <a:endParaRPr lang="en-US" dirty="0"/>
          </a:p>
        </p:txBody>
      </p:sp>
      <p:sp>
        <p:nvSpPr>
          <p:cNvPr id="5" name="Footer Placeholder 4"/>
          <p:cNvSpPr>
            <a:spLocks noGrp="1"/>
          </p:cNvSpPr>
          <p:nvPr>
            <p:ph type="ftr" sz="quarter" idx="11"/>
          </p:nvPr>
        </p:nvSpPr>
        <p:spPr/>
        <p:txBody>
          <a:bodyPr/>
          <a:lstStyle>
            <a:lvl1pPr>
              <a:defRPr sz="900"/>
            </a:lvl1pPr>
          </a:lstStyle>
          <a:p>
            <a:endParaRPr lang="en-IN" dirty="0"/>
          </a:p>
        </p:txBody>
      </p:sp>
      <p:sp>
        <p:nvSpPr>
          <p:cNvPr id="6" name="Slide Number Placeholder 5"/>
          <p:cNvSpPr>
            <a:spLocks noGrp="1"/>
          </p:cNvSpPr>
          <p:nvPr>
            <p:ph type="sldNum" sz="quarter" idx="12"/>
          </p:nvPr>
        </p:nvSpPr>
        <p:spPr/>
        <p:txBody>
          <a:bodyPr/>
          <a:lstStyle>
            <a:lvl1pPr>
              <a:defRPr/>
            </a:lvl1pPr>
          </a:lstStyle>
          <a:p>
            <a:fld id="{3721AB97-5405-487B-A2FE-96650DCCAB78}" type="slidenum">
              <a:rPr lang="en-IN" smtClean="0"/>
              <a:pPr/>
              <a:t>‹#›</a:t>
            </a:fld>
            <a:endParaRPr lang="en-IN" dirty="0"/>
          </a:p>
        </p:txBody>
      </p:sp>
    </p:spTree>
    <p:extLst>
      <p:ext uri="{BB962C8B-B14F-4D97-AF65-F5344CB8AC3E}">
        <p14:creationId xmlns:p14="http://schemas.microsoft.com/office/powerpoint/2010/main" val="1203248936"/>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pic>
        <p:nvPicPr>
          <p:cNvPr id="9" name="Picture 8" descr="img_1.JPG"/>
          <p:cNvPicPr>
            <a:picLocks noChangeAspect="1"/>
          </p:cNvPicPr>
          <p:nvPr/>
        </p:nvPicPr>
        <p:blipFill>
          <a:blip r:embed="rId2" cstate="print"/>
          <a:stretch>
            <a:fillRect/>
          </a:stretch>
        </p:blipFill>
        <p:spPr>
          <a:xfrm>
            <a:off x="794" y="0"/>
            <a:ext cx="12190413" cy="6858000"/>
          </a:xfrm>
          <a:prstGeom prst="rect">
            <a:avLst/>
          </a:prstGeom>
        </p:spPr>
      </p:pic>
      <p:sp>
        <p:nvSpPr>
          <p:cNvPr id="2" name="Title 1"/>
          <p:cNvSpPr>
            <a:spLocks noGrp="1"/>
          </p:cNvSpPr>
          <p:nvPr>
            <p:ph type="ctrTitle"/>
          </p:nvPr>
        </p:nvSpPr>
        <p:spPr>
          <a:xfrm>
            <a:off x="534126" y="1714501"/>
            <a:ext cx="7085677" cy="1470025"/>
          </a:xfrm>
        </p:spPr>
        <p:txBody>
          <a:bodyPr>
            <a:noAutofit/>
          </a:bodyPr>
          <a:lstStyle>
            <a:lvl1pPr marL="0" marR="0" indent="0" algn="l" defTabSz="412667" rtl="0" eaLnBrk="1" fontAlgn="auto" latinLnBrk="0" hangingPunct="0">
              <a:lnSpc>
                <a:spcPct val="100000"/>
              </a:lnSpc>
              <a:spcBef>
                <a:spcPts val="0"/>
              </a:spcBef>
              <a:spcAft>
                <a:spcPts val="0"/>
              </a:spcAft>
              <a:buClrTx/>
              <a:buSzTx/>
              <a:buFontTx/>
              <a:buNone/>
              <a:tabLst/>
              <a:defRPr kumimoji="0" lang="en-US" sz="4999" b="1" i="0" u="none" strike="noStrike" kern="1200" cap="none" spc="0" normalizeH="0" baseline="0" dirty="0" smtClean="0">
                <a:ln>
                  <a:noFill/>
                </a:ln>
                <a:solidFill>
                  <a:srgbClr val="FFFFFF"/>
                </a:solidFill>
                <a:effectLst/>
                <a:uFillTx/>
                <a:latin typeface="Avenir Next" panose="020B0503020202020204"/>
                <a:ea typeface="Raleway Black"/>
                <a:cs typeface="Avenir Next" panose="020B0503020202020204"/>
                <a:sym typeface="Raleway Black"/>
              </a:defRPr>
            </a:lvl1pPr>
          </a:lstStyle>
          <a:p>
            <a:r>
              <a:rPr lang="en-US" dirty="0"/>
              <a:t>Click to edit Master title style</a:t>
            </a:r>
          </a:p>
        </p:txBody>
      </p:sp>
      <p:sp>
        <p:nvSpPr>
          <p:cNvPr id="3" name="Subtitle 2"/>
          <p:cNvSpPr>
            <a:spLocks noGrp="1"/>
          </p:cNvSpPr>
          <p:nvPr>
            <p:ph type="subTitle" idx="1"/>
          </p:nvPr>
        </p:nvSpPr>
        <p:spPr>
          <a:xfrm>
            <a:off x="496029" y="3543300"/>
            <a:ext cx="8534400" cy="723900"/>
          </a:xfrm>
        </p:spPr>
        <p:txBody>
          <a:bodyPr>
            <a:normAutofit/>
          </a:bodyPr>
          <a:lstStyle>
            <a:lvl1pPr marL="0" indent="0" algn="l" defTabSz="1088421" rtl="0" eaLnBrk="1" latinLnBrk="0" hangingPunct="1">
              <a:spcBef>
                <a:spcPct val="20000"/>
              </a:spcBef>
              <a:buFont typeface="Arial" pitchFamily="34" charset="0"/>
              <a:buNone/>
              <a:defRPr lang="en-US" sz="2549" b="0" kern="1200" dirty="0" smtClean="0">
                <a:solidFill>
                  <a:schemeClr val="bg1"/>
                </a:solidFill>
                <a:latin typeface="Avenir Next" panose="020B0503020202020204"/>
                <a:ea typeface="Avenir Next" panose="020B0503020202020204"/>
                <a:cs typeface="Arial" panose="020B0604020202020204" pitchFamily="34" charset="0"/>
                <a:sym typeface="Avenir Next Demi Bold"/>
              </a:defRPr>
            </a:lvl1pPr>
            <a:lvl2pPr marL="228474" indent="0" algn="ctr">
              <a:buNone/>
              <a:defRPr>
                <a:solidFill>
                  <a:schemeClr val="tx1">
                    <a:tint val="75000"/>
                  </a:schemeClr>
                </a:solidFill>
              </a:defRPr>
            </a:lvl2pPr>
            <a:lvl3pPr marL="456948" indent="0" algn="ctr">
              <a:buNone/>
              <a:defRPr>
                <a:solidFill>
                  <a:schemeClr val="tx1">
                    <a:tint val="75000"/>
                  </a:schemeClr>
                </a:solidFill>
              </a:defRPr>
            </a:lvl3pPr>
            <a:lvl4pPr marL="685422" indent="0" algn="ctr">
              <a:buNone/>
              <a:defRPr>
                <a:solidFill>
                  <a:schemeClr val="tx1">
                    <a:tint val="75000"/>
                  </a:schemeClr>
                </a:solidFill>
              </a:defRPr>
            </a:lvl4pPr>
            <a:lvl5pPr marL="913895" indent="0" algn="ctr">
              <a:buNone/>
              <a:defRPr>
                <a:solidFill>
                  <a:schemeClr val="tx1">
                    <a:tint val="75000"/>
                  </a:schemeClr>
                </a:solidFill>
              </a:defRPr>
            </a:lvl5pPr>
            <a:lvl6pPr marL="1142369" indent="0" algn="ctr">
              <a:buNone/>
              <a:defRPr>
                <a:solidFill>
                  <a:schemeClr val="tx1">
                    <a:tint val="75000"/>
                  </a:schemeClr>
                </a:solidFill>
              </a:defRPr>
            </a:lvl6pPr>
            <a:lvl7pPr marL="1370843" indent="0" algn="ctr">
              <a:buNone/>
              <a:defRPr>
                <a:solidFill>
                  <a:schemeClr val="tx1">
                    <a:tint val="75000"/>
                  </a:schemeClr>
                </a:solidFill>
              </a:defRPr>
            </a:lvl7pPr>
            <a:lvl8pPr marL="1599316" indent="0" algn="ctr">
              <a:buNone/>
              <a:defRPr>
                <a:solidFill>
                  <a:schemeClr val="tx1">
                    <a:tint val="75000"/>
                  </a:schemeClr>
                </a:solidFill>
              </a:defRPr>
            </a:lvl8pPr>
            <a:lvl9pPr marL="1827790"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lvl1pPr>
              <a:defRPr>
                <a:solidFill>
                  <a:schemeClr val="bg1"/>
                </a:solidFill>
              </a:defRPr>
            </a:lvl1pPr>
          </a:lstStyle>
          <a:p>
            <a:endParaRPr lang="en-US" dirty="0"/>
          </a:p>
        </p:txBody>
      </p:sp>
      <p:sp>
        <p:nvSpPr>
          <p:cNvPr id="5" name="Footer Placeholder 4"/>
          <p:cNvSpPr>
            <a:spLocks noGrp="1"/>
          </p:cNvSpPr>
          <p:nvPr>
            <p:ph type="ftr" sz="quarter" idx="11"/>
          </p:nvPr>
        </p:nvSpPr>
        <p:spPr/>
        <p:txBody>
          <a:bodyPr/>
          <a:lstStyle>
            <a:lvl1pPr>
              <a:defRPr sz="900">
                <a:solidFill>
                  <a:schemeClr val="bg1"/>
                </a:solidFill>
              </a:defRPr>
            </a:lvl1pPr>
          </a:lstStyle>
          <a:p>
            <a:endParaRPr lang="en-IN" dirty="0"/>
          </a:p>
        </p:txBody>
      </p:sp>
      <p:sp>
        <p:nvSpPr>
          <p:cNvPr id="6" name="Slide Number Placeholder 5"/>
          <p:cNvSpPr>
            <a:spLocks noGrp="1"/>
          </p:cNvSpPr>
          <p:nvPr>
            <p:ph type="sldNum" sz="quarter" idx="12"/>
          </p:nvPr>
        </p:nvSpPr>
        <p:spPr/>
        <p:txBody>
          <a:bodyPr/>
          <a:lstStyle>
            <a:lvl1pPr>
              <a:defRPr/>
            </a:lvl1pPr>
          </a:lstStyle>
          <a:p>
            <a:fld id="{3721AB97-5405-487B-A2FE-96650DCCAB78}" type="slidenum">
              <a:rPr lang="en-IN" smtClean="0"/>
              <a:pPr/>
              <a:t>‹#›</a:t>
            </a:fld>
            <a:endParaRPr lang="en-IN" dirty="0"/>
          </a:p>
        </p:txBody>
      </p:sp>
      <p:pic>
        <p:nvPicPr>
          <p:cNvPr id="10" name="Logo-01.png" descr="Logo-01.png"/>
          <p:cNvPicPr>
            <a:picLocks noChangeAspect="1"/>
          </p:cNvPicPr>
          <p:nvPr/>
        </p:nvPicPr>
        <p:blipFill>
          <a:blip r:embed="rId3" cstate="print"/>
          <a:stretch>
            <a:fillRect/>
          </a:stretch>
        </p:blipFill>
        <p:spPr>
          <a:xfrm>
            <a:off x="10286454" y="5867401"/>
            <a:ext cx="1464818" cy="893341"/>
          </a:xfrm>
          <a:prstGeom prst="rect">
            <a:avLst/>
          </a:prstGeom>
          <a:ln w="12700">
            <a:miter lim="400000"/>
          </a:ln>
        </p:spPr>
      </p:pic>
    </p:spTree>
    <p:extLst>
      <p:ext uri="{BB962C8B-B14F-4D97-AF65-F5344CB8AC3E}">
        <p14:creationId xmlns:p14="http://schemas.microsoft.com/office/powerpoint/2010/main" val="4040079191"/>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 preserve="1">
  <p:cSld name="2_Title Slide">
    <p:spTree>
      <p:nvGrpSpPr>
        <p:cNvPr id="1" name=""/>
        <p:cNvGrpSpPr/>
        <p:nvPr/>
      </p:nvGrpSpPr>
      <p:grpSpPr>
        <a:xfrm>
          <a:off x="0" y="0"/>
          <a:ext cx="0" cy="0"/>
          <a:chOff x="0" y="0"/>
          <a:chExt cx="0" cy="0"/>
        </a:xfrm>
      </p:grpSpPr>
      <p:pic>
        <p:nvPicPr>
          <p:cNvPr id="11" name="Picture 10" descr="A picture containing holding, computer&#10;&#10;Description automatically generated">
            <a:extLst>
              <a:ext uri="{FF2B5EF4-FFF2-40B4-BE49-F238E27FC236}">
                <a16:creationId xmlns:a16="http://schemas.microsoft.com/office/drawing/2014/main" id="{E89A415A-1229-6149-A159-82344678E22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 y="0"/>
            <a:ext cx="12190413" cy="6858000"/>
          </a:xfrm>
          <a:prstGeom prst="rect">
            <a:avLst/>
          </a:prstGeom>
        </p:spPr>
      </p:pic>
      <p:sp>
        <p:nvSpPr>
          <p:cNvPr id="2" name="Title 1"/>
          <p:cNvSpPr>
            <a:spLocks noGrp="1"/>
          </p:cNvSpPr>
          <p:nvPr>
            <p:ph type="ctrTitle"/>
          </p:nvPr>
        </p:nvSpPr>
        <p:spPr>
          <a:xfrm>
            <a:off x="534126" y="1714501"/>
            <a:ext cx="7085677" cy="1470025"/>
          </a:xfrm>
        </p:spPr>
        <p:txBody>
          <a:bodyPr>
            <a:noAutofit/>
          </a:bodyPr>
          <a:lstStyle>
            <a:lvl1pPr marL="0" marR="0" indent="0" algn="l" defTabSz="412667" rtl="0" eaLnBrk="1" fontAlgn="auto" latinLnBrk="0" hangingPunct="0">
              <a:lnSpc>
                <a:spcPct val="100000"/>
              </a:lnSpc>
              <a:spcBef>
                <a:spcPts val="0"/>
              </a:spcBef>
              <a:spcAft>
                <a:spcPts val="0"/>
              </a:spcAft>
              <a:buClrTx/>
              <a:buSzTx/>
              <a:buFontTx/>
              <a:buNone/>
              <a:tabLst/>
              <a:defRPr kumimoji="0" lang="en-US" sz="4999" b="1" i="0" u="none" strike="noStrike" kern="1200" cap="none" spc="0" normalizeH="0" baseline="0" dirty="0" smtClean="0">
                <a:ln>
                  <a:noFill/>
                </a:ln>
                <a:solidFill>
                  <a:srgbClr val="FFFFFF"/>
                </a:solidFill>
                <a:effectLst/>
                <a:uFillTx/>
                <a:latin typeface="Avenir Next" panose="020B0503020202020204"/>
                <a:ea typeface="Raleway Black"/>
                <a:cs typeface="Avenir Next" panose="020B0503020202020204"/>
                <a:sym typeface="Raleway Black"/>
              </a:defRPr>
            </a:lvl1pPr>
          </a:lstStyle>
          <a:p>
            <a:r>
              <a:rPr lang="en-US" dirty="0"/>
              <a:t>Click to edit Master title style</a:t>
            </a:r>
          </a:p>
        </p:txBody>
      </p:sp>
      <p:sp>
        <p:nvSpPr>
          <p:cNvPr id="3" name="Subtitle 2"/>
          <p:cNvSpPr>
            <a:spLocks noGrp="1"/>
          </p:cNvSpPr>
          <p:nvPr>
            <p:ph type="subTitle" idx="1"/>
          </p:nvPr>
        </p:nvSpPr>
        <p:spPr>
          <a:xfrm>
            <a:off x="496029" y="3543300"/>
            <a:ext cx="8534400" cy="723900"/>
          </a:xfrm>
        </p:spPr>
        <p:txBody>
          <a:bodyPr>
            <a:normAutofit/>
          </a:bodyPr>
          <a:lstStyle>
            <a:lvl1pPr marL="0" indent="0" algn="l" defTabSz="1088421" rtl="0" eaLnBrk="1" latinLnBrk="0" hangingPunct="1">
              <a:spcBef>
                <a:spcPct val="20000"/>
              </a:spcBef>
              <a:buFont typeface="Arial" pitchFamily="34" charset="0"/>
              <a:buNone/>
              <a:defRPr lang="en-US" sz="2549" b="0" kern="1200" dirty="0" smtClean="0">
                <a:solidFill>
                  <a:schemeClr val="bg1"/>
                </a:solidFill>
                <a:latin typeface="Avenir Next" panose="020B0503020202020204"/>
                <a:ea typeface="Avenir Next" panose="020B0503020202020204"/>
                <a:cs typeface="Arial" panose="020B0604020202020204" pitchFamily="34" charset="0"/>
                <a:sym typeface="Avenir Next Demi Bold"/>
              </a:defRPr>
            </a:lvl1pPr>
            <a:lvl2pPr marL="228474" indent="0" algn="ctr">
              <a:buNone/>
              <a:defRPr>
                <a:solidFill>
                  <a:schemeClr val="tx1">
                    <a:tint val="75000"/>
                  </a:schemeClr>
                </a:solidFill>
              </a:defRPr>
            </a:lvl2pPr>
            <a:lvl3pPr marL="456948" indent="0" algn="ctr">
              <a:buNone/>
              <a:defRPr>
                <a:solidFill>
                  <a:schemeClr val="tx1">
                    <a:tint val="75000"/>
                  </a:schemeClr>
                </a:solidFill>
              </a:defRPr>
            </a:lvl3pPr>
            <a:lvl4pPr marL="685422" indent="0" algn="ctr">
              <a:buNone/>
              <a:defRPr>
                <a:solidFill>
                  <a:schemeClr val="tx1">
                    <a:tint val="75000"/>
                  </a:schemeClr>
                </a:solidFill>
              </a:defRPr>
            </a:lvl4pPr>
            <a:lvl5pPr marL="913895" indent="0" algn="ctr">
              <a:buNone/>
              <a:defRPr>
                <a:solidFill>
                  <a:schemeClr val="tx1">
                    <a:tint val="75000"/>
                  </a:schemeClr>
                </a:solidFill>
              </a:defRPr>
            </a:lvl5pPr>
            <a:lvl6pPr marL="1142369" indent="0" algn="ctr">
              <a:buNone/>
              <a:defRPr>
                <a:solidFill>
                  <a:schemeClr val="tx1">
                    <a:tint val="75000"/>
                  </a:schemeClr>
                </a:solidFill>
              </a:defRPr>
            </a:lvl6pPr>
            <a:lvl7pPr marL="1370843" indent="0" algn="ctr">
              <a:buNone/>
              <a:defRPr>
                <a:solidFill>
                  <a:schemeClr val="tx1">
                    <a:tint val="75000"/>
                  </a:schemeClr>
                </a:solidFill>
              </a:defRPr>
            </a:lvl7pPr>
            <a:lvl8pPr marL="1599316" indent="0" algn="ctr">
              <a:buNone/>
              <a:defRPr>
                <a:solidFill>
                  <a:schemeClr val="tx1">
                    <a:tint val="75000"/>
                  </a:schemeClr>
                </a:solidFill>
              </a:defRPr>
            </a:lvl8pPr>
            <a:lvl9pPr marL="1827790"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lvl1pPr>
              <a:defRPr>
                <a:solidFill>
                  <a:schemeClr val="bg1"/>
                </a:solidFill>
              </a:defRPr>
            </a:lvl1pPr>
          </a:lstStyle>
          <a:p>
            <a:endParaRPr lang="en-US" dirty="0"/>
          </a:p>
        </p:txBody>
      </p:sp>
      <p:sp>
        <p:nvSpPr>
          <p:cNvPr id="5" name="Footer Placeholder 4"/>
          <p:cNvSpPr>
            <a:spLocks noGrp="1"/>
          </p:cNvSpPr>
          <p:nvPr>
            <p:ph type="ftr" sz="quarter" idx="11"/>
          </p:nvPr>
        </p:nvSpPr>
        <p:spPr/>
        <p:txBody>
          <a:bodyPr/>
          <a:lstStyle>
            <a:lvl1pPr>
              <a:defRPr sz="900">
                <a:solidFill>
                  <a:schemeClr val="bg1"/>
                </a:solidFill>
              </a:defRPr>
            </a:lvl1pPr>
          </a:lstStyle>
          <a:p>
            <a:endParaRPr lang="en-IN" dirty="0"/>
          </a:p>
        </p:txBody>
      </p:sp>
      <p:sp>
        <p:nvSpPr>
          <p:cNvPr id="6" name="Slide Number Placeholder 5"/>
          <p:cNvSpPr>
            <a:spLocks noGrp="1"/>
          </p:cNvSpPr>
          <p:nvPr>
            <p:ph type="sldNum" sz="quarter" idx="12"/>
          </p:nvPr>
        </p:nvSpPr>
        <p:spPr/>
        <p:txBody>
          <a:bodyPr/>
          <a:lstStyle>
            <a:lvl1pPr>
              <a:defRPr/>
            </a:lvl1pPr>
          </a:lstStyle>
          <a:p>
            <a:fld id="{3721AB97-5405-487B-A2FE-96650DCCAB78}" type="slidenum">
              <a:rPr lang="en-IN" smtClean="0"/>
              <a:pPr/>
              <a:t>‹#›</a:t>
            </a:fld>
            <a:endParaRPr lang="en-IN" dirty="0"/>
          </a:p>
        </p:txBody>
      </p:sp>
    </p:spTree>
    <p:extLst>
      <p:ext uri="{BB962C8B-B14F-4D97-AF65-F5344CB8AC3E}">
        <p14:creationId xmlns:p14="http://schemas.microsoft.com/office/powerpoint/2010/main" val="613690542"/>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951741" y="419100"/>
            <a:ext cx="10972800" cy="723900"/>
          </a:xfrm>
        </p:spPr>
        <p:txBody>
          <a:bodyPr>
            <a:normAutofit/>
          </a:bodyPr>
          <a:lstStyle>
            <a:lvl1pPr>
              <a:defRPr sz="3299"/>
            </a:lvl1pPr>
          </a:lstStyle>
          <a:p>
            <a:r>
              <a:rPr lang="en-US"/>
              <a:t>Click to edit Master title style</a:t>
            </a:r>
            <a:endParaRPr lang="en-US" dirty="0"/>
          </a:p>
        </p:txBody>
      </p:sp>
      <p:sp>
        <p:nvSpPr>
          <p:cNvPr id="3" name="Content Placeholder 2"/>
          <p:cNvSpPr>
            <a:spLocks noGrp="1"/>
          </p:cNvSpPr>
          <p:nvPr>
            <p:ph idx="1"/>
          </p:nvPr>
        </p:nvSpPr>
        <p:spPr>
          <a:xfrm>
            <a:off x="951741" y="1379537"/>
            <a:ext cx="10972800" cy="4525963"/>
          </a:xfrm>
        </p:spPr>
        <p:txBody>
          <a:bodyPr>
            <a:normAutofit/>
          </a:bodyPr>
          <a:lstStyle>
            <a:lvl1pPr algn="l" defTabSz="59520" rtl="0" eaLnBrk="1" latinLnBrk="0">
              <a:lnSpc>
                <a:spcPct val="100000"/>
              </a:lnSpc>
              <a:spcBef>
                <a:spcPts val="1250"/>
              </a:spcBef>
              <a:defRPr kumimoji="0" lang="en-US" sz="1600" b="1" i="0" u="none" strike="noStrike" kern="1200" cap="none" spc="0" normalizeH="0" baseline="0" dirty="0" smtClean="0">
                <a:ln>
                  <a:noFill/>
                </a:ln>
                <a:solidFill>
                  <a:srgbClr val="000000"/>
                </a:solidFill>
                <a:effectLst/>
                <a:uFillTx/>
                <a:latin typeface="Avenir Next" panose="020B0503020202020204"/>
                <a:ea typeface="+mn-ea"/>
                <a:cs typeface="Arial" panose="020B0604020202020204" pitchFamily="34" charset="0"/>
                <a:sym typeface="Avenir Next Demi Bold"/>
              </a:defRPr>
            </a:lvl1pPr>
            <a:lvl2pPr marL="516628" indent="-262679">
              <a:lnSpc>
                <a:spcPct val="100000"/>
              </a:lnSpc>
              <a:spcBef>
                <a:spcPts val="750"/>
              </a:spcBef>
              <a:buFont typeface="Arial" pitchFamily="34" charset="0"/>
              <a:buChar char="●"/>
              <a:tabLst>
                <a:tab pos="600749" algn="l"/>
              </a:tabLst>
              <a:defRPr kumimoji="0" lang="en-US" sz="1200" b="0" i="0" u="none" strike="noStrike" kern="1200" cap="none" spc="0" normalizeH="0" baseline="0" dirty="0" smtClean="0">
                <a:ln>
                  <a:noFill/>
                </a:ln>
                <a:solidFill>
                  <a:srgbClr val="000000"/>
                </a:solidFill>
                <a:effectLst/>
                <a:uFillTx/>
                <a:latin typeface="Avenir Next" panose="020B0503020202020204"/>
                <a:ea typeface="+mn-ea"/>
                <a:cs typeface="Arial" panose="020B0604020202020204" pitchFamily="34" charset="0"/>
                <a:sym typeface="Avenir Next Medium"/>
              </a:defRPr>
            </a:lvl2pPr>
            <a:lvl3pPr algn="l" defTabSz="59520" rtl="0" eaLnBrk="1" latinLnBrk="0">
              <a:lnSpc>
                <a:spcPct val="100000"/>
              </a:lnSpc>
              <a:spcBef>
                <a:spcPts val="750"/>
              </a:spcBef>
              <a:buFont typeface="Arial" pitchFamily="34" charset="0"/>
              <a:buNone/>
              <a:defRPr kumimoji="0" lang="en-US" sz="1200" b="0" i="0" u="none" strike="noStrike" kern="1200" cap="none" spc="0" normalizeH="0" baseline="0" dirty="0" smtClean="0">
                <a:ln>
                  <a:noFill/>
                </a:ln>
                <a:solidFill>
                  <a:srgbClr val="000000"/>
                </a:solidFill>
                <a:effectLst/>
                <a:uFillTx/>
                <a:latin typeface="Avenir Next" panose="020B0503020202020204"/>
                <a:ea typeface="+mn-ea"/>
                <a:cs typeface="Arial" panose="020B0604020202020204" pitchFamily="34" charset="0"/>
                <a:sym typeface="Avenir Next Medium"/>
              </a:defRPr>
            </a:lvl3pPr>
            <a:lvl4pPr algn="l" defTabSz="59520" rtl="0" eaLnBrk="1" latinLnBrk="0">
              <a:lnSpc>
                <a:spcPct val="100000"/>
              </a:lnSpc>
              <a:spcBef>
                <a:spcPts val="750"/>
              </a:spcBef>
              <a:buFont typeface="Arial" pitchFamily="34" charset="0"/>
              <a:buChar char="●"/>
              <a:defRPr kumimoji="0" lang="en-US" sz="1200" b="0" i="0" u="none" strike="noStrike" kern="1200" cap="none" spc="0" normalizeH="0" baseline="0" dirty="0" smtClean="0">
                <a:ln>
                  <a:noFill/>
                </a:ln>
                <a:solidFill>
                  <a:srgbClr val="000000"/>
                </a:solidFill>
                <a:effectLst/>
                <a:uFillTx/>
                <a:latin typeface="Avenir Next" panose="020B0503020202020204"/>
                <a:ea typeface="+mn-ea"/>
                <a:cs typeface="Arial" panose="020B0604020202020204" pitchFamily="34" charset="0"/>
                <a:sym typeface="Avenir Next Medium"/>
              </a:defRPr>
            </a:lvl4pPr>
            <a:lvl5pPr algn="l" defTabSz="59520" rtl="0" eaLnBrk="1" latinLnBrk="0">
              <a:lnSpc>
                <a:spcPct val="100000"/>
              </a:lnSpc>
              <a:spcBef>
                <a:spcPts val="750"/>
              </a:spcBef>
              <a:buFont typeface="Arial" pitchFamily="34" charset="0"/>
              <a:buChar char="●"/>
              <a:defRPr kumimoji="0" lang="en-US" sz="1200" b="0" i="0" u="none" strike="noStrike" kern="1200" cap="none" spc="0" normalizeH="0" baseline="0" dirty="0">
                <a:ln>
                  <a:noFill/>
                </a:ln>
                <a:solidFill>
                  <a:srgbClr val="000000"/>
                </a:solidFill>
                <a:effectLst/>
                <a:uFillTx/>
                <a:latin typeface="Avenir Next" panose="020B0503020202020204"/>
                <a:ea typeface="+mn-ea"/>
                <a:cs typeface="Arial" panose="020B0604020202020204" pitchFamily="34" charset="0"/>
                <a:sym typeface="Avenir Next Medium"/>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p:cNvSpPr>
            <a:spLocks noGrp="1"/>
          </p:cNvSpPr>
          <p:nvPr>
            <p:ph type="ftr" sz="quarter" idx="11"/>
          </p:nvPr>
        </p:nvSpPr>
        <p:spPr/>
        <p:txBody>
          <a:bodyPr/>
          <a:lstStyle>
            <a:lvl1pPr>
              <a:defRPr sz="900"/>
            </a:lvl1pPr>
          </a:lstStyle>
          <a:p>
            <a:endParaRPr lang="en-IN" dirty="0"/>
          </a:p>
        </p:txBody>
      </p:sp>
      <p:sp>
        <p:nvSpPr>
          <p:cNvPr id="6" name="Slide Number Placeholder 5"/>
          <p:cNvSpPr>
            <a:spLocks noGrp="1"/>
          </p:cNvSpPr>
          <p:nvPr>
            <p:ph type="sldNum" sz="quarter" idx="12"/>
          </p:nvPr>
        </p:nvSpPr>
        <p:spPr/>
        <p:txBody>
          <a:bodyPr/>
          <a:lstStyle>
            <a:lvl1pPr>
              <a:defRPr/>
            </a:lvl1pPr>
          </a:lstStyle>
          <a:p>
            <a:fld id="{3721AB97-5405-487B-A2FE-96650DCCAB78}" type="slidenum">
              <a:rPr lang="en-IN" smtClean="0"/>
              <a:pPr/>
              <a:t>‹#›</a:t>
            </a:fld>
            <a:endParaRPr lang="en-IN" dirty="0"/>
          </a:p>
        </p:txBody>
      </p:sp>
      <p:pic>
        <p:nvPicPr>
          <p:cNvPr id="8" name="Logo-01.png" descr="Logo-01.png"/>
          <p:cNvPicPr>
            <a:picLocks noChangeAspect="1"/>
          </p:cNvPicPr>
          <p:nvPr/>
        </p:nvPicPr>
        <p:blipFill>
          <a:blip r:embed="rId2" cstate="print"/>
          <a:stretch>
            <a:fillRect/>
          </a:stretch>
        </p:blipFill>
        <p:spPr>
          <a:xfrm>
            <a:off x="10286454" y="5867401"/>
            <a:ext cx="1464818" cy="893341"/>
          </a:xfrm>
          <a:prstGeom prst="rect">
            <a:avLst/>
          </a:prstGeom>
          <a:ln w="12700">
            <a:miter lim="400000"/>
          </a:ln>
        </p:spPr>
      </p:pic>
      <p:sp>
        <p:nvSpPr>
          <p:cNvPr id="9" name="Date Placeholder 3"/>
          <p:cNvSpPr>
            <a:spLocks noGrp="1"/>
          </p:cNvSpPr>
          <p:nvPr>
            <p:ph type="dt" sz="half" idx="10"/>
          </p:nvPr>
        </p:nvSpPr>
        <p:spPr>
          <a:xfrm>
            <a:off x="76983" y="6356354"/>
            <a:ext cx="876900" cy="365125"/>
          </a:xfrm>
        </p:spPr>
        <p:txBody>
          <a:bodyPr/>
          <a:lstStyle>
            <a:lvl1pPr>
              <a:defRPr>
                <a:solidFill>
                  <a:schemeClr val="bg1"/>
                </a:solidFill>
              </a:defRPr>
            </a:lvl1pPr>
          </a:lstStyle>
          <a:p>
            <a:endParaRPr lang="en-US" dirty="0"/>
          </a:p>
        </p:txBody>
      </p:sp>
    </p:spTree>
    <p:extLst>
      <p:ext uri="{BB962C8B-B14F-4D97-AF65-F5344CB8AC3E}">
        <p14:creationId xmlns:p14="http://schemas.microsoft.com/office/powerpoint/2010/main" val="3579138813"/>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 preserve="1">
  <p:cSld name="2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19839" y="411163"/>
            <a:ext cx="10972800" cy="723900"/>
          </a:xfrm>
        </p:spPr>
        <p:txBody>
          <a:bodyPr>
            <a:normAutofit/>
          </a:bodyPr>
          <a:lstStyle>
            <a:lvl1pPr>
              <a:defRPr sz="3299"/>
            </a:lvl1pPr>
          </a:lstStyle>
          <a:p>
            <a:r>
              <a:rPr lang="en-US"/>
              <a:t>Click to edit Master title style</a:t>
            </a:r>
            <a:endParaRPr lang="en-US" dirty="0"/>
          </a:p>
        </p:txBody>
      </p:sp>
      <p:sp>
        <p:nvSpPr>
          <p:cNvPr id="3" name="Content Placeholder 2"/>
          <p:cNvSpPr>
            <a:spLocks noGrp="1"/>
          </p:cNvSpPr>
          <p:nvPr>
            <p:ph idx="1"/>
          </p:nvPr>
        </p:nvSpPr>
        <p:spPr>
          <a:xfrm>
            <a:off x="419839" y="1371601"/>
            <a:ext cx="10972800" cy="4525963"/>
          </a:xfrm>
        </p:spPr>
        <p:txBody>
          <a:bodyPr>
            <a:normAutofit/>
          </a:bodyPr>
          <a:lstStyle>
            <a:lvl1pPr algn="l" defTabSz="59520" rtl="0" eaLnBrk="1" latinLnBrk="0">
              <a:lnSpc>
                <a:spcPct val="100000"/>
              </a:lnSpc>
              <a:spcBef>
                <a:spcPts val="1250"/>
              </a:spcBef>
              <a:defRPr kumimoji="0" lang="en-US" sz="1600" b="1" i="0" u="none" strike="noStrike" kern="1200" cap="none" spc="0" normalizeH="0" baseline="0" dirty="0" smtClean="0">
                <a:ln>
                  <a:noFill/>
                </a:ln>
                <a:solidFill>
                  <a:srgbClr val="000000"/>
                </a:solidFill>
                <a:effectLst/>
                <a:uFillTx/>
                <a:latin typeface="Avenir Next" panose="020B0503020202020204"/>
                <a:ea typeface="+mn-ea"/>
                <a:cs typeface="Arial" panose="020B0604020202020204" pitchFamily="34" charset="0"/>
                <a:sym typeface="Avenir Next Demi Bold"/>
              </a:defRPr>
            </a:lvl1pPr>
            <a:lvl2pPr marL="516628" indent="-262679">
              <a:lnSpc>
                <a:spcPct val="100000"/>
              </a:lnSpc>
              <a:spcBef>
                <a:spcPts val="750"/>
              </a:spcBef>
              <a:buFont typeface="Arial" pitchFamily="34" charset="0"/>
              <a:buChar char="●"/>
              <a:tabLst>
                <a:tab pos="600749" algn="l"/>
              </a:tabLst>
              <a:defRPr kumimoji="0" lang="en-US" sz="1200" b="0" i="0" u="none" strike="noStrike" kern="1200" cap="none" spc="0" normalizeH="0" baseline="0" dirty="0" smtClean="0">
                <a:ln>
                  <a:noFill/>
                </a:ln>
                <a:solidFill>
                  <a:srgbClr val="000000"/>
                </a:solidFill>
                <a:effectLst/>
                <a:uFillTx/>
                <a:latin typeface="Avenir Next" panose="020B0503020202020204"/>
                <a:ea typeface="+mn-ea"/>
                <a:cs typeface="Arial" panose="020B0604020202020204" pitchFamily="34" charset="0"/>
                <a:sym typeface="Avenir Next Medium"/>
              </a:defRPr>
            </a:lvl2pPr>
            <a:lvl3pPr marL="685663" marR="0" indent="-262679" algn="l" defTabSz="228554" rtl="0" eaLnBrk="1" fontAlgn="auto" latinLnBrk="0" hangingPunct="0">
              <a:lnSpc>
                <a:spcPct val="100000"/>
              </a:lnSpc>
              <a:spcBef>
                <a:spcPts val="750"/>
              </a:spcBef>
              <a:spcAft>
                <a:spcPts val="0"/>
              </a:spcAft>
              <a:buClrTx/>
              <a:buSzTx/>
              <a:buFont typeface="Arial" pitchFamily="34" charset="0"/>
              <a:buChar char="●"/>
              <a:tabLst>
                <a:tab pos="600749" algn="l"/>
              </a:tabLst>
              <a:defRPr kumimoji="0" lang="en-US" sz="1200" b="0" i="0" u="none" strike="noStrike" kern="1200" cap="none" spc="0" normalizeH="0" baseline="0" dirty="0" smtClean="0">
                <a:ln>
                  <a:noFill/>
                </a:ln>
                <a:solidFill>
                  <a:srgbClr val="000000"/>
                </a:solidFill>
                <a:effectLst/>
                <a:uFillTx/>
                <a:latin typeface="Avenir Next" panose="020B0503020202020204"/>
                <a:ea typeface="+mn-ea"/>
                <a:cs typeface="Arial" panose="020B0604020202020204" pitchFamily="34" charset="0"/>
                <a:sym typeface="Avenir Next Medium"/>
              </a:defRPr>
            </a:lvl3pPr>
            <a:lvl4pPr algn="l" defTabSz="59520" rtl="0" eaLnBrk="1" latinLnBrk="0">
              <a:lnSpc>
                <a:spcPct val="100000"/>
              </a:lnSpc>
              <a:spcBef>
                <a:spcPts val="750"/>
              </a:spcBef>
              <a:buFont typeface="Arial" pitchFamily="34" charset="0"/>
              <a:buChar char="●"/>
              <a:defRPr kumimoji="0" lang="en-US" sz="1200" b="0" i="0" u="none" strike="noStrike" kern="1200" cap="none" spc="0" normalizeH="0" baseline="0" dirty="0" smtClean="0">
                <a:ln>
                  <a:noFill/>
                </a:ln>
                <a:solidFill>
                  <a:srgbClr val="000000"/>
                </a:solidFill>
                <a:effectLst/>
                <a:uFillTx/>
                <a:latin typeface="Avenir Next" panose="020B0503020202020204"/>
                <a:ea typeface="+mn-ea"/>
                <a:cs typeface="Arial" panose="020B0604020202020204" pitchFamily="34" charset="0"/>
                <a:sym typeface="Avenir Next Medium"/>
              </a:defRPr>
            </a:lvl4pPr>
            <a:lvl5pPr algn="l" defTabSz="59520" rtl="0" eaLnBrk="1" latinLnBrk="0">
              <a:lnSpc>
                <a:spcPct val="100000"/>
              </a:lnSpc>
              <a:spcBef>
                <a:spcPts val="750"/>
              </a:spcBef>
              <a:buFont typeface="Arial" pitchFamily="34" charset="0"/>
              <a:buChar char="●"/>
              <a:defRPr kumimoji="0" lang="en-US" sz="1200" b="0" i="0" u="none" strike="noStrike" kern="1200" cap="none" spc="0" normalizeH="0" baseline="0" dirty="0" smtClean="0">
                <a:ln>
                  <a:noFill/>
                </a:ln>
                <a:solidFill>
                  <a:srgbClr val="000000"/>
                </a:solidFill>
                <a:effectLst/>
                <a:uFillTx/>
                <a:latin typeface="Avenir Next" panose="020B0503020202020204"/>
                <a:ea typeface="+mn-ea"/>
                <a:cs typeface="Arial" panose="020B0604020202020204" pitchFamily="34" charset="0"/>
                <a:sym typeface="Avenir Next Medium"/>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lvl1pPr>
              <a:defRPr/>
            </a:lvl1pPr>
          </a:lstStyle>
          <a:p>
            <a:endParaRPr lang="en-US" dirty="0"/>
          </a:p>
        </p:txBody>
      </p:sp>
      <p:sp>
        <p:nvSpPr>
          <p:cNvPr id="5" name="Footer Placeholder 4"/>
          <p:cNvSpPr>
            <a:spLocks noGrp="1"/>
          </p:cNvSpPr>
          <p:nvPr>
            <p:ph type="ftr" sz="quarter" idx="11"/>
          </p:nvPr>
        </p:nvSpPr>
        <p:spPr/>
        <p:txBody>
          <a:bodyPr/>
          <a:lstStyle>
            <a:lvl1pPr>
              <a:defRPr sz="900"/>
            </a:lvl1pPr>
          </a:lstStyle>
          <a:p>
            <a:endParaRPr lang="en-IN" dirty="0"/>
          </a:p>
        </p:txBody>
      </p:sp>
      <p:sp>
        <p:nvSpPr>
          <p:cNvPr id="6" name="Slide Number Placeholder 5"/>
          <p:cNvSpPr>
            <a:spLocks noGrp="1"/>
          </p:cNvSpPr>
          <p:nvPr>
            <p:ph type="sldNum" sz="quarter" idx="12"/>
          </p:nvPr>
        </p:nvSpPr>
        <p:spPr/>
        <p:txBody>
          <a:bodyPr/>
          <a:lstStyle>
            <a:lvl1pPr>
              <a:defRPr/>
            </a:lvl1pPr>
          </a:lstStyle>
          <a:p>
            <a:fld id="{3721AB97-5405-487B-A2FE-96650DCCAB78}" type="slidenum">
              <a:rPr lang="en-IN" smtClean="0"/>
              <a:pPr/>
              <a:t>‹#›</a:t>
            </a:fld>
            <a:endParaRPr lang="en-IN" dirty="0"/>
          </a:p>
        </p:txBody>
      </p:sp>
      <p:pic>
        <p:nvPicPr>
          <p:cNvPr id="8" name="Logo-01.png" descr="Logo-01.png"/>
          <p:cNvPicPr>
            <a:picLocks noChangeAspect="1"/>
          </p:cNvPicPr>
          <p:nvPr/>
        </p:nvPicPr>
        <p:blipFill>
          <a:blip r:embed="rId2" cstate="print"/>
          <a:stretch>
            <a:fillRect/>
          </a:stretch>
        </p:blipFill>
        <p:spPr>
          <a:xfrm>
            <a:off x="10286454" y="5867401"/>
            <a:ext cx="1464818" cy="893341"/>
          </a:xfrm>
          <a:prstGeom prst="rect">
            <a:avLst/>
          </a:prstGeom>
          <a:ln w="12700">
            <a:miter lim="400000"/>
          </a:ln>
        </p:spPr>
      </p:pic>
    </p:spTree>
    <p:extLst>
      <p:ext uri="{BB962C8B-B14F-4D97-AF65-F5344CB8AC3E}">
        <p14:creationId xmlns:p14="http://schemas.microsoft.com/office/powerpoint/2010/main" val="1539751006"/>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obj" preserve="1">
  <p:cSld name="3_Title and Content">
    <p:spTree>
      <p:nvGrpSpPr>
        <p:cNvPr id="1" name=""/>
        <p:cNvGrpSpPr/>
        <p:nvPr/>
      </p:nvGrpSpPr>
      <p:grpSpPr>
        <a:xfrm>
          <a:off x="0" y="0"/>
          <a:ext cx="0" cy="0"/>
          <a:chOff x="0" y="0"/>
          <a:chExt cx="0" cy="0"/>
        </a:xfrm>
      </p:grpSpPr>
      <p:sp>
        <p:nvSpPr>
          <p:cNvPr id="9" name="Rectangle"/>
          <p:cNvSpPr/>
          <p:nvPr/>
        </p:nvSpPr>
        <p:spPr>
          <a:xfrm>
            <a:off x="-12698" y="1589"/>
            <a:ext cx="5042037" cy="6854825"/>
          </a:xfrm>
          <a:prstGeom prst="rect">
            <a:avLst/>
          </a:prstGeom>
          <a:solidFill>
            <a:srgbClr val="1F3FB7"/>
          </a:soli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sz="1600" dirty="0">
              <a:latin typeface="Avenir Next" panose="020B0503020202020204"/>
            </a:endParaRPr>
          </a:p>
        </p:txBody>
      </p:sp>
      <p:sp>
        <p:nvSpPr>
          <p:cNvPr id="2" name="Title 1"/>
          <p:cNvSpPr>
            <a:spLocks noGrp="1"/>
          </p:cNvSpPr>
          <p:nvPr>
            <p:ph type="title"/>
          </p:nvPr>
        </p:nvSpPr>
        <p:spPr>
          <a:xfrm>
            <a:off x="419839" y="411163"/>
            <a:ext cx="10972800" cy="723900"/>
          </a:xfrm>
        </p:spPr>
        <p:txBody>
          <a:bodyPr>
            <a:normAutofit/>
          </a:bodyPr>
          <a:lstStyle>
            <a:lvl1pPr>
              <a:defRPr sz="3299">
                <a:solidFill>
                  <a:schemeClr val="bg1"/>
                </a:solidFill>
              </a:defRPr>
            </a:lvl1pPr>
          </a:lstStyle>
          <a:p>
            <a:r>
              <a:rPr lang="en-US"/>
              <a:t>Click to edit Master title style</a:t>
            </a:r>
            <a:endParaRPr lang="en-US" dirty="0"/>
          </a:p>
        </p:txBody>
      </p:sp>
      <p:sp>
        <p:nvSpPr>
          <p:cNvPr id="3" name="Content Placeholder 2"/>
          <p:cNvSpPr>
            <a:spLocks noGrp="1"/>
          </p:cNvSpPr>
          <p:nvPr>
            <p:ph idx="1"/>
          </p:nvPr>
        </p:nvSpPr>
        <p:spPr>
          <a:xfrm>
            <a:off x="419839" y="1371601"/>
            <a:ext cx="10972800" cy="4525963"/>
          </a:xfrm>
        </p:spPr>
        <p:txBody>
          <a:bodyPr>
            <a:normAutofit/>
          </a:bodyPr>
          <a:lstStyle>
            <a:lvl1pPr algn="l" defTabSz="59520" rtl="0" eaLnBrk="1" latinLnBrk="0">
              <a:lnSpc>
                <a:spcPct val="100000"/>
              </a:lnSpc>
              <a:spcBef>
                <a:spcPts val="1250"/>
              </a:spcBef>
              <a:defRPr kumimoji="0" lang="en-US" sz="1600" b="1" i="0" u="none" strike="noStrike" kern="1200" cap="none" spc="0" normalizeH="0" baseline="0" dirty="0" smtClean="0">
                <a:ln>
                  <a:noFill/>
                </a:ln>
                <a:solidFill>
                  <a:schemeClr val="bg1"/>
                </a:solidFill>
                <a:effectLst/>
                <a:uFillTx/>
                <a:latin typeface="Avenir Next" panose="020B0503020202020204"/>
                <a:ea typeface="+mn-ea"/>
                <a:cs typeface="Arial" panose="020B0604020202020204" pitchFamily="34" charset="0"/>
                <a:sym typeface="Avenir Next Demi Bold"/>
              </a:defRPr>
            </a:lvl1pPr>
            <a:lvl2pPr marL="516628" indent="-262679">
              <a:lnSpc>
                <a:spcPct val="100000"/>
              </a:lnSpc>
              <a:spcBef>
                <a:spcPts val="750"/>
              </a:spcBef>
              <a:buFont typeface="Arial" pitchFamily="34" charset="0"/>
              <a:buChar char="●"/>
              <a:tabLst>
                <a:tab pos="600749" algn="l"/>
              </a:tabLst>
              <a:defRPr kumimoji="0" lang="en-US" sz="1200" b="0" i="0" u="none" strike="noStrike" kern="1200" cap="none" spc="0" normalizeH="0" baseline="0" dirty="0" smtClean="0">
                <a:ln>
                  <a:noFill/>
                </a:ln>
                <a:solidFill>
                  <a:schemeClr val="bg1"/>
                </a:solidFill>
                <a:effectLst/>
                <a:uFillTx/>
                <a:latin typeface="Avenir Next" panose="020B0503020202020204"/>
                <a:ea typeface="+mn-ea"/>
                <a:cs typeface="Arial" panose="020B0604020202020204" pitchFamily="34" charset="0"/>
                <a:sym typeface="Avenir Next Medium"/>
              </a:defRPr>
            </a:lvl2pPr>
            <a:lvl3pPr marL="685663" marR="0" indent="-262679" algn="l" defTabSz="228554" rtl="0" eaLnBrk="1" fontAlgn="auto" latinLnBrk="0" hangingPunct="0">
              <a:lnSpc>
                <a:spcPct val="100000"/>
              </a:lnSpc>
              <a:spcBef>
                <a:spcPts val="750"/>
              </a:spcBef>
              <a:spcAft>
                <a:spcPts val="0"/>
              </a:spcAft>
              <a:buClrTx/>
              <a:buSzTx/>
              <a:buFont typeface="Arial" pitchFamily="34" charset="0"/>
              <a:buChar char="●"/>
              <a:tabLst>
                <a:tab pos="600749" algn="l"/>
              </a:tabLst>
              <a:defRPr kumimoji="0" lang="en-US" sz="1200" b="0" i="0" u="none" strike="noStrike" kern="1200" cap="none" spc="0" normalizeH="0" baseline="0" dirty="0" smtClean="0">
                <a:ln>
                  <a:noFill/>
                </a:ln>
                <a:solidFill>
                  <a:schemeClr val="bg1"/>
                </a:solidFill>
                <a:effectLst/>
                <a:uFillTx/>
                <a:latin typeface="Avenir Next" panose="020B0503020202020204"/>
                <a:ea typeface="+mn-ea"/>
                <a:cs typeface="Arial" panose="020B0604020202020204" pitchFamily="34" charset="0"/>
                <a:sym typeface="Avenir Next Medium"/>
              </a:defRPr>
            </a:lvl3pPr>
            <a:lvl4pPr algn="l" defTabSz="59520" rtl="0" eaLnBrk="1" latinLnBrk="0">
              <a:lnSpc>
                <a:spcPct val="100000"/>
              </a:lnSpc>
              <a:spcBef>
                <a:spcPts val="750"/>
              </a:spcBef>
              <a:buFont typeface="Arial" pitchFamily="34" charset="0"/>
              <a:buChar char="●"/>
              <a:defRPr kumimoji="0" lang="en-US" sz="1200" b="0" i="0" u="none" strike="noStrike" kern="1200" cap="none" spc="0" normalizeH="0" baseline="0" dirty="0" smtClean="0">
                <a:ln>
                  <a:noFill/>
                </a:ln>
                <a:solidFill>
                  <a:schemeClr val="bg1"/>
                </a:solidFill>
                <a:effectLst/>
                <a:uFillTx/>
                <a:latin typeface="Avenir Next" panose="020B0503020202020204"/>
                <a:ea typeface="+mn-ea"/>
                <a:cs typeface="Arial" panose="020B0604020202020204" pitchFamily="34" charset="0"/>
                <a:sym typeface="Avenir Next Medium"/>
              </a:defRPr>
            </a:lvl4pPr>
            <a:lvl5pPr algn="l" defTabSz="59520" rtl="0" eaLnBrk="1" latinLnBrk="0">
              <a:lnSpc>
                <a:spcPct val="100000"/>
              </a:lnSpc>
              <a:spcBef>
                <a:spcPts val="750"/>
              </a:spcBef>
              <a:buFont typeface="Arial" pitchFamily="34" charset="0"/>
              <a:buChar char="●"/>
              <a:defRPr kumimoji="0" lang="en-US" sz="1200" b="0" i="0" u="none" strike="noStrike" kern="1200" cap="none" spc="0" normalizeH="0" baseline="0" dirty="0" smtClean="0">
                <a:ln>
                  <a:noFill/>
                </a:ln>
                <a:solidFill>
                  <a:schemeClr val="bg1"/>
                </a:solidFill>
                <a:effectLst/>
                <a:uFillTx/>
                <a:latin typeface="Avenir Next" panose="020B0503020202020204"/>
                <a:ea typeface="+mn-ea"/>
                <a:cs typeface="Arial" panose="020B0604020202020204" pitchFamily="34" charset="0"/>
                <a:sym typeface="Avenir Next Medium"/>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lvl1pPr>
              <a:defRPr>
                <a:solidFill>
                  <a:schemeClr val="bg1"/>
                </a:solidFill>
              </a:defRPr>
            </a:lvl1pPr>
          </a:lstStyle>
          <a:p>
            <a:endParaRPr lang="en-US" dirty="0"/>
          </a:p>
        </p:txBody>
      </p:sp>
      <p:sp>
        <p:nvSpPr>
          <p:cNvPr id="5" name="Footer Placeholder 4"/>
          <p:cNvSpPr>
            <a:spLocks noGrp="1"/>
          </p:cNvSpPr>
          <p:nvPr>
            <p:ph type="ftr" sz="quarter" idx="11"/>
          </p:nvPr>
        </p:nvSpPr>
        <p:spPr/>
        <p:txBody>
          <a:bodyPr/>
          <a:lstStyle>
            <a:lvl1pPr>
              <a:defRPr sz="900"/>
            </a:lvl1pPr>
          </a:lstStyle>
          <a:p>
            <a:endParaRPr lang="en-IN" dirty="0"/>
          </a:p>
        </p:txBody>
      </p:sp>
      <p:sp>
        <p:nvSpPr>
          <p:cNvPr id="6" name="Slide Number Placeholder 5"/>
          <p:cNvSpPr>
            <a:spLocks noGrp="1"/>
          </p:cNvSpPr>
          <p:nvPr>
            <p:ph type="sldNum" sz="quarter" idx="12"/>
          </p:nvPr>
        </p:nvSpPr>
        <p:spPr/>
        <p:txBody>
          <a:bodyPr/>
          <a:lstStyle>
            <a:lvl1pPr>
              <a:defRPr/>
            </a:lvl1pPr>
          </a:lstStyle>
          <a:p>
            <a:fld id="{3721AB97-5405-487B-A2FE-96650DCCAB78}" type="slidenum">
              <a:rPr lang="en-IN" smtClean="0"/>
              <a:pPr/>
              <a:t>‹#›</a:t>
            </a:fld>
            <a:endParaRPr lang="en-IN" dirty="0"/>
          </a:p>
        </p:txBody>
      </p:sp>
      <p:pic>
        <p:nvPicPr>
          <p:cNvPr id="8" name="Logo-01.png" descr="Logo-01.png"/>
          <p:cNvPicPr>
            <a:picLocks noChangeAspect="1"/>
          </p:cNvPicPr>
          <p:nvPr/>
        </p:nvPicPr>
        <p:blipFill>
          <a:blip r:embed="rId2" cstate="print"/>
          <a:stretch>
            <a:fillRect/>
          </a:stretch>
        </p:blipFill>
        <p:spPr>
          <a:xfrm>
            <a:off x="10286454" y="5867401"/>
            <a:ext cx="1464818" cy="893341"/>
          </a:xfrm>
          <a:prstGeom prst="rect">
            <a:avLst/>
          </a:prstGeom>
          <a:ln w="12700">
            <a:miter lim="400000"/>
          </a:ln>
        </p:spPr>
      </p:pic>
    </p:spTree>
    <p:extLst>
      <p:ext uri="{BB962C8B-B14F-4D97-AF65-F5344CB8AC3E}">
        <p14:creationId xmlns:p14="http://schemas.microsoft.com/office/powerpoint/2010/main" val="204646209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951741" y="419100"/>
            <a:ext cx="10972800" cy="723900"/>
          </a:xfrm>
        </p:spPr>
        <p:txBody>
          <a:bodyPr>
            <a:normAutofit/>
          </a:bodyPr>
          <a:lstStyle>
            <a:lvl1pPr>
              <a:defRPr sz="3299"/>
            </a:lvl1pPr>
          </a:lstStyle>
          <a:p>
            <a:r>
              <a:rPr lang="en-US"/>
              <a:t>Click to edit Master title style</a:t>
            </a:r>
            <a:endParaRPr lang="en-US" dirty="0"/>
          </a:p>
        </p:txBody>
      </p:sp>
      <p:sp>
        <p:nvSpPr>
          <p:cNvPr id="3" name="Content Placeholder 2"/>
          <p:cNvSpPr>
            <a:spLocks noGrp="1"/>
          </p:cNvSpPr>
          <p:nvPr>
            <p:ph idx="1"/>
          </p:nvPr>
        </p:nvSpPr>
        <p:spPr>
          <a:xfrm>
            <a:off x="951741" y="1379537"/>
            <a:ext cx="10972800" cy="4525963"/>
          </a:xfrm>
        </p:spPr>
        <p:txBody>
          <a:bodyPr>
            <a:normAutofit/>
          </a:bodyPr>
          <a:lstStyle>
            <a:lvl1pPr algn="l" defTabSz="59520" rtl="0" eaLnBrk="1" latinLnBrk="0">
              <a:lnSpc>
                <a:spcPct val="100000"/>
              </a:lnSpc>
              <a:spcBef>
                <a:spcPts val="1250"/>
              </a:spcBef>
              <a:buFontTx/>
              <a:buNone/>
              <a:defRPr kumimoji="0" lang="en-US" sz="1600" b="0" i="0" u="none" strike="noStrike" kern="1200" cap="none" spc="0" normalizeH="0" baseline="0" dirty="0" smtClean="0">
                <a:ln>
                  <a:noFill/>
                </a:ln>
                <a:solidFill>
                  <a:srgbClr val="000000"/>
                </a:solidFill>
                <a:effectLst/>
                <a:uFillTx/>
                <a:latin typeface="Avenir Next" panose="020B0503020202020204"/>
                <a:ea typeface="+mn-ea"/>
                <a:cs typeface="Arial" panose="020B0604020202020204" pitchFamily="34" charset="0"/>
                <a:sym typeface="Avenir Next Demi Bold"/>
              </a:defRPr>
            </a:lvl1pPr>
            <a:lvl2pPr marL="516628" indent="-262679">
              <a:lnSpc>
                <a:spcPct val="100000"/>
              </a:lnSpc>
              <a:spcBef>
                <a:spcPts val="750"/>
              </a:spcBef>
              <a:buFont typeface="Arial" pitchFamily="34" charset="0"/>
              <a:buChar char="●"/>
              <a:tabLst>
                <a:tab pos="600749" algn="l"/>
              </a:tabLst>
              <a:defRPr kumimoji="0" lang="en-US" sz="1200" b="0" i="0" u="none" strike="noStrike" kern="1200" cap="none" spc="0" normalizeH="0" baseline="0" dirty="0" smtClean="0">
                <a:ln>
                  <a:noFill/>
                </a:ln>
                <a:solidFill>
                  <a:srgbClr val="000000"/>
                </a:solidFill>
                <a:effectLst/>
                <a:uFillTx/>
                <a:latin typeface="Avenir Next" panose="020B0503020202020204"/>
                <a:ea typeface="+mn-ea"/>
                <a:cs typeface="Arial" panose="020B0604020202020204" pitchFamily="34" charset="0"/>
                <a:sym typeface="Avenir Next Medium"/>
              </a:defRPr>
            </a:lvl2pPr>
            <a:lvl3pPr marL="685663" marR="0" indent="-262679" algn="l" defTabSz="228554" rtl="0" eaLnBrk="1" fontAlgn="auto" latinLnBrk="0" hangingPunct="0">
              <a:lnSpc>
                <a:spcPct val="100000"/>
              </a:lnSpc>
              <a:spcBef>
                <a:spcPts val="750"/>
              </a:spcBef>
              <a:spcAft>
                <a:spcPts val="0"/>
              </a:spcAft>
              <a:buClrTx/>
              <a:buSzTx/>
              <a:buFont typeface="Arial" pitchFamily="34" charset="0"/>
              <a:buChar char="●"/>
              <a:tabLst>
                <a:tab pos="600749" algn="l"/>
              </a:tabLst>
              <a:defRPr kumimoji="0" lang="en-US" sz="1200" b="0" i="0" u="none" strike="noStrike" kern="1200" cap="none" spc="0" normalizeH="0" baseline="0" dirty="0" smtClean="0">
                <a:ln>
                  <a:noFill/>
                </a:ln>
                <a:solidFill>
                  <a:srgbClr val="000000"/>
                </a:solidFill>
                <a:effectLst/>
                <a:uFillTx/>
                <a:latin typeface="Avenir Next" panose="020B0503020202020204"/>
                <a:ea typeface="+mn-ea"/>
                <a:cs typeface="Arial" panose="020B0604020202020204" pitchFamily="34" charset="0"/>
                <a:sym typeface="Avenir Next Medium"/>
              </a:defRPr>
            </a:lvl3pPr>
            <a:lvl4pPr algn="l" defTabSz="59520" rtl="0" eaLnBrk="1" latinLnBrk="0">
              <a:lnSpc>
                <a:spcPct val="100000"/>
              </a:lnSpc>
              <a:spcBef>
                <a:spcPts val="750"/>
              </a:spcBef>
              <a:buFontTx/>
              <a:buNone/>
              <a:defRPr kumimoji="0" lang="en-US" sz="1200" b="0" i="0" u="none" strike="noStrike" kern="1200" cap="none" spc="0" normalizeH="0" baseline="0" dirty="0" smtClean="0">
                <a:ln>
                  <a:noFill/>
                </a:ln>
                <a:solidFill>
                  <a:srgbClr val="000000"/>
                </a:solidFill>
                <a:effectLst/>
                <a:uFillTx/>
                <a:latin typeface="Avenir Next" panose="020B0503020202020204"/>
                <a:ea typeface="+mn-ea"/>
                <a:cs typeface="Arial" panose="020B0604020202020204" pitchFamily="34" charset="0"/>
                <a:sym typeface="Avenir Next Medium"/>
              </a:defRPr>
            </a:lvl4pPr>
            <a:lvl5pPr algn="l" defTabSz="59520" rtl="0" eaLnBrk="1" latinLnBrk="0">
              <a:lnSpc>
                <a:spcPct val="100000"/>
              </a:lnSpc>
              <a:spcBef>
                <a:spcPts val="750"/>
              </a:spcBef>
              <a:buFontTx/>
              <a:buNone/>
              <a:defRPr kumimoji="0" lang="en-US" sz="1200" b="0" i="0" u="none" strike="noStrike" kern="1200" cap="none" spc="0" normalizeH="0" baseline="0" dirty="0" smtClean="0">
                <a:ln>
                  <a:noFill/>
                </a:ln>
                <a:solidFill>
                  <a:srgbClr val="000000"/>
                </a:solidFill>
                <a:effectLst/>
                <a:uFillTx/>
                <a:latin typeface="Avenir Next" panose="020B0503020202020204"/>
                <a:ea typeface="+mn-ea"/>
                <a:cs typeface="Arial" panose="020B0604020202020204" pitchFamily="34" charset="0"/>
                <a:sym typeface="Avenir Next Medium"/>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p:cNvSpPr>
            <a:spLocks noGrp="1"/>
          </p:cNvSpPr>
          <p:nvPr>
            <p:ph type="ftr" sz="quarter" idx="11"/>
          </p:nvPr>
        </p:nvSpPr>
        <p:spPr/>
        <p:txBody>
          <a:bodyPr/>
          <a:lstStyle>
            <a:lvl1pPr>
              <a:defRPr sz="900"/>
            </a:lvl1pPr>
          </a:lstStyle>
          <a:p>
            <a:endParaRPr lang="en-IN" dirty="0"/>
          </a:p>
        </p:txBody>
      </p:sp>
      <p:sp>
        <p:nvSpPr>
          <p:cNvPr id="6" name="Slide Number Placeholder 5"/>
          <p:cNvSpPr>
            <a:spLocks noGrp="1"/>
          </p:cNvSpPr>
          <p:nvPr>
            <p:ph type="sldNum" sz="quarter" idx="12"/>
          </p:nvPr>
        </p:nvSpPr>
        <p:spPr/>
        <p:txBody>
          <a:bodyPr/>
          <a:lstStyle>
            <a:lvl1pPr>
              <a:defRPr/>
            </a:lvl1pPr>
          </a:lstStyle>
          <a:p>
            <a:fld id="{3721AB97-5405-487B-A2FE-96650DCCAB78}" type="slidenum">
              <a:rPr lang="en-IN" smtClean="0"/>
              <a:pPr/>
              <a:t>‹#›</a:t>
            </a:fld>
            <a:endParaRPr lang="en-IN" dirty="0"/>
          </a:p>
        </p:txBody>
      </p:sp>
      <p:pic>
        <p:nvPicPr>
          <p:cNvPr id="8" name="Logo-01.png" descr="Logo-01.png"/>
          <p:cNvPicPr>
            <a:picLocks noChangeAspect="1"/>
          </p:cNvPicPr>
          <p:nvPr/>
        </p:nvPicPr>
        <p:blipFill>
          <a:blip r:embed="rId2" cstate="print"/>
          <a:stretch>
            <a:fillRect/>
          </a:stretch>
        </p:blipFill>
        <p:spPr>
          <a:xfrm>
            <a:off x="10286454" y="5867401"/>
            <a:ext cx="1464818" cy="893341"/>
          </a:xfrm>
          <a:prstGeom prst="rect">
            <a:avLst/>
          </a:prstGeom>
          <a:ln w="12700">
            <a:miter lim="400000"/>
          </a:ln>
        </p:spPr>
      </p:pic>
      <p:sp>
        <p:nvSpPr>
          <p:cNvPr id="4" name="Date Placeholder 3"/>
          <p:cNvSpPr>
            <a:spLocks noGrp="1"/>
          </p:cNvSpPr>
          <p:nvPr>
            <p:ph type="dt" sz="half" idx="10"/>
          </p:nvPr>
        </p:nvSpPr>
        <p:spPr/>
        <p:txBody>
          <a:bodyPr/>
          <a:lstStyle>
            <a:lvl1pPr>
              <a:defRPr/>
            </a:lvl1pPr>
          </a:lstStyle>
          <a:p>
            <a:endParaRPr lang="en-US" dirty="0"/>
          </a:p>
        </p:txBody>
      </p:sp>
    </p:spTree>
    <p:extLst>
      <p:ext uri="{BB962C8B-B14F-4D97-AF65-F5344CB8AC3E}">
        <p14:creationId xmlns:p14="http://schemas.microsoft.com/office/powerpoint/2010/main" val="2372627035"/>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4"/>
            <a:ext cx="10363200" cy="1362075"/>
          </a:xfrm>
        </p:spPr>
        <p:txBody>
          <a:bodyPr anchor="t"/>
          <a:lstStyle>
            <a:lvl1pPr algn="l">
              <a:defRPr sz="2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1000">
                <a:solidFill>
                  <a:schemeClr val="tx1">
                    <a:tint val="75000"/>
                  </a:schemeClr>
                </a:solidFill>
              </a:defRPr>
            </a:lvl1pPr>
            <a:lvl2pPr marL="228474" indent="0">
              <a:buNone/>
              <a:defRPr sz="900">
                <a:solidFill>
                  <a:schemeClr val="tx1">
                    <a:tint val="75000"/>
                  </a:schemeClr>
                </a:solidFill>
              </a:defRPr>
            </a:lvl2pPr>
            <a:lvl3pPr marL="456948" indent="0">
              <a:buNone/>
              <a:defRPr sz="800">
                <a:solidFill>
                  <a:schemeClr val="tx1">
                    <a:tint val="75000"/>
                  </a:schemeClr>
                </a:solidFill>
              </a:defRPr>
            </a:lvl3pPr>
            <a:lvl4pPr marL="685422" indent="0">
              <a:buNone/>
              <a:defRPr sz="700">
                <a:solidFill>
                  <a:schemeClr val="tx1">
                    <a:tint val="75000"/>
                  </a:schemeClr>
                </a:solidFill>
              </a:defRPr>
            </a:lvl4pPr>
            <a:lvl5pPr marL="913895" indent="0">
              <a:buNone/>
              <a:defRPr sz="700">
                <a:solidFill>
                  <a:schemeClr val="tx1">
                    <a:tint val="75000"/>
                  </a:schemeClr>
                </a:solidFill>
              </a:defRPr>
            </a:lvl5pPr>
            <a:lvl6pPr marL="1142369" indent="0">
              <a:buNone/>
              <a:defRPr sz="700">
                <a:solidFill>
                  <a:schemeClr val="tx1">
                    <a:tint val="75000"/>
                  </a:schemeClr>
                </a:solidFill>
              </a:defRPr>
            </a:lvl6pPr>
            <a:lvl7pPr marL="1370843" indent="0">
              <a:buNone/>
              <a:defRPr sz="700">
                <a:solidFill>
                  <a:schemeClr val="tx1">
                    <a:tint val="75000"/>
                  </a:schemeClr>
                </a:solidFill>
              </a:defRPr>
            </a:lvl7pPr>
            <a:lvl8pPr marL="1599316" indent="0">
              <a:buNone/>
              <a:defRPr sz="700">
                <a:solidFill>
                  <a:schemeClr val="tx1">
                    <a:tint val="75000"/>
                  </a:schemeClr>
                </a:solidFill>
              </a:defRPr>
            </a:lvl8pPr>
            <a:lvl9pPr marL="1827790" indent="0">
              <a:buNone/>
              <a:defRPr sz="7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lvl1pPr>
              <a:defRPr/>
            </a:lvl1pPr>
          </a:lstStyle>
          <a:p>
            <a:endParaRPr lang="en-US" dirty="0"/>
          </a:p>
        </p:txBody>
      </p:sp>
      <p:sp>
        <p:nvSpPr>
          <p:cNvPr id="5" name="Footer Placeholder 4"/>
          <p:cNvSpPr>
            <a:spLocks noGrp="1"/>
          </p:cNvSpPr>
          <p:nvPr>
            <p:ph type="ftr" sz="quarter" idx="11"/>
          </p:nvPr>
        </p:nvSpPr>
        <p:spPr/>
        <p:txBody>
          <a:bodyPr/>
          <a:lstStyle>
            <a:lvl1pPr>
              <a:defRPr/>
            </a:lvl1pPr>
          </a:lstStyle>
          <a:p>
            <a:endParaRPr lang="en-IN" dirty="0"/>
          </a:p>
        </p:txBody>
      </p:sp>
      <p:sp>
        <p:nvSpPr>
          <p:cNvPr id="6" name="Slide Number Placeholder 5"/>
          <p:cNvSpPr>
            <a:spLocks noGrp="1"/>
          </p:cNvSpPr>
          <p:nvPr>
            <p:ph type="sldNum" sz="quarter" idx="12"/>
          </p:nvPr>
        </p:nvSpPr>
        <p:spPr/>
        <p:txBody>
          <a:bodyPr/>
          <a:lstStyle>
            <a:lvl1pPr>
              <a:defRPr/>
            </a:lvl1pPr>
          </a:lstStyle>
          <a:p>
            <a:fld id="{6D901E28-B783-45A5-934D-311B12C5CFDA}" type="slidenum">
              <a:rPr lang="en-US" smtClean="0"/>
              <a:pPr/>
              <a:t>‹#›</a:t>
            </a:fld>
            <a:endParaRPr lang="en-US" dirty="0"/>
          </a:p>
        </p:txBody>
      </p:sp>
    </p:spTree>
    <p:extLst>
      <p:ext uri="{BB962C8B-B14F-4D97-AF65-F5344CB8AC3E}">
        <p14:creationId xmlns:p14="http://schemas.microsoft.com/office/powerpoint/2010/main" val="3837600180"/>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625601" y="3200404"/>
            <a:ext cx="14530917" cy="9051925"/>
          </a:xfrm>
        </p:spPr>
        <p:txBody>
          <a:bodyPr/>
          <a:lstStyle>
            <a:lvl1pPr>
              <a:defRPr sz="1400"/>
            </a:lvl1pPr>
            <a:lvl2pPr>
              <a:defRPr sz="1200"/>
            </a:lvl2pPr>
            <a:lvl3pPr>
              <a:defRPr sz="1000"/>
            </a:lvl3pPr>
            <a:lvl4pPr>
              <a:defRPr sz="900"/>
            </a:lvl4pPr>
            <a:lvl5pPr>
              <a:defRPr sz="900"/>
            </a:lvl5pPr>
            <a:lvl6pPr>
              <a:defRPr sz="900"/>
            </a:lvl6pPr>
            <a:lvl7pPr>
              <a:defRPr sz="900"/>
            </a:lvl7pPr>
            <a:lvl8pPr>
              <a:defRPr sz="900"/>
            </a:lvl8pPr>
            <a:lvl9pPr>
              <a:defRPr sz="9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16359719" y="3200404"/>
            <a:ext cx="14530916" cy="9051925"/>
          </a:xfrm>
        </p:spPr>
        <p:txBody>
          <a:bodyPr/>
          <a:lstStyle>
            <a:lvl1pPr>
              <a:defRPr sz="1400"/>
            </a:lvl1pPr>
            <a:lvl2pPr>
              <a:defRPr sz="1200"/>
            </a:lvl2pPr>
            <a:lvl3pPr>
              <a:defRPr sz="1000"/>
            </a:lvl3pPr>
            <a:lvl4pPr>
              <a:defRPr sz="900"/>
            </a:lvl4pPr>
            <a:lvl5pPr>
              <a:defRPr sz="900"/>
            </a:lvl5pPr>
            <a:lvl6pPr>
              <a:defRPr sz="900"/>
            </a:lvl6pPr>
            <a:lvl7pPr>
              <a:defRPr sz="900"/>
            </a:lvl7pPr>
            <a:lvl8pPr>
              <a:defRPr sz="900"/>
            </a:lvl8pPr>
            <a:lvl9pPr>
              <a:defRPr sz="9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lvl1pPr>
              <a:defRPr/>
            </a:lvl1pPr>
          </a:lstStyle>
          <a:p>
            <a:endParaRPr lang="en-US" dirty="0"/>
          </a:p>
        </p:txBody>
      </p:sp>
      <p:sp>
        <p:nvSpPr>
          <p:cNvPr id="6" name="Footer Placeholder 5"/>
          <p:cNvSpPr>
            <a:spLocks noGrp="1"/>
          </p:cNvSpPr>
          <p:nvPr>
            <p:ph type="ftr" sz="quarter" idx="11"/>
          </p:nvPr>
        </p:nvSpPr>
        <p:spPr/>
        <p:txBody>
          <a:bodyPr/>
          <a:lstStyle>
            <a:lvl1pPr>
              <a:defRPr/>
            </a:lvl1pPr>
          </a:lstStyle>
          <a:p>
            <a:endParaRPr lang="en-IN" dirty="0"/>
          </a:p>
        </p:txBody>
      </p:sp>
      <p:sp>
        <p:nvSpPr>
          <p:cNvPr id="7" name="Slide Number Placeholder 6"/>
          <p:cNvSpPr>
            <a:spLocks noGrp="1"/>
          </p:cNvSpPr>
          <p:nvPr>
            <p:ph type="sldNum" sz="quarter" idx="12"/>
          </p:nvPr>
        </p:nvSpPr>
        <p:spPr/>
        <p:txBody>
          <a:bodyPr/>
          <a:lstStyle>
            <a:lvl1pPr>
              <a:defRPr/>
            </a:lvl1pPr>
          </a:lstStyle>
          <a:p>
            <a:fld id="{3721AB97-5405-487B-A2FE-96650DCCAB78}" type="slidenum">
              <a:rPr lang="en-IN" smtClean="0"/>
              <a:pPr/>
              <a:t>‹#›</a:t>
            </a:fld>
            <a:endParaRPr lang="en-IN" dirty="0"/>
          </a:p>
        </p:txBody>
      </p:sp>
    </p:spTree>
    <p:extLst>
      <p:ext uri="{BB962C8B-B14F-4D97-AF65-F5344CB8AC3E}">
        <p14:creationId xmlns:p14="http://schemas.microsoft.com/office/powerpoint/2010/main" val="110968033"/>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8" cy="639762"/>
          </a:xfrm>
        </p:spPr>
        <p:txBody>
          <a:bodyPr anchor="b"/>
          <a:lstStyle>
            <a:lvl1pPr marL="0" indent="0">
              <a:buNone/>
              <a:defRPr sz="1200" b="1"/>
            </a:lvl1pPr>
            <a:lvl2pPr marL="228474" indent="0">
              <a:buNone/>
              <a:defRPr sz="1000" b="1"/>
            </a:lvl2pPr>
            <a:lvl3pPr marL="456948" indent="0">
              <a:buNone/>
              <a:defRPr sz="900" b="1"/>
            </a:lvl3pPr>
            <a:lvl4pPr marL="685422" indent="0">
              <a:buNone/>
              <a:defRPr sz="800" b="1"/>
            </a:lvl4pPr>
            <a:lvl5pPr marL="913895" indent="0">
              <a:buNone/>
              <a:defRPr sz="800" b="1"/>
            </a:lvl5pPr>
            <a:lvl6pPr marL="1142369" indent="0">
              <a:buNone/>
              <a:defRPr sz="800" b="1"/>
            </a:lvl6pPr>
            <a:lvl7pPr marL="1370843" indent="0">
              <a:buNone/>
              <a:defRPr sz="800" b="1"/>
            </a:lvl7pPr>
            <a:lvl8pPr marL="1599316" indent="0">
              <a:buNone/>
              <a:defRPr sz="800" b="1"/>
            </a:lvl8pPr>
            <a:lvl9pPr marL="1827790" indent="0">
              <a:buNone/>
              <a:defRPr sz="800" b="1"/>
            </a:lvl9pPr>
          </a:lstStyle>
          <a:p>
            <a:pPr lvl="0"/>
            <a:r>
              <a:rPr lang="en-US" dirty="0"/>
              <a:t>Click to edit Master text styles</a:t>
            </a:r>
          </a:p>
        </p:txBody>
      </p:sp>
      <p:sp>
        <p:nvSpPr>
          <p:cNvPr id="4" name="Content Placeholder 3"/>
          <p:cNvSpPr>
            <a:spLocks noGrp="1"/>
          </p:cNvSpPr>
          <p:nvPr>
            <p:ph sz="half" idx="2"/>
          </p:nvPr>
        </p:nvSpPr>
        <p:spPr>
          <a:xfrm>
            <a:off x="609600" y="2174875"/>
            <a:ext cx="5386918" cy="3951288"/>
          </a:xfrm>
        </p:spPr>
        <p:txBody>
          <a:bodyPr/>
          <a:lstStyle>
            <a:lvl1pPr>
              <a:defRPr sz="1200"/>
            </a:lvl1pPr>
            <a:lvl2pPr>
              <a:defRPr sz="1000"/>
            </a:lvl2pPr>
            <a:lvl3pPr>
              <a:defRPr sz="900"/>
            </a:lvl3pPr>
            <a:lvl4pPr>
              <a:defRPr sz="800"/>
            </a:lvl4pPr>
            <a:lvl5pPr>
              <a:defRPr sz="800"/>
            </a:lvl5pPr>
            <a:lvl6pPr>
              <a:defRPr sz="800"/>
            </a:lvl6pPr>
            <a:lvl7pPr>
              <a:defRPr sz="800"/>
            </a:lvl7pPr>
            <a:lvl8pPr>
              <a:defRPr sz="800"/>
            </a:lvl8pPr>
            <a:lvl9pPr>
              <a:defRPr sz="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193371" y="1535113"/>
            <a:ext cx="5389033" cy="639762"/>
          </a:xfrm>
        </p:spPr>
        <p:txBody>
          <a:bodyPr anchor="b"/>
          <a:lstStyle>
            <a:lvl1pPr marL="0" indent="0">
              <a:buNone/>
              <a:defRPr sz="1200" b="1"/>
            </a:lvl1pPr>
            <a:lvl2pPr marL="228474" indent="0">
              <a:buNone/>
              <a:defRPr sz="1000" b="1"/>
            </a:lvl2pPr>
            <a:lvl3pPr marL="456948" indent="0">
              <a:buNone/>
              <a:defRPr sz="900" b="1"/>
            </a:lvl3pPr>
            <a:lvl4pPr marL="685422" indent="0">
              <a:buNone/>
              <a:defRPr sz="800" b="1"/>
            </a:lvl4pPr>
            <a:lvl5pPr marL="913895" indent="0">
              <a:buNone/>
              <a:defRPr sz="800" b="1"/>
            </a:lvl5pPr>
            <a:lvl6pPr marL="1142369" indent="0">
              <a:buNone/>
              <a:defRPr sz="800" b="1"/>
            </a:lvl6pPr>
            <a:lvl7pPr marL="1370843" indent="0">
              <a:buNone/>
              <a:defRPr sz="800" b="1"/>
            </a:lvl7pPr>
            <a:lvl8pPr marL="1599316" indent="0">
              <a:buNone/>
              <a:defRPr sz="800" b="1"/>
            </a:lvl8pPr>
            <a:lvl9pPr marL="1827790" indent="0">
              <a:buNone/>
              <a:defRPr sz="800" b="1"/>
            </a:lvl9pPr>
          </a:lstStyle>
          <a:p>
            <a:pPr lvl="0"/>
            <a:r>
              <a:rPr lang="en-US" dirty="0"/>
              <a:t>Click to edit Master text styles</a:t>
            </a:r>
          </a:p>
        </p:txBody>
      </p:sp>
      <p:sp>
        <p:nvSpPr>
          <p:cNvPr id="6" name="Content Placeholder 5"/>
          <p:cNvSpPr>
            <a:spLocks noGrp="1"/>
          </p:cNvSpPr>
          <p:nvPr>
            <p:ph sz="quarter" idx="4"/>
          </p:nvPr>
        </p:nvSpPr>
        <p:spPr>
          <a:xfrm>
            <a:off x="6193371" y="2174875"/>
            <a:ext cx="5389033" cy="3951288"/>
          </a:xfrm>
        </p:spPr>
        <p:txBody>
          <a:bodyPr/>
          <a:lstStyle>
            <a:lvl1pPr>
              <a:defRPr sz="1200"/>
            </a:lvl1pPr>
            <a:lvl2pPr>
              <a:defRPr sz="1000"/>
            </a:lvl2pPr>
            <a:lvl3pPr>
              <a:defRPr sz="900"/>
            </a:lvl3pPr>
            <a:lvl4pPr>
              <a:defRPr sz="800"/>
            </a:lvl4pPr>
            <a:lvl5pPr>
              <a:defRPr sz="800"/>
            </a:lvl5pPr>
            <a:lvl6pPr>
              <a:defRPr sz="800"/>
            </a:lvl6pPr>
            <a:lvl7pPr>
              <a:defRPr sz="800"/>
            </a:lvl7pPr>
            <a:lvl8pPr>
              <a:defRPr sz="800"/>
            </a:lvl8pPr>
            <a:lvl9pPr>
              <a:defRPr sz="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lvl1pPr>
              <a:defRPr/>
            </a:lvl1pPr>
          </a:lstStyle>
          <a:p>
            <a:endParaRPr lang="en-US" dirty="0"/>
          </a:p>
        </p:txBody>
      </p:sp>
      <p:sp>
        <p:nvSpPr>
          <p:cNvPr id="8" name="Footer Placeholder 7"/>
          <p:cNvSpPr>
            <a:spLocks noGrp="1"/>
          </p:cNvSpPr>
          <p:nvPr>
            <p:ph type="ftr" sz="quarter" idx="11"/>
          </p:nvPr>
        </p:nvSpPr>
        <p:spPr/>
        <p:txBody>
          <a:bodyPr/>
          <a:lstStyle>
            <a:lvl1pPr>
              <a:defRPr/>
            </a:lvl1pPr>
          </a:lstStyle>
          <a:p>
            <a:endParaRPr lang="en-IN" dirty="0"/>
          </a:p>
        </p:txBody>
      </p:sp>
      <p:sp>
        <p:nvSpPr>
          <p:cNvPr id="9" name="Slide Number Placeholder 8"/>
          <p:cNvSpPr>
            <a:spLocks noGrp="1"/>
          </p:cNvSpPr>
          <p:nvPr>
            <p:ph type="sldNum" sz="quarter" idx="12"/>
          </p:nvPr>
        </p:nvSpPr>
        <p:spPr/>
        <p:txBody>
          <a:bodyPr/>
          <a:lstStyle>
            <a:lvl1pPr>
              <a:defRPr/>
            </a:lvl1pPr>
          </a:lstStyle>
          <a:p>
            <a:fld id="{3721AB97-5405-487B-A2FE-96650DCCAB78}" type="slidenum">
              <a:rPr lang="en-IN" smtClean="0"/>
              <a:pPr/>
              <a:t>‹#›</a:t>
            </a:fld>
            <a:endParaRPr lang="en-IN" dirty="0"/>
          </a:p>
        </p:txBody>
      </p:sp>
    </p:spTree>
    <p:extLst>
      <p:ext uri="{BB962C8B-B14F-4D97-AF65-F5344CB8AC3E}">
        <p14:creationId xmlns:p14="http://schemas.microsoft.com/office/powerpoint/2010/main" val="2332838201"/>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lvl1pPr>
              <a:defRPr/>
            </a:lvl1pPr>
          </a:lstStyle>
          <a:p>
            <a:endParaRPr lang="en-US" dirty="0"/>
          </a:p>
        </p:txBody>
      </p:sp>
      <p:sp>
        <p:nvSpPr>
          <p:cNvPr id="4" name="Footer Placeholder 3"/>
          <p:cNvSpPr>
            <a:spLocks noGrp="1"/>
          </p:cNvSpPr>
          <p:nvPr>
            <p:ph type="ftr" sz="quarter" idx="11"/>
          </p:nvPr>
        </p:nvSpPr>
        <p:spPr/>
        <p:txBody>
          <a:bodyPr/>
          <a:lstStyle>
            <a:lvl1pPr>
              <a:defRPr/>
            </a:lvl1pPr>
          </a:lstStyle>
          <a:p>
            <a:endParaRPr lang="en-IN" dirty="0"/>
          </a:p>
        </p:txBody>
      </p:sp>
      <p:sp>
        <p:nvSpPr>
          <p:cNvPr id="5" name="Slide Number Placeholder 4"/>
          <p:cNvSpPr>
            <a:spLocks noGrp="1"/>
          </p:cNvSpPr>
          <p:nvPr>
            <p:ph type="sldNum" sz="quarter" idx="12"/>
          </p:nvPr>
        </p:nvSpPr>
        <p:spPr/>
        <p:txBody>
          <a:bodyPr/>
          <a:lstStyle>
            <a:lvl1pPr>
              <a:defRPr/>
            </a:lvl1pPr>
          </a:lstStyle>
          <a:p>
            <a:fld id="{3721AB97-5405-487B-A2FE-96650DCCAB78}" type="slidenum">
              <a:rPr lang="en-IN" smtClean="0"/>
              <a:pPr/>
              <a:t>‹#›</a:t>
            </a:fld>
            <a:endParaRPr lang="en-IN" dirty="0"/>
          </a:p>
        </p:txBody>
      </p:sp>
    </p:spTree>
    <p:extLst>
      <p:ext uri="{BB962C8B-B14F-4D97-AF65-F5344CB8AC3E}">
        <p14:creationId xmlns:p14="http://schemas.microsoft.com/office/powerpoint/2010/main" val="3181200249"/>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endParaRPr lang="en-US" dirty="0"/>
          </a:p>
        </p:txBody>
      </p:sp>
      <p:sp>
        <p:nvSpPr>
          <p:cNvPr id="3" name="Footer Placeholder 2"/>
          <p:cNvSpPr>
            <a:spLocks noGrp="1"/>
          </p:cNvSpPr>
          <p:nvPr>
            <p:ph type="ftr" sz="quarter" idx="11"/>
          </p:nvPr>
        </p:nvSpPr>
        <p:spPr/>
        <p:txBody>
          <a:bodyPr/>
          <a:lstStyle>
            <a:lvl1pPr>
              <a:defRPr/>
            </a:lvl1pPr>
          </a:lstStyle>
          <a:p>
            <a:endParaRPr lang="en-IN" dirty="0"/>
          </a:p>
        </p:txBody>
      </p:sp>
      <p:sp>
        <p:nvSpPr>
          <p:cNvPr id="4" name="Slide Number Placeholder 3"/>
          <p:cNvSpPr>
            <a:spLocks noGrp="1"/>
          </p:cNvSpPr>
          <p:nvPr>
            <p:ph type="sldNum" sz="quarter" idx="12"/>
          </p:nvPr>
        </p:nvSpPr>
        <p:spPr/>
        <p:txBody>
          <a:bodyPr/>
          <a:lstStyle>
            <a:lvl1pPr>
              <a:defRPr/>
            </a:lvl1pPr>
          </a:lstStyle>
          <a:p>
            <a:fld id="{3721AB97-5405-487B-A2FE-96650DCCAB78}" type="slidenum">
              <a:rPr lang="en-IN" smtClean="0"/>
              <a:pPr/>
              <a:t>‹#›</a:t>
            </a:fld>
            <a:endParaRPr lang="en-IN" dirty="0"/>
          </a:p>
        </p:txBody>
      </p:sp>
    </p:spTree>
    <p:extLst>
      <p:ext uri="{BB962C8B-B14F-4D97-AF65-F5344CB8AC3E}">
        <p14:creationId xmlns:p14="http://schemas.microsoft.com/office/powerpoint/2010/main" val="1597991978"/>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3" y="273050"/>
            <a:ext cx="4011084" cy="1162050"/>
          </a:xfrm>
        </p:spPr>
        <p:txBody>
          <a:bodyPr anchor="b"/>
          <a:lstStyle>
            <a:lvl1pPr algn="l">
              <a:defRPr sz="1000" b="1"/>
            </a:lvl1pPr>
          </a:lstStyle>
          <a:p>
            <a:r>
              <a:rPr lang="en-US"/>
              <a:t>Click to edit Master title style</a:t>
            </a:r>
          </a:p>
        </p:txBody>
      </p:sp>
      <p:sp>
        <p:nvSpPr>
          <p:cNvPr id="3" name="Content Placeholder 2"/>
          <p:cNvSpPr>
            <a:spLocks noGrp="1"/>
          </p:cNvSpPr>
          <p:nvPr>
            <p:ph idx="1"/>
          </p:nvPr>
        </p:nvSpPr>
        <p:spPr>
          <a:xfrm>
            <a:off x="4766734" y="273054"/>
            <a:ext cx="6815667" cy="5853113"/>
          </a:xfrm>
        </p:spPr>
        <p:txBody>
          <a:bodyPr/>
          <a:lstStyle>
            <a:lvl1pPr>
              <a:defRPr sz="1600"/>
            </a:lvl1pPr>
            <a:lvl2pPr>
              <a:defRPr sz="1400"/>
            </a:lvl2pPr>
            <a:lvl3pPr>
              <a:defRPr sz="1200"/>
            </a:lvl3pPr>
            <a:lvl4pPr>
              <a:defRPr sz="1000"/>
            </a:lvl4pPr>
            <a:lvl5pPr>
              <a:defRPr sz="1000"/>
            </a:lvl5pPr>
            <a:lvl6pPr>
              <a:defRPr sz="1000"/>
            </a:lvl6pPr>
            <a:lvl7pPr>
              <a:defRPr sz="1000"/>
            </a:lvl7pPr>
            <a:lvl8pPr>
              <a:defRPr sz="1000"/>
            </a:lvl8pPr>
            <a:lvl9pPr>
              <a:defRPr sz="1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609603" y="1435103"/>
            <a:ext cx="4011084" cy="4691063"/>
          </a:xfrm>
        </p:spPr>
        <p:txBody>
          <a:bodyPr/>
          <a:lstStyle>
            <a:lvl1pPr marL="0" indent="0">
              <a:buNone/>
              <a:defRPr sz="700"/>
            </a:lvl1pPr>
            <a:lvl2pPr marL="228474" indent="0">
              <a:buNone/>
              <a:defRPr sz="600"/>
            </a:lvl2pPr>
            <a:lvl3pPr marL="456948" indent="0">
              <a:buNone/>
              <a:defRPr sz="500"/>
            </a:lvl3pPr>
            <a:lvl4pPr marL="685422" indent="0">
              <a:buNone/>
              <a:defRPr sz="450"/>
            </a:lvl4pPr>
            <a:lvl5pPr marL="913895" indent="0">
              <a:buNone/>
              <a:defRPr sz="450"/>
            </a:lvl5pPr>
            <a:lvl6pPr marL="1142369" indent="0">
              <a:buNone/>
              <a:defRPr sz="450"/>
            </a:lvl6pPr>
            <a:lvl7pPr marL="1370843" indent="0">
              <a:buNone/>
              <a:defRPr sz="450"/>
            </a:lvl7pPr>
            <a:lvl8pPr marL="1599316" indent="0">
              <a:buNone/>
              <a:defRPr sz="450"/>
            </a:lvl8pPr>
            <a:lvl9pPr marL="1827790" indent="0">
              <a:buNone/>
              <a:defRPr sz="450"/>
            </a:lvl9pPr>
          </a:lstStyle>
          <a:p>
            <a:pPr lvl="0"/>
            <a:r>
              <a:rPr lang="en-US" dirty="0"/>
              <a:t>Click to edit Master text styles</a:t>
            </a:r>
          </a:p>
        </p:txBody>
      </p:sp>
      <p:sp>
        <p:nvSpPr>
          <p:cNvPr id="5" name="Date Placeholder 4"/>
          <p:cNvSpPr>
            <a:spLocks noGrp="1"/>
          </p:cNvSpPr>
          <p:nvPr>
            <p:ph type="dt" sz="half" idx="10"/>
          </p:nvPr>
        </p:nvSpPr>
        <p:spPr/>
        <p:txBody>
          <a:bodyPr/>
          <a:lstStyle>
            <a:lvl1pPr>
              <a:defRPr/>
            </a:lvl1pPr>
          </a:lstStyle>
          <a:p>
            <a:endParaRPr lang="en-US" dirty="0"/>
          </a:p>
        </p:txBody>
      </p:sp>
      <p:sp>
        <p:nvSpPr>
          <p:cNvPr id="6" name="Footer Placeholder 5"/>
          <p:cNvSpPr>
            <a:spLocks noGrp="1"/>
          </p:cNvSpPr>
          <p:nvPr>
            <p:ph type="ftr" sz="quarter" idx="11"/>
          </p:nvPr>
        </p:nvSpPr>
        <p:spPr/>
        <p:txBody>
          <a:bodyPr/>
          <a:lstStyle>
            <a:lvl1pPr>
              <a:defRPr/>
            </a:lvl1pPr>
          </a:lstStyle>
          <a:p>
            <a:endParaRPr lang="en-IN" dirty="0"/>
          </a:p>
        </p:txBody>
      </p:sp>
      <p:sp>
        <p:nvSpPr>
          <p:cNvPr id="7" name="Slide Number Placeholder 6"/>
          <p:cNvSpPr>
            <a:spLocks noGrp="1"/>
          </p:cNvSpPr>
          <p:nvPr>
            <p:ph type="sldNum" sz="quarter" idx="12"/>
          </p:nvPr>
        </p:nvSpPr>
        <p:spPr/>
        <p:txBody>
          <a:bodyPr/>
          <a:lstStyle>
            <a:lvl1pPr>
              <a:defRPr/>
            </a:lvl1pPr>
          </a:lstStyle>
          <a:p>
            <a:fld id="{3721AB97-5405-487B-A2FE-96650DCCAB78}" type="slidenum">
              <a:rPr lang="en-IN" smtClean="0"/>
              <a:pPr/>
              <a:t>‹#›</a:t>
            </a:fld>
            <a:endParaRPr lang="en-IN" dirty="0"/>
          </a:p>
        </p:txBody>
      </p:sp>
    </p:spTree>
    <p:extLst>
      <p:ext uri="{BB962C8B-B14F-4D97-AF65-F5344CB8AC3E}">
        <p14:creationId xmlns:p14="http://schemas.microsoft.com/office/powerpoint/2010/main" val="2609892880"/>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8" y="4800600"/>
            <a:ext cx="7315200" cy="566738"/>
          </a:xfrm>
        </p:spPr>
        <p:txBody>
          <a:bodyPr anchor="b"/>
          <a:lstStyle>
            <a:lvl1pPr algn="l">
              <a:defRPr sz="1000" b="1"/>
            </a:lvl1pPr>
          </a:lstStyle>
          <a:p>
            <a:r>
              <a:rPr lang="en-US"/>
              <a:t>Click to edit Master title style</a:t>
            </a:r>
          </a:p>
        </p:txBody>
      </p:sp>
      <p:sp>
        <p:nvSpPr>
          <p:cNvPr id="3" name="Picture Placeholder 2"/>
          <p:cNvSpPr>
            <a:spLocks noGrp="1"/>
          </p:cNvSpPr>
          <p:nvPr>
            <p:ph type="pic" idx="1"/>
          </p:nvPr>
        </p:nvSpPr>
        <p:spPr>
          <a:xfrm>
            <a:off x="2389718" y="612775"/>
            <a:ext cx="7315200" cy="4114800"/>
          </a:xfrm>
        </p:spPr>
        <p:txBody>
          <a:bodyPr/>
          <a:lstStyle>
            <a:lvl1pPr marL="0" indent="0">
              <a:buNone/>
              <a:defRPr sz="1600"/>
            </a:lvl1pPr>
            <a:lvl2pPr marL="228474" indent="0">
              <a:buNone/>
              <a:defRPr sz="1400"/>
            </a:lvl2pPr>
            <a:lvl3pPr marL="456948" indent="0">
              <a:buNone/>
              <a:defRPr sz="1200"/>
            </a:lvl3pPr>
            <a:lvl4pPr marL="685422" indent="0">
              <a:buNone/>
              <a:defRPr sz="1000"/>
            </a:lvl4pPr>
            <a:lvl5pPr marL="913895" indent="0">
              <a:buNone/>
              <a:defRPr sz="1000"/>
            </a:lvl5pPr>
            <a:lvl6pPr marL="1142369" indent="0">
              <a:buNone/>
              <a:defRPr sz="1000"/>
            </a:lvl6pPr>
            <a:lvl7pPr marL="1370843" indent="0">
              <a:buNone/>
              <a:defRPr sz="1000"/>
            </a:lvl7pPr>
            <a:lvl8pPr marL="1599316" indent="0">
              <a:buNone/>
              <a:defRPr sz="1000"/>
            </a:lvl8pPr>
            <a:lvl9pPr marL="1827790" indent="0">
              <a:buNone/>
              <a:defRPr sz="1000"/>
            </a:lvl9pPr>
          </a:lstStyle>
          <a:p>
            <a:r>
              <a:rPr lang="en-US" dirty="0"/>
              <a:t>Click icon to add picture</a:t>
            </a:r>
          </a:p>
        </p:txBody>
      </p:sp>
      <p:sp>
        <p:nvSpPr>
          <p:cNvPr id="4" name="Text Placeholder 3"/>
          <p:cNvSpPr>
            <a:spLocks noGrp="1"/>
          </p:cNvSpPr>
          <p:nvPr>
            <p:ph type="body" sz="half" idx="2"/>
          </p:nvPr>
        </p:nvSpPr>
        <p:spPr>
          <a:xfrm>
            <a:off x="2389718" y="5367338"/>
            <a:ext cx="7315200" cy="804862"/>
          </a:xfrm>
        </p:spPr>
        <p:txBody>
          <a:bodyPr/>
          <a:lstStyle>
            <a:lvl1pPr marL="0" indent="0">
              <a:buNone/>
              <a:defRPr sz="700"/>
            </a:lvl1pPr>
            <a:lvl2pPr marL="228474" indent="0">
              <a:buNone/>
              <a:defRPr sz="600"/>
            </a:lvl2pPr>
            <a:lvl3pPr marL="456948" indent="0">
              <a:buNone/>
              <a:defRPr sz="500"/>
            </a:lvl3pPr>
            <a:lvl4pPr marL="685422" indent="0">
              <a:buNone/>
              <a:defRPr sz="450"/>
            </a:lvl4pPr>
            <a:lvl5pPr marL="913895" indent="0">
              <a:buNone/>
              <a:defRPr sz="450"/>
            </a:lvl5pPr>
            <a:lvl6pPr marL="1142369" indent="0">
              <a:buNone/>
              <a:defRPr sz="450"/>
            </a:lvl6pPr>
            <a:lvl7pPr marL="1370843" indent="0">
              <a:buNone/>
              <a:defRPr sz="450"/>
            </a:lvl7pPr>
            <a:lvl8pPr marL="1599316" indent="0">
              <a:buNone/>
              <a:defRPr sz="450"/>
            </a:lvl8pPr>
            <a:lvl9pPr marL="1827790" indent="0">
              <a:buNone/>
              <a:defRPr sz="450"/>
            </a:lvl9pPr>
          </a:lstStyle>
          <a:p>
            <a:pPr lvl="0"/>
            <a:r>
              <a:rPr lang="en-US" dirty="0"/>
              <a:t>Click to edit Master text styles</a:t>
            </a:r>
          </a:p>
        </p:txBody>
      </p:sp>
      <p:sp>
        <p:nvSpPr>
          <p:cNvPr id="5" name="Date Placeholder 4"/>
          <p:cNvSpPr>
            <a:spLocks noGrp="1"/>
          </p:cNvSpPr>
          <p:nvPr>
            <p:ph type="dt" sz="half" idx="10"/>
          </p:nvPr>
        </p:nvSpPr>
        <p:spPr/>
        <p:txBody>
          <a:bodyPr/>
          <a:lstStyle>
            <a:lvl1pPr>
              <a:defRPr/>
            </a:lvl1pPr>
          </a:lstStyle>
          <a:p>
            <a:endParaRPr lang="en-US" dirty="0"/>
          </a:p>
        </p:txBody>
      </p:sp>
      <p:sp>
        <p:nvSpPr>
          <p:cNvPr id="6" name="Footer Placeholder 5"/>
          <p:cNvSpPr>
            <a:spLocks noGrp="1"/>
          </p:cNvSpPr>
          <p:nvPr>
            <p:ph type="ftr" sz="quarter" idx="11"/>
          </p:nvPr>
        </p:nvSpPr>
        <p:spPr/>
        <p:txBody>
          <a:bodyPr/>
          <a:lstStyle>
            <a:lvl1pPr>
              <a:defRPr/>
            </a:lvl1pPr>
          </a:lstStyle>
          <a:p>
            <a:endParaRPr lang="en-IN" dirty="0"/>
          </a:p>
        </p:txBody>
      </p:sp>
      <p:sp>
        <p:nvSpPr>
          <p:cNvPr id="7" name="Slide Number Placeholder 6"/>
          <p:cNvSpPr>
            <a:spLocks noGrp="1"/>
          </p:cNvSpPr>
          <p:nvPr>
            <p:ph type="sldNum" sz="quarter" idx="12"/>
          </p:nvPr>
        </p:nvSpPr>
        <p:spPr/>
        <p:txBody>
          <a:bodyPr/>
          <a:lstStyle>
            <a:lvl1pPr>
              <a:defRPr/>
            </a:lvl1pPr>
          </a:lstStyle>
          <a:p>
            <a:fld id="{3721AB97-5405-487B-A2FE-96650DCCAB78}" type="slidenum">
              <a:rPr lang="en-IN" smtClean="0"/>
              <a:pPr/>
              <a:t>‹#›</a:t>
            </a:fld>
            <a:endParaRPr lang="en-IN" dirty="0"/>
          </a:p>
        </p:txBody>
      </p:sp>
    </p:spTree>
    <p:extLst>
      <p:ext uri="{BB962C8B-B14F-4D97-AF65-F5344CB8AC3E}">
        <p14:creationId xmlns:p14="http://schemas.microsoft.com/office/powerpoint/2010/main" val="2245009890"/>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lvl1pPr>
              <a:defRPr/>
            </a:lvl1pPr>
            <a:lvl2pPr>
              <a:defRPr/>
            </a:lvl2pPr>
            <a:lvl3pPr>
              <a:defRPr/>
            </a:lvl3pPr>
            <a:lvl4pPr>
              <a:defRPr/>
            </a:lvl4pPr>
            <a:lvl5pP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lvl1pPr>
              <a:defRPr/>
            </a:lvl1pPr>
          </a:lstStyle>
          <a:p>
            <a:endParaRPr lang="en-US" dirty="0"/>
          </a:p>
        </p:txBody>
      </p:sp>
      <p:sp>
        <p:nvSpPr>
          <p:cNvPr id="5" name="Footer Placeholder 4"/>
          <p:cNvSpPr>
            <a:spLocks noGrp="1"/>
          </p:cNvSpPr>
          <p:nvPr>
            <p:ph type="ftr" sz="quarter" idx="11"/>
          </p:nvPr>
        </p:nvSpPr>
        <p:spPr/>
        <p:txBody>
          <a:bodyPr/>
          <a:lstStyle>
            <a:lvl1pPr>
              <a:defRPr/>
            </a:lvl1pPr>
          </a:lstStyle>
          <a:p>
            <a:endParaRPr lang="en-IN" dirty="0"/>
          </a:p>
        </p:txBody>
      </p:sp>
      <p:sp>
        <p:nvSpPr>
          <p:cNvPr id="6" name="Slide Number Placeholder 5"/>
          <p:cNvSpPr>
            <a:spLocks noGrp="1"/>
          </p:cNvSpPr>
          <p:nvPr>
            <p:ph type="sldNum" sz="quarter" idx="12"/>
          </p:nvPr>
        </p:nvSpPr>
        <p:spPr/>
        <p:txBody>
          <a:bodyPr/>
          <a:lstStyle>
            <a:lvl1pPr>
              <a:defRPr/>
            </a:lvl1pPr>
          </a:lstStyle>
          <a:p>
            <a:fld id="{3721AB97-5405-487B-A2FE-96650DCCAB78}" type="slidenum">
              <a:rPr lang="en-IN" smtClean="0"/>
              <a:pPr/>
              <a:t>‹#›</a:t>
            </a:fld>
            <a:endParaRPr lang="en-IN" dirty="0"/>
          </a:p>
        </p:txBody>
      </p:sp>
    </p:spTree>
    <p:extLst>
      <p:ext uri="{BB962C8B-B14F-4D97-AF65-F5344CB8AC3E}">
        <p14:creationId xmlns:p14="http://schemas.microsoft.com/office/powerpoint/2010/main" val="421916215"/>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3575434" y="549275"/>
            <a:ext cx="7315200" cy="1170305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625603" y="549275"/>
            <a:ext cx="21746633" cy="11703050"/>
          </a:xfrm>
        </p:spPr>
        <p:txBody>
          <a:bodyPr vert="eaVert"/>
          <a:lstStyle>
            <a:lvl1pPr>
              <a:defRPr/>
            </a:lvl1pPr>
            <a:lvl2pPr>
              <a:defRPr/>
            </a:lvl2pPr>
            <a:lvl3pPr>
              <a:defRPr/>
            </a:lvl3pPr>
            <a:lvl4pPr>
              <a:defRPr/>
            </a:lvl4pPr>
            <a:lvl5pP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lvl1pPr>
              <a:defRPr/>
            </a:lvl1pPr>
          </a:lstStyle>
          <a:p>
            <a:endParaRPr lang="en-US" dirty="0"/>
          </a:p>
        </p:txBody>
      </p:sp>
      <p:sp>
        <p:nvSpPr>
          <p:cNvPr id="5" name="Footer Placeholder 4"/>
          <p:cNvSpPr>
            <a:spLocks noGrp="1"/>
          </p:cNvSpPr>
          <p:nvPr>
            <p:ph type="ftr" sz="quarter" idx="11"/>
          </p:nvPr>
        </p:nvSpPr>
        <p:spPr/>
        <p:txBody>
          <a:bodyPr/>
          <a:lstStyle>
            <a:lvl1pPr>
              <a:defRPr/>
            </a:lvl1pPr>
          </a:lstStyle>
          <a:p>
            <a:endParaRPr lang="en-IN" dirty="0"/>
          </a:p>
        </p:txBody>
      </p:sp>
      <p:sp>
        <p:nvSpPr>
          <p:cNvPr id="6" name="Slide Number Placeholder 5"/>
          <p:cNvSpPr>
            <a:spLocks noGrp="1"/>
          </p:cNvSpPr>
          <p:nvPr>
            <p:ph type="sldNum" sz="quarter" idx="12"/>
          </p:nvPr>
        </p:nvSpPr>
        <p:spPr/>
        <p:txBody>
          <a:bodyPr/>
          <a:lstStyle>
            <a:lvl1pPr>
              <a:defRPr/>
            </a:lvl1pPr>
          </a:lstStyle>
          <a:p>
            <a:fld id="{3721AB97-5405-487B-A2FE-96650DCCAB78}" type="slidenum">
              <a:rPr lang="en-IN" smtClean="0"/>
              <a:pPr/>
              <a:t>‹#›</a:t>
            </a:fld>
            <a:endParaRPr lang="en-IN" dirty="0"/>
          </a:p>
        </p:txBody>
      </p:sp>
    </p:spTree>
    <p:extLst>
      <p:ext uri="{BB962C8B-B14F-4D97-AF65-F5344CB8AC3E}">
        <p14:creationId xmlns:p14="http://schemas.microsoft.com/office/powerpoint/2010/main" val="3778770895"/>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1_Title &amp; Subtitle">
    <p:bg>
      <p:bgPr>
        <a:solidFill>
          <a:srgbClr val="FFFFFF"/>
        </a:solidFill>
        <a:effectLst/>
      </p:bgPr>
    </p:bg>
    <p:spTree>
      <p:nvGrpSpPr>
        <p:cNvPr id="1" name=""/>
        <p:cNvGrpSpPr/>
        <p:nvPr/>
      </p:nvGrpSpPr>
      <p:grpSpPr>
        <a:xfrm>
          <a:off x="0" y="0"/>
          <a:ext cx="0" cy="0"/>
          <a:chOff x="0" y="0"/>
          <a:chExt cx="0" cy="0"/>
        </a:xfrm>
      </p:grpSpPr>
      <p:pic>
        <p:nvPicPr>
          <p:cNvPr id="5" name="Logo-01.png" descr="Logo-01.png">
            <a:extLst>
              <a:ext uri="{FF2B5EF4-FFF2-40B4-BE49-F238E27FC236}">
                <a16:creationId xmlns:a16="http://schemas.microsoft.com/office/drawing/2014/main" id="{8E4AB5CB-14CE-494E-9C70-4BBA72CD23F0}"/>
              </a:ext>
            </a:extLst>
          </p:cNvPr>
          <p:cNvPicPr>
            <a:picLocks noChangeAspect="1"/>
          </p:cNvPicPr>
          <p:nvPr userDrawn="1"/>
        </p:nvPicPr>
        <p:blipFill>
          <a:blip r:embed="rId2"/>
          <a:stretch>
            <a:fillRect/>
          </a:stretch>
        </p:blipFill>
        <p:spPr>
          <a:xfrm>
            <a:off x="10544176" y="5877688"/>
            <a:ext cx="1304131" cy="795240"/>
          </a:xfrm>
          <a:prstGeom prst="rect">
            <a:avLst/>
          </a:prstGeom>
          <a:ln w="12700">
            <a:miter lim="400000"/>
          </a:ln>
        </p:spPr>
      </p:pic>
      <p:sp>
        <p:nvSpPr>
          <p:cNvPr id="6" name="Aurigene Pharmaceutical Services | Lorem Ipsum Dolor">
            <a:extLst>
              <a:ext uri="{FF2B5EF4-FFF2-40B4-BE49-F238E27FC236}">
                <a16:creationId xmlns:a16="http://schemas.microsoft.com/office/drawing/2014/main" id="{46D5BEC1-6972-4EEE-A917-7B8D2434074B}"/>
              </a:ext>
            </a:extLst>
          </p:cNvPr>
          <p:cNvSpPr txBox="1">
            <a:spLocks/>
          </p:cNvSpPr>
          <p:nvPr userDrawn="1"/>
        </p:nvSpPr>
        <p:spPr>
          <a:xfrm>
            <a:off x="570358" y="6472873"/>
            <a:ext cx="1941557" cy="246221"/>
          </a:xfrm>
          <a:prstGeom prst="rect">
            <a:avLst/>
          </a:prstGeom>
        </p:spPr>
        <p:txBody>
          <a:bodyPr wrap="none">
            <a:spAutoFit/>
          </a:bodyPr>
          <a:lstStyle>
            <a:lvl1pPr marL="0" marR="0" indent="0" algn="ctr" defTabSz="825500" latinLnBrk="0">
              <a:lnSpc>
                <a:spcPct val="100000"/>
              </a:lnSpc>
              <a:spcBef>
                <a:spcPts val="0"/>
              </a:spcBef>
              <a:spcAft>
                <a:spcPts val="0"/>
              </a:spcAft>
              <a:buClrTx/>
              <a:buSzTx/>
              <a:buFontTx/>
              <a:buNone/>
              <a:tabLst/>
              <a:defRPr sz="2000" b="0" i="0" u="none" strike="noStrike" cap="none" spc="0" baseline="0">
                <a:ln>
                  <a:noFill/>
                </a:ln>
                <a:solidFill>
                  <a:srgbClr val="000000"/>
                </a:solidFill>
                <a:uFillTx/>
                <a:latin typeface="Arial" panose="020B0604020202020204" pitchFamily="34" charset="0"/>
                <a:ea typeface="Arial" panose="020B0604020202020204" pitchFamily="34" charset="0"/>
                <a:cs typeface="Arial" panose="020B0604020202020204" pitchFamily="34" charset="0"/>
                <a:sym typeface="Avenir Next Medium"/>
              </a:defRPr>
            </a:lvl1pPr>
            <a:lvl2pPr marL="1270000" marR="0" indent="-635000" algn="l" defTabSz="825500" latinLnBrk="0">
              <a:lnSpc>
                <a:spcPct val="100000"/>
              </a:lnSpc>
              <a:spcBef>
                <a:spcPts val="5900"/>
              </a:spcBef>
              <a:spcAft>
                <a:spcPts val="0"/>
              </a:spcAft>
              <a:buClrTx/>
              <a:buSzPct val="125000"/>
              <a:buFontTx/>
              <a:buChar char="•"/>
              <a:tabLst/>
              <a:defRPr sz="5200" b="0" i="0" u="none" strike="noStrike" cap="none" spc="0" baseline="0">
                <a:ln>
                  <a:noFill/>
                </a:ln>
                <a:solidFill>
                  <a:srgbClr val="000000"/>
                </a:solidFill>
                <a:uFillTx/>
                <a:latin typeface="Helvetica Neue"/>
                <a:ea typeface="Helvetica Neue"/>
                <a:cs typeface="Helvetica Neue"/>
                <a:sym typeface="Helvetica Neue"/>
              </a:defRPr>
            </a:lvl2pPr>
            <a:lvl3pPr marL="1905000" marR="0" indent="-635000" algn="l" defTabSz="825500" latinLnBrk="0">
              <a:lnSpc>
                <a:spcPct val="100000"/>
              </a:lnSpc>
              <a:spcBef>
                <a:spcPts val="5900"/>
              </a:spcBef>
              <a:spcAft>
                <a:spcPts val="0"/>
              </a:spcAft>
              <a:buClrTx/>
              <a:buSzPct val="125000"/>
              <a:buFontTx/>
              <a:buChar char="•"/>
              <a:tabLst/>
              <a:defRPr sz="5200" b="0" i="0" u="none" strike="noStrike" cap="none" spc="0" baseline="0">
                <a:ln>
                  <a:noFill/>
                </a:ln>
                <a:solidFill>
                  <a:srgbClr val="000000"/>
                </a:solidFill>
                <a:uFillTx/>
                <a:latin typeface="Helvetica Neue"/>
                <a:ea typeface="Helvetica Neue"/>
                <a:cs typeface="Helvetica Neue"/>
                <a:sym typeface="Helvetica Neue"/>
              </a:defRPr>
            </a:lvl3pPr>
            <a:lvl4pPr marL="2540000" marR="0" indent="-635000" algn="l" defTabSz="825500" latinLnBrk="0">
              <a:lnSpc>
                <a:spcPct val="100000"/>
              </a:lnSpc>
              <a:spcBef>
                <a:spcPts val="5900"/>
              </a:spcBef>
              <a:spcAft>
                <a:spcPts val="0"/>
              </a:spcAft>
              <a:buClrTx/>
              <a:buSzPct val="125000"/>
              <a:buFontTx/>
              <a:buChar char="•"/>
              <a:tabLst/>
              <a:defRPr sz="5200" b="0" i="0" u="none" strike="noStrike" cap="none" spc="0" baseline="0">
                <a:ln>
                  <a:noFill/>
                </a:ln>
                <a:solidFill>
                  <a:srgbClr val="000000"/>
                </a:solidFill>
                <a:uFillTx/>
                <a:latin typeface="Helvetica Neue"/>
                <a:ea typeface="Helvetica Neue"/>
                <a:cs typeface="Helvetica Neue"/>
                <a:sym typeface="Helvetica Neue"/>
              </a:defRPr>
            </a:lvl4pPr>
            <a:lvl5pPr marL="3175000" marR="0" indent="-635000" algn="l" defTabSz="825500" latinLnBrk="0">
              <a:lnSpc>
                <a:spcPct val="100000"/>
              </a:lnSpc>
              <a:spcBef>
                <a:spcPts val="5900"/>
              </a:spcBef>
              <a:spcAft>
                <a:spcPts val="0"/>
              </a:spcAft>
              <a:buClrTx/>
              <a:buSzPct val="125000"/>
              <a:buFontTx/>
              <a:buChar char="•"/>
              <a:tabLst/>
              <a:defRPr sz="5200" b="0" i="0" u="none" strike="noStrike" cap="none" spc="0" baseline="0">
                <a:ln>
                  <a:noFill/>
                </a:ln>
                <a:solidFill>
                  <a:srgbClr val="000000"/>
                </a:solidFill>
                <a:uFillTx/>
                <a:latin typeface="Helvetica Neue"/>
                <a:ea typeface="Helvetica Neue"/>
                <a:cs typeface="Helvetica Neue"/>
                <a:sym typeface="Helvetica Neue"/>
              </a:defRPr>
            </a:lvl5pPr>
            <a:lvl6pPr marL="3810000" marR="0" indent="-635000" algn="l" defTabSz="825500" latinLnBrk="0">
              <a:lnSpc>
                <a:spcPct val="100000"/>
              </a:lnSpc>
              <a:spcBef>
                <a:spcPts val="5900"/>
              </a:spcBef>
              <a:spcAft>
                <a:spcPts val="0"/>
              </a:spcAft>
              <a:buClrTx/>
              <a:buSzPct val="125000"/>
              <a:buFontTx/>
              <a:buChar char="•"/>
              <a:tabLst/>
              <a:defRPr sz="5200" b="0" i="0" u="none" strike="noStrike" cap="none" spc="0" baseline="0">
                <a:ln>
                  <a:noFill/>
                </a:ln>
                <a:solidFill>
                  <a:srgbClr val="000000"/>
                </a:solidFill>
                <a:uFillTx/>
                <a:latin typeface="Helvetica Neue"/>
                <a:ea typeface="Helvetica Neue"/>
                <a:cs typeface="Helvetica Neue"/>
                <a:sym typeface="Helvetica Neue"/>
              </a:defRPr>
            </a:lvl6pPr>
            <a:lvl7pPr marL="4445000" marR="0" indent="-635000" algn="l" defTabSz="825500" latinLnBrk="0">
              <a:lnSpc>
                <a:spcPct val="100000"/>
              </a:lnSpc>
              <a:spcBef>
                <a:spcPts val="5900"/>
              </a:spcBef>
              <a:spcAft>
                <a:spcPts val="0"/>
              </a:spcAft>
              <a:buClrTx/>
              <a:buSzPct val="125000"/>
              <a:buFontTx/>
              <a:buChar char="•"/>
              <a:tabLst/>
              <a:defRPr sz="5200" b="0" i="0" u="none" strike="noStrike" cap="none" spc="0" baseline="0">
                <a:ln>
                  <a:noFill/>
                </a:ln>
                <a:solidFill>
                  <a:srgbClr val="000000"/>
                </a:solidFill>
                <a:uFillTx/>
                <a:latin typeface="Helvetica Neue"/>
                <a:ea typeface="Helvetica Neue"/>
                <a:cs typeface="Helvetica Neue"/>
                <a:sym typeface="Helvetica Neue"/>
              </a:defRPr>
            </a:lvl7pPr>
            <a:lvl8pPr marL="5080000" marR="0" indent="-635000" algn="l" defTabSz="825500" latinLnBrk="0">
              <a:lnSpc>
                <a:spcPct val="100000"/>
              </a:lnSpc>
              <a:spcBef>
                <a:spcPts val="5900"/>
              </a:spcBef>
              <a:spcAft>
                <a:spcPts val="0"/>
              </a:spcAft>
              <a:buClrTx/>
              <a:buSzPct val="125000"/>
              <a:buFontTx/>
              <a:buChar char="•"/>
              <a:tabLst/>
              <a:defRPr sz="5200" b="0" i="0" u="none" strike="noStrike" cap="none" spc="0" baseline="0">
                <a:ln>
                  <a:noFill/>
                </a:ln>
                <a:solidFill>
                  <a:srgbClr val="000000"/>
                </a:solidFill>
                <a:uFillTx/>
                <a:latin typeface="Helvetica Neue"/>
                <a:ea typeface="Helvetica Neue"/>
                <a:cs typeface="Helvetica Neue"/>
                <a:sym typeface="Helvetica Neue"/>
              </a:defRPr>
            </a:lvl8pPr>
            <a:lvl9pPr marL="5715000" marR="0" indent="-635000" algn="l" defTabSz="825500" latinLnBrk="0">
              <a:lnSpc>
                <a:spcPct val="100000"/>
              </a:lnSpc>
              <a:spcBef>
                <a:spcPts val="5900"/>
              </a:spcBef>
              <a:spcAft>
                <a:spcPts val="0"/>
              </a:spcAft>
              <a:buClrTx/>
              <a:buSzPct val="125000"/>
              <a:buFontTx/>
              <a:buChar char="•"/>
              <a:tabLst/>
              <a:defRPr sz="5200" b="0" i="0" u="none" strike="noStrike" cap="none" spc="0" baseline="0">
                <a:ln>
                  <a:noFill/>
                </a:ln>
                <a:solidFill>
                  <a:srgbClr val="000000"/>
                </a:solidFill>
                <a:uFillTx/>
                <a:latin typeface="Helvetica Neue"/>
                <a:ea typeface="Helvetica Neue"/>
                <a:cs typeface="Helvetica Neue"/>
                <a:sym typeface="Helvetica Neue"/>
              </a:defRPr>
            </a:lvl9pPr>
          </a:lstStyle>
          <a:p>
            <a:pPr hangingPunct="1"/>
            <a:r>
              <a:rPr lang="en-IN" sz="1000" dirty="0">
                <a:latin typeface="Avenir Next" panose="020B0503020202020204"/>
              </a:rPr>
              <a:t>Aurigene Pharmaceutical Services</a:t>
            </a:r>
          </a:p>
        </p:txBody>
      </p:sp>
      <p:sp>
        <p:nvSpPr>
          <p:cNvPr id="2" name="Slide Number Placeholder 1">
            <a:extLst>
              <a:ext uri="{FF2B5EF4-FFF2-40B4-BE49-F238E27FC236}">
                <a16:creationId xmlns:a16="http://schemas.microsoft.com/office/drawing/2014/main" id="{13AAD408-9850-4F77-8FAE-E71D987B6F5C}"/>
              </a:ext>
            </a:extLst>
          </p:cNvPr>
          <p:cNvSpPr>
            <a:spLocks noGrp="1"/>
          </p:cNvSpPr>
          <p:nvPr>
            <p:ph type="sldNum" sz="quarter" idx="10"/>
          </p:nvPr>
        </p:nvSpPr>
        <p:spPr>
          <a:xfrm>
            <a:off x="11848307" y="69807"/>
            <a:ext cx="226619" cy="230530"/>
          </a:xfrm>
        </p:spPr>
        <p:txBody>
          <a:bodyPr/>
          <a:lstStyle>
            <a:lvl1pPr>
              <a:defRPr/>
            </a:lvl1pPr>
          </a:lstStyle>
          <a:p>
            <a:fld id="{86CB4B4D-7CA3-9044-876B-883B54F8677D}" type="slidenum">
              <a:rPr lang="en-IN" smtClean="0"/>
              <a:pPr/>
              <a:t>‹#›</a:t>
            </a:fld>
            <a:endParaRPr lang="en-IN" dirty="0"/>
          </a:p>
        </p:txBody>
      </p:sp>
    </p:spTree>
    <p:extLst>
      <p:ext uri="{BB962C8B-B14F-4D97-AF65-F5344CB8AC3E}">
        <p14:creationId xmlns:p14="http://schemas.microsoft.com/office/powerpoint/2010/main" val="271569588"/>
      </p:ext>
    </p:extLst>
  </p:cSld>
  <p:clrMapOvr>
    <a:masterClrMapping/>
  </p:clrMapOvr>
  <p:transition spd="med"/>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Title allignment">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B4EA2F08-C458-452F-8269-8977F62A85E5}"/>
              </a:ext>
            </a:extLst>
          </p:cNvPr>
          <p:cNvSpPr>
            <a:spLocks noGrp="1"/>
          </p:cNvSpPr>
          <p:nvPr>
            <p:ph type="dt" sz="half" idx="10"/>
          </p:nvPr>
        </p:nvSpPr>
        <p:spPr/>
        <p:txBody>
          <a:bodyPr/>
          <a:lstStyle>
            <a:lvl1pPr>
              <a:defRPr/>
            </a:lvl1pPr>
          </a:lstStyle>
          <a:p>
            <a:fld id="{43D95715-F1B5-4B03-80BA-58B44C9FB0D2}" type="datetime1">
              <a:rPr lang="en-US" smtClean="0"/>
              <a:pPr/>
              <a:t>7/6/2026</a:t>
            </a:fld>
            <a:endParaRPr lang="en-US" dirty="0"/>
          </a:p>
        </p:txBody>
      </p:sp>
      <p:sp>
        <p:nvSpPr>
          <p:cNvPr id="4" name="Footer Placeholder 3">
            <a:extLst>
              <a:ext uri="{FF2B5EF4-FFF2-40B4-BE49-F238E27FC236}">
                <a16:creationId xmlns:a16="http://schemas.microsoft.com/office/drawing/2014/main" id="{415B24E5-6F11-447E-B81E-8DE0DDDB1487}"/>
              </a:ext>
            </a:extLst>
          </p:cNvPr>
          <p:cNvSpPr>
            <a:spLocks noGrp="1"/>
          </p:cNvSpPr>
          <p:nvPr>
            <p:ph type="ftr" sz="quarter" idx="11"/>
          </p:nvPr>
        </p:nvSpPr>
        <p:spPr/>
        <p:txBody>
          <a:bodyPr/>
          <a:lstStyle>
            <a:lvl1pPr>
              <a:defRPr/>
            </a:lvl1pPr>
          </a:lstStyle>
          <a:p>
            <a:pPr>
              <a:defRPr/>
            </a:pPr>
            <a:r>
              <a:rPr lang="en-US" dirty="0"/>
              <a:t>© </a:t>
            </a:r>
            <a:r>
              <a:rPr lang="en-US" dirty="0" err="1"/>
              <a:t>Aurigene</a:t>
            </a:r>
            <a:r>
              <a:rPr lang="en-US" dirty="0"/>
              <a:t> Discovery Technologies Limited.</a:t>
            </a:r>
          </a:p>
        </p:txBody>
      </p:sp>
      <p:sp>
        <p:nvSpPr>
          <p:cNvPr id="5" name="Slide Number Placeholder 4">
            <a:extLst>
              <a:ext uri="{FF2B5EF4-FFF2-40B4-BE49-F238E27FC236}">
                <a16:creationId xmlns:a16="http://schemas.microsoft.com/office/drawing/2014/main" id="{6A80A36C-0016-4A2A-88F5-FC4F67086C15}"/>
              </a:ext>
            </a:extLst>
          </p:cNvPr>
          <p:cNvSpPr>
            <a:spLocks noGrp="1"/>
          </p:cNvSpPr>
          <p:nvPr>
            <p:ph type="sldNum" sz="quarter" idx="12"/>
          </p:nvPr>
        </p:nvSpPr>
        <p:spPr/>
        <p:txBody>
          <a:bodyPr/>
          <a:lstStyle>
            <a:lvl1pPr>
              <a:defRPr/>
            </a:lvl1pPr>
          </a:lstStyle>
          <a:p>
            <a:fld id="{6D901E28-B783-45A5-934D-311B12C5CFDA}" type="slidenum">
              <a:rPr lang="en-US" smtClean="0"/>
              <a:pPr/>
              <a:t>‹#›</a:t>
            </a:fld>
            <a:endParaRPr lang="en-US" dirty="0"/>
          </a:p>
        </p:txBody>
      </p:sp>
      <p:sp>
        <p:nvSpPr>
          <p:cNvPr id="6" name="Title Placeholder 1">
            <a:extLst>
              <a:ext uri="{FF2B5EF4-FFF2-40B4-BE49-F238E27FC236}">
                <a16:creationId xmlns:a16="http://schemas.microsoft.com/office/drawing/2014/main" id="{778621B9-7CAB-4232-8935-BB476C89B492}"/>
              </a:ext>
            </a:extLst>
          </p:cNvPr>
          <p:cNvSpPr>
            <a:spLocks noGrp="1"/>
          </p:cNvSpPr>
          <p:nvPr>
            <p:ph type="title"/>
          </p:nvPr>
        </p:nvSpPr>
        <p:spPr>
          <a:xfrm>
            <a:off x="609600" y="274638"/>
            <a:ext cx="10972800" cy="1143000"/>
          </a:xfrm>
          <a:prstGeom prst="rect">
            <a:avLst/>
          </a:prstGeom>
        </p:spPr>
        <p:txBody>
          <a:bodyPr vert="horz" lIns="91408" tIns="45704" rIns="91408" bIns="45704" rtlCol="0" anchor="ctr">
            <a:normAutofit/>
          </a:bodyPr>
          <a:lstStyle/>
          <a:p>
            <a:r>
              <a:rPr lang="en-US"/>
              <a:t>Click to edit Master title style</a:t>
            </a:r>
            <a:endParaRPr lang="en-US" dirty="0"/>
          </a:p>
        </p:txBody>
      </p:sp>
      <p:sp>
        <p:nvSpPr>
          <p:cNvPr id="7" name="Text Placeholder 2">
            <a:extLst>
              <a:ext uri="{FF2B5EF4-FFF2-40B4-BE49-F238E27FC236}">
                <a16:creationId xmlns:a16="http://schemas.microsoft.com/office/drawing/2014/main" id="{6C471206-3682-4429-9885-E1679C4B1458}"/>
              </a:ext>
            </a:extLst>
          </p:cNvPr>
          <p:cNvSpPr>
            <a:spLocks noGrp="1"/>
          </p:cNvSpPr>
          <p:nvPr>
            <p:ph idx="1" hasCustomPrompt="1"/>
          </p:nvPr>
        </p:nvSpPr>
        <p:spPr>
          <a:xfrm>
            <a:off x="609600" y="1600204"/>
            <a:ext cx="10972800" cy="4525963"/>
          </a:xfrm>
          <a:prstGeom prst="rect">
            <a:avLst/>
          </a:prstGeom>
        </p:spPr>
        <p:txBody>
          <a:bodyPr vert="horz" lIns="91408" tIns="45704" rIns="91408" bIns="45704" rtlCol="0">
            <a:normAutofit/>
          </a:bodyPr>
          <a:lstStyle>
            <a:lvl1pPr>
              <a:defRPr/>
            </a:lvl1pPr>
          </a:lstStyle>
          <a:p>
            <a:pPr lvl="0"/>
            <a:r>
              <a:rPr lang="en-US" dirty="0"/>
              <a:t>Click to edit Master text styles</a:t>
            </a:r>
          </a:p>
        </p:txBody>
      </p:sp>
      <p:pic>
        <p:nvPicPr>
          <p:cNvPr id="8" name="Logo-01.png" descr="Logo-01.png">
            <a:extLst>
              <a:ext uri="{FF2B5EF4-FFF2-40B4-BE49-F238E27FC236}">
                <a16:creationId xmlns:a16="http://schemas.microsoft.com/office/drawing/2014/main" id="{607CB889-276A-4D93-B5ED-99048EDECA73}"/>
              </a:ext>
            </a:extLst>
          </p:cNvPr>
          <p:cNvPicPr>
            <a:picLocks noChangeAspect="1"/>
          </p:cNvPicPr>
          <p:nvPr userDrawn="1"/>
        </p:nvPicPr>
        <p:blipFill>
          <a:blip r:embed="rId2" cstate="print"/>
          <a:stretch>
            <a:fillRect/>
          </a:stretch>
        </p:blipFill>
        <p:spPr>
          <a:xfrm>
            <a:off x="10134791" y="5608977"/>
            <a:ext cx="1649095" cy="1005725"/>
          </a:xfrm>
          <a:prstGeom prst="rect">
            <a:avLst/>
          </a:prstGeom>
          <a:ln w="12700">
            <a:miter lim="400000"/>
          </a:ln>
        </p:spPr>
      </p:pic>
    </p:spTree>
    <p:extLst>
      <p:ext uri="{BB962C8B-B14F-4D97-AF65-F5344CB8AC3E}">
        <p14:creationId xmlns:p14="http://schemas.microsoft.com/office/powerpoint/2010/main" val="3608839595"/>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Team ">
    <p:spTree>
      <p:nvGrpSpPr>
        <p:cNvPr id="1" name=""/>
        <p:cNvGrpSpPr/>
        <p:nvPr/>
      </p:nvGrpSpPr>
      <p:grpSpPr>
        <a:xfrm>
          <a:off x="0" y="0"/>
          <a:ext cx="0" cy="0"/>
          <a:chOff x="0" y="0"/>
          <a:chExt cx="0" cy="0"/>
        </a:xfrm>
      </p:grpSpPr>
      <p:sp>
        <p:nvSpPr>
          <p:cNvPr id="5" name="Rectangle: Top Corners Rounded 4">
            <a:extLst>
              <a:ext uri="{FF2B5EF4-FFF2-40B4-BE49-F238E27FC236}">
                <a16:creationId xmlns:a16="http://schemas.microsoft.com/office/drawing/2014/main" id="{B91A756A-3339-4A5E-B01D-FAAB9EFCAD95}"/>
              </a:ext>
            </a:extLst>
          </p:cNvPr>
          <p:cNvSpPr/>
          <p:nvPr userDrawn="1"/>
        </p:nvSpPr>
        <p:spPr>
          <a:xfrm>
            <a:off x="1" y="0"/>
            <a:ext cx="12191999" cy="4113036"/>
          </a:xfrm>
          <a:prstGeom prst="round2SameRect">
            <a:avLst>
              <a:gd name="adj1" fmla="val 0"/>
              <a:gd name="adj2" fmla="val 0"/>
            </a:avLst>
          </a:prstGeom>
          <a:solidFill>
            <a:srgbClr val="1AB587"/>
          </a:solidFill>
          <a:ln>
            <a:noFill/>
          </a:ln>
          <a:effectLst>
            <a:outerShdw blurRad="444500" sx="102000" sy="102000" algn="ctr" rotWithShape="0">
              <a:prstClr val="black">
                <a:alpha val="6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dirty="0">
              <a:solidFill>
                <a:schemeClr val="bg1"/>
              </a:solidFill>
              <a:latin typeface="Quicksand SemiBold" pitchFamily="2" charset="0"/>
              <a:ea typeface="Open Sans" panose="020B0606030504020204" pitchFamily="34" charset="0"/>
              <a:cs typeface="Poppins" panose="00000500000000000000" pitchFamily="2" charset="0"/>
            </a:endParaRPr>
          </a:p>
        </p:txBody>
      </p:sp>
    </p:spTree>
    <p:extLst>
      <p:ext uri="{BB962C8B-B14F-4D97-AF65-F5344CB8AC3E}">
        <p14:creationId xmlns:p14="http://schemas.microsoft.com/office/powerpoint/2010/main" val="2317961596"/>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Process 1">
    <p:spTree>
      <p:nvGrpSpPr>
        <p:cNvPr id="1" name=""/>
        <p:cNvGrpSpPr/>
        <p:nvPr/>
      </p:nvGrpSpPr>
      <p:grpSpPr>
        <a:xfrm>
          <a:off x="0" y="0"/>
          <a:ext cx="0" cy="0"/>
          <a:chOff x="0" y="0"/>
          <a:chExt cx="0" cy="0"/>
        </a:xfrm>
      </p:grpSpPr>
    </p:spTree>
    <p:extLst>
      <p:ext uri="{BB962C8B-B14F-4D97-AF65-F5344CB8AC3E}">
        <p14:creationId xmlns:p14="http://schemas.microsoft.com/office/powerpoint/2010/main" val="3527252741"/>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Title &amp; Subtitle">
    <p:bg>
      <p:bgPr>
        <a:solidFill>
          <a:srgbClr val="FFFFFF"/>
        </a:solidFill>
        <a:effectLst/>
      </p:bgPr>
    </p:bg>
    <p:spTree>
      <p:nvGrpSpPr>
        <p:cNvPr id="1" name=""/>
        <p:cNvGrpSpPr/>
        <p:nvPr/>
      </p:nvGrpSpPr>
      <p:grpSpPr>
        <a:xfrm>
          <a:off x="0" y="0"/>
          <a:ext cx="0" cy="0"/>
          <a:chOff x="0" y="0"/>
          <a:chExt cx="0" cy="0"/>
        </a:xfrm>
      </p:grpSpPr>
      <p:sp>
        <p:nvSpPr>
          <p:cNvPr id="13" name="Slide Number"/>
          <p:cNvSpPr txBox="1">
            <a:spLocks noGrp="1"/>
          </p:cNvSpPr>
          <p:nvPr>
            <p:ph type="sldNum" sz="quarter" idx="2"/>
          </p:nvPr>
        </p:nvSpPr>
        <p:spPr>
          <a:prstGeom prst="rect">
            <a:avLst/>
          </a:prstGeom>
        </p:spPr>
        <p:txBody>
          <a:bodyPr/>
          <a:lstStyle>
            <a:lvl1pPr>
              <a:defRPr/>
            </a:lvl1pPr>
          </a:lstStyle>
          <a:p>
            <a:fld id="{86CB4B4D-7CA3-9044-876B-883B54F8677D}" type="slidenum">
              <a:rPr lang="en-US" smtClean="0"/>
              <a:pPr/>
              <a:t>‹#›</a:t>
            </a:fld>
            <a:endParaRPr lang="en-US" dirty="0"/>
          </a:p>
        </p:txBody>
      </p:sp>
      <p:sp>
        <p:nvSpPr>
          <p:cNvPr id="4" name="Picture Placeholder 3"/>
          <p:cNvSpPr>
            <a:spLocks noGrp="1"/>
          </p:cNvSpPr>
          <p:nvPr>
            <p:ph type="pic" sz="quarter" idx="14"/>
          </p:nvPr>
        </p:nvSpPr>
        <p:spPr>
          <a:xfrm>
            <a:off x="10097395" y="5740400"/>
            <a:ext cx="1485005" cy="1030629"/>
          </a:xfrm>
          <a:blipFill>
            <a:blip r:embed="rId2"/>
            <a:stretch>
              <a:fillRect/>
            </a:stretch>
          </a:blipFill>
        </p:spPr>
        <p:txBody>
          <a:bodyPr/>
          <a:lstStyle>
            <a:lvl1pPr marL="0" indent="0">
              <a:buNone/>
              <a:defRPr/>
            </a:lvl1pPr>
          </a:lstStyle>
          <a:p>
            <a:r>
              <a:rPr lang="en-US" dirty="0"/>
              <a:t>Click icon to add picture</a:t>
            </a:r>
            <a:endParaRPr lang="en-IN" dirty="0"/>
          </a:p>
        </p:txBody>
      </p:sp>
      <p:sp>
        <p:nvSpPr>
          <p:cNvPr id="7" name="Picture Placeholder 6"/>
          <p:cNvSpPr>
            <a:spLocks noGrp="1"/>
          </p:cNvSpPr>
          <p:nvPr>
            <p:ph type="pic" sz="quarter" idx="15"/>
          </p:nvPr>
        </p:nvSpPr>
        <p:spPr>
          <a:xfrm>
            <a:off x="343694" y="6324600"/>
            <a:ext cx="5635822" cy="446429"/>
          </a:xfrm>
          <a:blipFill>
            <a:blip r:embed="rId3"/>
            <a:stretch>
              <a:fillRect/>
            </a:stretch>
          </a:blipFill>
        </p:spPr>
        <p:txBody>
          <a:bodyPr/>
          <a:lstStyle>
            <a:lvl1pPr marL="0" indent="0">
              <a:buNone/>
              <a:defRPr/>
            </a:lvl1pPr>
          </a:lstStyle>
          <a:p>
            <a:r>
              <a:rPr lang="en-US" dirty="0"/>
              <a:t>Click icon to add picture</a:t>
            </a:r>
            <a:endParaRPr lang="en-IN" dirty="0"/>
          </a:p>
        </p:txBody>
      </p:sp>
    </p:spTree>
    <p:extLst>
      <p:ext uri="{BB962C8B-B14F-4D97-AF65-F5344CB8AC3E}">
        <p14:creationId xmlns:p14="http://schemas.microsoft.com/office/powerpoint/2010/main" val="2158779286"/>
      </p:ext>
    </p:extLst>
  </p:cSld>
  <p:clrMapOvr>
    <a:masterClrMapping/>
  </p:clrMapOvr>
  <p:transition spd="med"/>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Title allignment">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B4EA2F08-C458-452F-8269-8977F62A85E5}"/>
              </a:ext>
            </a:extLst>
          </p:cNvPr>
          <p:cNvSpPr>
            <a:spLocks noGrp="1"/>
          </p:cNvSpPr>
          <p:nvPr>
            <p:ph type="dt" sz="half" idx="10"/>
          </p:nvPr>
        </p:nvSpPr>
        <p:spPr/>
        <p:txBody>
          <a:bodyPr/>
          <a:lstStyle>
            <a:lvl1pPr>
              <a:defRPr/>
            </a:lvl1pPr>
          </a:lstStyle>
          <a:p>
            <a:fld id="{43D95715-F1B5-4B03-80BA-58B44C9FB0D2}" type="datetime1">
              <a:rPr lang="en-US" smtClean="0"/>
              <a:pPr/>
              <a:t>7/6/2026</a:t>
            </a:fld>
            <a:endParaRPr lang="en-US" dirty="0"/>
          </a:p>
        </p:txBody>
      </p:sp>
      <p:sp>
        <p:nvSpPr>
          <p:cNvPr id="4" name="Footer Placeholder 3">
            <a:extLst>
              <a:ext uri="{FF2B5EF4-FFF2-40B4-BE49-F238E27FC236}">
                <a16:creationId xmlns:a16="http://schemas.microsoft.com/office/drawing/2014/main" id="{415B24E5-6F11-447E-B81E-8DE0DDDB1487}"/>
              </a:ext>
            </a:extLst>
          </p:cNvPr>
          <p:cNvSpPr>
            <a:spLocks noGrp="1"/>
          </p:cNvSpPr>
          <p:nvPr>
            <p:ph type="ftr" sz="quarter" idx="11"/>
          </p:nvPr>
        </p:nvSpPr>
        <p:spPr/>
        <p:txBody>
          <a:bodyPr/>
          <a:lstStyle>
            <a:lvl1pPr>
              <a:defRPr/>
            </a:lvl1pPr>
          </a:lstStyle>
          <a:p>
            <a:pPr>
              <a:defRPr/>
            </a:pPr>
            <a:r>
              <a:rPr lang="en-US" dirty="0"/>
              <a:t>© </a:t>
            </a:r>
            <a:r>
              <a:rPr lang="en-US" dirty="0" err="1"/>
              <a:t>Aurigene</a:t>
            </a:r>
            <a:r>
              <a:rPr lang="en-US" dirty="0"/>
              <a:t> Discovery Technologies Limited.</a:t>
            </a:r>
          </a:p>
        </p:txBody>
      </p:sp>
      <p:sp>
        <p:nvSpPr>
          <p:cNvPr id="5" name="Slide Number Placeholder 4">
            <a:extLst>
              <a:ext uri="{FF2B5EF4-FFF2-40B4-BE49-F238E27FC236}">
                <a16:creationId xmlns:a16="http://schemas.microsoft.com/office/drawing/2014/main" id="{6A80A36C-0016-4A2A-88F5-FC4F67086C15}"/>
              </a:ext>
            </a:extLst>
          </p:cNvPr>
          <p:cNvSpPr>
            <a:spLocks noGrp="1"/>
          </p:cNvSpPr>
          <p:nvPr>
            <p:ph type="sldNum" sz="quarter" idx="12"/>
          </p:nvPr>
        </p:nvSpPr>
        <p:spPr/>
        <p:txBody>
          <a:bodyPr/>
          <a:lstStyle>
            <a:lvl1pPr>
              <a:defRPr/>
            </a:lvl1pPr>
          </a:lstStyle>
          <a:p>
            <a:fld id="{6D901E28-B783-45A5-934D-311B12C5CFDA}" type="slidenum">
              <a:rPr lang="en-US" smtClean="0"/>
              <a:pPr/>
              <a:t>‹#›</a:t>
            </a:fld>
            <a:endParaRPr lang="en-US" dirty="0"/>
          </a:p>
        </p:txBody>
      </p:sp>
      <p:sp>
        <p:nvSpPr>
          <p:cNvPr id="6" name="Title Placeholder 1">
            <a:extLst>
              <a:ext uri="{FF2B5EF4-FFF2-40B4-BE49-F238E27FC236}">
                <a16:creationId xmlns:a16="http://schemas.microsoft.com/office/drawing/2014/main" id="{778621B9-7CAB-4232-8935-BB476C89B492}"/>
              </a:ext>
            </a:extLst>
          </p:cNvPr>
          <p:cNvSpPr>
            <a:spLocks noGrp="1"/>
          </p:cNvSpPr>
          <p:nvPr>
            <p:ph type="title"/>
          </p:nvPr>
        </p:nvSpPr>
        <p:spPr>
          <a:xfrm>
            <a:off x="609600" y="274638"/>
            <a:ext cx="10972800" cy="1143000"/>
          </a:xfrm>
          <a:prstGeom prst="rect">
            <a:avLst/>
          </a:prstGeom>
        </p:spPr>
        <p:txBody>
          <a:bodyPr vert="horz" lIns="91408" tIns="45704" rIns="91408" bIns="45704" rtlCol="0" anchor="ctr">
            <a:normAutofit/>
          </a:bodyPr>
          <a:lstStyle/>
          <a:p>
            <a:r>
              <a:rPr lang="en-US"/>
              <a:t>Click to edit Master title style</a:t>
            </a:r>
            <a:endParaRPr lang="en-US" dirty="0"/>
          </a:p>
        </p:txBody>
      </p:sp>
      <p:sp>
        <p:nvSpPr>
          <p:cNvPr id="7" name="Text Placeholder 2">
            <a:extLst>
              <a:ext uri="{FF2B5EF4-FFF2-40B4-BE49-F238E27FC236}">
                <a16:creationId xmlns:a16="http://schemas.microsoft.com/office/drawing/2014/main" id="{6C471206-3682-4429-9885-E1679C4B1458}"/>
              </a:ext>
            </a:extLst>
          </p:cNvPr>
          <p:cNvSpPr>
            <a:spLocks noGrp="1"/>
          </p:cNvSpPr>
          <p:nvPr>
            <p:ph idx="1" hasCustomPrompt="1"/>
          </p:nvPr>
        </p:nvSpPr>
        <p:spPr>
          <a:xfrm>
            <a:off x="609600" y="1600203"/>
            <a:ext cx="10972800" cy="4525963"/>
          </a:xfrm>
          <a:prstGeom prst="rect">
            <a:avLst/>
          </a:prstGeom>
        </p:spPr>
        <p:txBody>
          <a:bodyPr vert="horz" lIns="91408" tIns="45704" rIns="91408" bIns="45704" rtlCol="0">
            <a:normAutofit/>
          </a:bodyPr>
          <a:lstStyle>
            <a:lvl1pPr>
              <a:defRPr/>
            </a:lvl1pPr>
          </a:lstStyle>
          <a:p>
            <a:pPr lvl="0"/>
            <a:r>
              <a:rPr lang="en-US" dirty="0"/>
              <a:t>Click to edit Master text styles</a:t>
            </a:r>
          </a:p>
        </p:txBody>
      </p:sp>
    </p:spTree>
    <p:extLst>
      <p:ext uri="{BB962C8B-B14F-4D97-AF65-F5344CB8AC3E}">
        <p14:creationId xmlns:p14="http://schemas.microsoft.com/office/powerpoint/2010/main" val="130622052"/>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A picture containing umbrella&#10;&#10;Description automatically generated">
            <a:extLst>
              <a:ext uri="{FF2B5EF4-FFF2-40B4-BE49-F238E27FC236}">
                <a16:creationId xmlns:a16="http://schemas.microsoft.com/office/drawing/2014/main" id="{BB6A8832-E123-264F-9AF4-DA72723EF46D}"/>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 y="0"/>
            <a:ext cx="12190413" cy="6858000"/>
          </a:xfrm>
          <a:prstGeom prst="rect">
            <a:avLst/>
          </a:prstGeom>
        </p:spPr>
      </p:pic>
      <p:pic>
        <p:nvPicPr>
          <p:cNvPr id="8" name="Logo-01.png" descr="Logo-01.png"/>
          <p:cNvPicPr>
            <a:picLocks noChangeAspect="1"/>
          </p:cNvPicPr>
          <p:nvPr userDrawn="1"/>
        </p:nvPicPr>
        <p:blipFill>
          <a:blip r:embed="rId3" cstate="print"/>
          <a:stretch>
            <a:fillRect/>
          </a:stretch>
        </p:blipFill>
        <p:spPr>
          <a:xfrm>
            <a:off x="518315" y="5336626"/>
            <a:ext cx="1464818" cy="893341"/>
          </a:xfrm>
          <a:prstGeom prst="rect">
            <a:avLst/>
          </a:prstGeom>
          <a:ln w="12700">
            <a:miter lim="400000"/>
          </a:ln>
        </p:spPr>
      </p:pic>
      <p:sp>
        <p:nvSpPr>
          <p:cNvPr id="2" name="Title 1"/>
          <p:cNvSpPr>
            <a:spLocks noGrp="1"/>
          </p:cNvSpPr>
          <p:nvPr>
            <p:ph type="ctrTitle"/>
          </p:nvPr>
        </p:nvSpPr>
        <p:spPr>
          <a:xfrm>
            <a:off x="534124" y="609600"/>
            <a:ext cx="10363200" cy="1470025"/>
          </a:xfrm>
        </p:spPr>
        <p:txBody>
          <a:bodyPr>
            <a:normAutofit/>
          </a:bodyPr>
          <a:lstStyle>
            <a:lvl1pPr marL="0" algn="l" defTabSz="1088639" rtl="0" eaLnBrk="1" latinLnBrk="0" hangingPunct="1">
              <a:spcBef>
                <a:spcPct val="0"/>
              </a:spcBef>
              <a:buNone/>
              <a:defRPr lang="en-US" sz="3300" b="1" kern="1200" dirty="0" smtClean="0">
                <a:solidFill>
                  <a:schemeClr val="tx1"/>
                </a:solidFill>
                <a:latin typeface="Avenir Next" panose="020B0503020202020204"/>
                <a:ea typeface="Raleway Black"/>
                <a:cs typeface="Avenir Next" panose="020B0503020202020204"/>
                <a:sym typeface="Raleway Black"/>
              </a:defRPr>
            </a:lvl1pPr>
          </a:lstStyle>
          <a:p>
            <a:r>
              <a:rPr lang="en-US" dirty="0"/>
              <a:t>Click to edit Master title style</a:t>
            </a:r>
          </a:p>
        </p:txBody>
      </p:sp>
      <p:sp>
        <p:nvSpPr>
          <p:cNvPr id="3" name="Subtitle 2"/>
          <p:cNvSpPr>
            <a:spLocks noGrp="1"/>
          </p:cNvSpPr>
          <p:nvPr>
            <p:ph type="subTitle" idx="1"/>
          </p:nvPr>
        </p:nvSpPr>
        <p:spPr>
          <a:xfrm>
            <a:off x="534124" y="2247900"/>
            <a:ext cx="8534400" cy="723900"/>
          </a:xfrm>
        </p:spPr>
        <p:txBody>
          <a:bodyPr>
            <a:normAutofit/>
          </a:bodyPr>
          <a:lstStyle>
            <a:lvl1pPr marL="0" indent="0" algn="l" defTabSz="1088639" rtl="0" eaLnBrk="1" latinLnBrk="0" hangingPunct="1">
              <a:spcBef>
                <a:spcPct val="20000"/>
              </a:spcBef>
              <a:buFont typeface="Arial" pitchFamily="34" charset="0"/>
              <a:buNone/>
              <a:defRPr lang="en-US" sz="2550" b="0" kern="1200" dirty="0" smtClean="0">
                <a:solidFill>
                  <a:schemeClr val="tx1"/>
                </a:solidFill>
                <a:latin typeface="Avenir Next" panose="020B0503020202020204"/>
                <a:ea typeface="Avenir Next" panose="020B0503020202020204"/>
                <a:cs typeface="Arial" panose="020B0604020202020204" pitchFamily="34" charset="0"/>
                <a:sym typeface="Avenir Next Demi Bold"/>
              </a:defRPr>
            </a:lvl1pPr>
            <a:lvl2pPr marL="228520" indent="0" algn="ctr">
              <a:buNone/>
              <a:defRPr>
                <a:solidFill>
                  <a:schemeClr val="tx1">
                    <a:tint val="75000"/>
                  </a:schemeClr>
                </a:solidFill>
              </a:defRPr>
            </a:lvl2pPr>
            <a:lvl3pPr marL="457039" indent="0" algn="ctr">
              <a:buNone/>
              <a:defRPr>
                <a:solidFill>
                  <a:schemeClr val="tx1">
                    <a:tint val="75000"/>
                  </a:schemeClr>
                </a:solidFill>
              </a:defRPr>
            </a:lvl3pPr>
            <a:lvl4pPr marL="685559" indent="0" algn="ctr">
              <a:buNone/>
              <a:defRPr>
                <a:solidFill>
                  <a:schemeClr val="tx1">
                    <a:tint val="75000"/>
                  </a:schemeClr>
                </a:solidFill>
              </a:defRPr>
            </a:lvl4pPr>
            <a:lvl5pPr marL="914078" indent="0" algn="ctr">
              <a:buNone/>
              <a:defRPr>
                <a:solidFill>
                  <a:schemeClr val="tx1">
                    <a:tint val="75000"/>
                  </a:schemeClr>
                </a:solidFill>
              </a:defRPr>
            </a:lvl5pPr>
            <a:lvl6pPr marL="1142598" indent="0" algn="ctr">
              <a:buNone/>
              <a:defRPr>
                <a:solidFill>
                  <a:schemeClr val="tx1">
                    <a:tint val="75000"/>
                  </a:schemeClr>
                </a:solidFill>
              </a:defRPr>
            </a:lvl6pPr>
            <a:lvl7pPr marL="1371117" indent="0" algn="ctr">
              <a:buNone/>
              <a:defRPr>
                <a:solidFill>
                  <a:schemeClr val="tx1">
                    <a:tint val="75000"/>
                  </a:schemeClr>
                </a:solidFill>
              </a:defRPr>
            </a:lvl7pPr>
            <a:lvl8pPr marL="1599636" indent="0" algn="ctr">
              <a:buNone/>
              <a:defRPr>
                <a:solidFill>
                  <a:schemeClr val="tx1">
                    <a:tint val="75000"/>
                  </a:schemeClr>
                </a:solidFill>
              </a:defRPr>
            </a:lvl8pPr>
            <a:lvl9pPr marL="1828156"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lvl1pPr>
              <a:defRPr/>
            </a:lvl1pPr>
          </a:lstStyle>
          <a:p>
            <a:fld id="{868EB932-6DE3-4403-9AB9-72DEF5D4CFE9}" type="datetime1">
              <a:rPr lang="en-US" smtClean="0"/>
              <a:pPr/>
              <a:t>7/6/2026</a:t>
            </a:fld>
            <a:endParaRPr lang="en-US" dirty="0"/>
          </a:p>
        </p:txBody>
      </p:sp>
      <p:sp>
        <p:nvSpPr>
          <p:cNvPr id="5" name="Footer Placeholder 4"/>
          <p:cNvSpPr>
            <a:spLocks noGrp="1"/>
          </p:cNvSpPr>
          <p:nvPr>
            <p:ph type="ftr" sz="quarter" idx="11"/>
          </p:nvPr>
        </p:nvSpPr>
        <p:spPr/>
        <p:txBody>
          <a:bodyPr/>
          <a:lstStyle>
            <a:lvl1pPr>
              <a:defRPr sz="900"/>
            </a:lvl1pPr>
          </a:lstStyle>
          <a:p>
            <a:r>
              <a:rPr lang="en-US" dirty="0">
                <a:latin typeface="Garamond" pitchFamily="18" charset="0"/>
              </a:rPr>
              <a:t>© </a:t>
            </a:r>
            <a:r>
              <a:rPr lang="en-US" dirty="0" err="1">
                <a:latin typeface="Garamond" pitchFamily="18" charset="0"/>
              </a:rPr>
              <a:t>Aurigene</a:t>
            </a:r>
            <a:r>
              <a:rPr lang="en-US" dirty="0">
                <a:latin typeface="Garamond" pitchFamily="18" charset="0"/>
              </a:rPr>
              <a:t> Discovery Technologies Limited.</a:t>
            </a:r>
          </a:p>
        </p:txBody>
      </p:sp>
      <p:sp>
        <p:nvSpPr>
          <p:cNvPr id="6" name="Slide Number Placeholder 5"/>
          <p:cNvSpPr>
            <a:spLocks noGrp="1"/>
          </p:cNvSpPr>
          <p:nvPr>
            <p:ph type="sldNum" sz="quarter" idx="12"/>
          </p:nvPr>
        </p:nvSpPr>
        <p:spPr/>
        <p:txBody>
          <a:bodyPr/>
          <a:lstStyle>
            <a:lvl1pPr>
              <a:defRPr/>
            </a:lvl1pPr>
          </a:lstStyle>
          <a:p>
            <a:fld id="{6D901E28-B783-45A5-934D-311B12C5CFDA}" type="slidenum">
              <a:rPr lang="en-US" smtClean="0"/>
              <a:pPr/>
              <a:t>‹#›</a:t>
            </a:fld>
            <a:endParaRPr lang="en-US" dirty="0"/>
          </a:p>
        </p:txBody>
      </p:sp>
    </p:spTree>
    <p:extLst>
      <p:ext uri="{BB962C8B-B14F-4D97-AF65-F5344CB8AC3E}">
        <p14:creationId xmlns:p14="http://schemas.microsoft.com/office/powerpoint/2010/main" val="989911648"/>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pic>
        <p:nvPicPr>
          <p:cNvPr id="9" name="Picture 8" descr="img_1.JPG"/>
          <p:cNvPicPr>
            <a:picLocks noChangeAspect="1"/>
          </p:cNvPicPr>
          <p:nvPr userDrawn="1"/>
        </p:nvPicPr>
        <p:blipFill>
          <a:blip r:embed="rId2" cstate="print"/>
          <a:stretch>
            <a:fillRect/>
          </a:stretch>
        </p:blipFill>
        <p:spPr>
          <a:xfrm>
            <a:off x="794" y="0"/>
            <a:ext cx="12190413" cy="6858000"/>
          </a:xfrm>
          <a:prstGeom prst="rect">
            <a:avLst/>
          </a:prstGeom>
        </p:spPr>
      </p:pic>
      <p:sp>
        <p:nvSpPr>
          <p:cNvPr id="2" name="Title 1"/>
          <p:cNvSpPr>
            <a:spLocks noGrp="1"/>
          </p:cNvSpPr>
          <p:nvPr>
            <p:ph type="ctrTitle"/>
          </p:nvPr>
        </p:nvSpPr>
        <p:spPr>
          <a:xfrm>
            <a:off x="534125" y="1714500"/>
            <a:ext cx="7085678" cy="1470025"/>
          </a:xfrm>
        </p:spPr>
        <p:txBody>
          <a:bodyPr>
            <a:noAutofit/>
          </a:bodyPr>
          <a:lstStyle>
            <a:lvl1pPr marL="0" marR="0" indent="0" algn="l" defTabSz="412750" rtl="0" eaLnBrk="1" fontAlgn="auto" latinLnBrk="0" hangingPunct="0">
              <a:lnSpc>
                <a:spcPct val="100000"/>
              </a:lnSpc>
              <a:spcBef>
                <a:spcPts val="0"/>
              </a:spcBef>
              <a:spcAft>
                <a:spcPts val="0"/>
              </a:spcAft>
              <a:buClrTx/>
              <a:buSzTx/>
              <a:buFontTx/>
              <a:buNone/>
              <a:tabLst/>
              <a:defRPr kumimoji="0" lang="en-US" sz="5000" b="1" i="0" u="none" strike="noStrike" kern="1200" cap="none" spc="0" normalizeH="0" baseline="0" dirty="0" smtClean="0">
                <a:ln>
                  <a:noFill/>
                </a:ln>
                <a:solidFill>
                  <a:srgbClr val="FFFFFF"/>
                </a:solidFill>
                <a:effectLst/>
                <a:uFillTx/>
                <a:latin typeface="Avenir Next" panose="020B0503020202020204"/>
                <a:ea typeface="Raleway Black"/>
                <a:cs typeface="Avenir Next" panose="020B0503020202020204"/>
                <a:sym typeface="Raleway Black"/>
              </a:defRPr>
            </a:lvl1pPr>
          </a:lstStyle>
          <a:p>
            <a:r>
              <a:rPr lang="en-US" dirty="0"/>
              <a:t>Click to edit Master title style</a:t>
            </a:r>
          </a:p>
        </p:txBody>
      </p:sp>
      <p:sp>
        <p:nvSpPr>
          <p:cNvPr id="3" name="Subtitle 2"/>
          <p:cNvSpPr>
            <a:spLocks noGrp="1"/>
          </p:cNvSpPr>
          <p:nvPr>
            <p:ph type="subTitle" idx="1"/>
          </p:nvPr>
        </p:nvSpPr>
        <p:spPr>
          <a:xfrm>
            <a:off x="496030" y="3543300"/>
            <a:ext cx="8534400" cy="723900"/>
          </a:xfrm>
        </p:spPr>
        <p:txBody>
          <a:bodyPr>
            <a:normAutofit/>
          </a:bodyPr>
          <a:lstStyle>
            <a:lvl1pPr marL="0" indent="0" algn="l" defTabSz="1088639" rtl="0" eaLnBrk="1" latinLnBrk="0" hangingPunct="1">
              <a:spcBef>
                <a:spcPct val="20000"/>
              </a:spcBef>
              <a:buFont typeface="Arial" pitchFamily="34" charset="0"/>
              <a:buNone/>
              <a:defRPr lang="en-US" sz="2550" b="0" kern="1200" dirty="0" smtClean="0">
                <a:solidFill>
                  <a:schemeClr val="bg1"/>
                </a:solidFill>
                <a:latin typeface="Avenir Next" panose="020B0503020202020204"/>
                <a:ea typeface="Avenir Next" panose="020B0503020202020204"/>
                <a:cs typeface="Arial" panose="020B0604020202020204" pitchFamily="34" charset="0"/>
                <a:sym typeface="Avenir Next Demi Bold"/>
              </a:defRPr>
            </a:lvl1pPr>
            <a:lvl2pPr marL="228520" indent="0" algn="ctr">
              <a:buNone/>
              <a:defRPr>
                <a:solidFill>
                  <a:schemeClr val="tx1">
                    <a:tint val="75000"/>
                  </a:schemeClr>
                </a:solidFill>
              </a:defRPr>
            </a:lvl2pPr>
            <a:lvl3pPr marL="457039" indent="0" algn="ctr">
              <a:buNone/>
              <a:defRPr>
                <a:solidFill>
                  <a:schemeClr val="tx1">
                    <a:tint val="75000"/>
                  </a:schemeClr>
                </a:solidFill>
              </a:defRPr>
            </a:lvl3pPr>
            <a:lvl4pPr marL="685559" indent="0" algn="ctr">
              <a:buNone/>
              <a:defRPr>
                <a:solidFill>
                  <a:schemeClr val="tx1">
                    <a:tint val="75000"/>
                  </a:schemeClr>
                </a:solidFill>
              </a:defRPr>
            </a:lvl4pPr>
            <a:lvl5pPr marL="914078" indent="0" algn="ctr">
              <a:buNone/>
              <a:defRPr>
                <a:solidFill>
                  <a:schemeClr val="tx1">
                    <a:tint val="75000"/>
                  </a:schemeClr>
                </a:solidFill>
              </a:defRPr>
            </a:lvl5pPr>
            <a:lvl6pPr marL="1142598" indent="0" algn="ctr">
              <a:buNone/>
              <a:defRPr>
                <a:solidFill>
                  <a:schemeClr val="tx1">
                    <a:tint val="75000"/>
                  </a:schemeClr>
                </a:solidFill>
              </a:defRPr>
            </a:lvl6pPr>
            <a:lvl7pPr marL="1371117" indent="0" algn="ctr">
              <a:buNone/>
              <a:defRPr>
                <a:solidFill>
                  <a:schemeClr val="tx1">
                    <a:tint val="75000"/>
                  </a:schemeClr>
                </a:solidFill>
              </a:defRPr>
            </a:lvl7pPr>
            <a:lvl8pPr marL="1599636" indent="0" algn="ctr">
              <a:buNone/>
              <a:defRPr>
                <a:solidFill>
                  <a:schemeClr val="tx1">
                    <a:tint val="75000"/>
                  </a:schemeClr>
                </a:solidFill>
              </a:defRPr>
            </a:lvl8pPr>
            <a:lvl9pPr marL="1828156"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lvl1pPr>
              <a:defRPr>
                <a:solidFill>
                  <a:schemeClr val="bg1"/>
                </a:solidFill>
              </a:defRPr>
            </a:lvl1pPr>
          </a:lstStyle>
          <a:p>
            <a:fld id="{531323AE-AB4C-48D3-A10A-AAC5B165E07B}" type="datetime1">
              <a:rPr lang="en-US" smtClean="0"/>
              <a:pPr/>
              <a:t>7/6/2026</a:t>
            </a:fld>
            <a:endParaRPr lang="en-US" dirty="0"/>
          </a:p>
        </p:txBody>
      </p:sp>
      <p:sp>
        <p:nvSpPr>
          <p:cNvPr id="6" name="Slide Number Placeholder 5"/>
          <p:cNvSpPr>
            <a:spLocks noGrp="1"/>
          </p:cNvSpPr>
          <p:nvPr>
            <p:ph type="sldNum" sz="quarter" idx="12"/>
          </p:nvPr>
        </p:nvSpPr>
        <p:spPr/>
        <p:txBody>
          <a:bodyPr/>
          <a:lstStyle>
            <a:lvl1pPr>
              <a:defRPr/>
            </a:lvl1pPr>
          </a:lstStyle>
          <a:p>
            <a:fld id="{6D901E28-B783-45A5-934D-311B12C5CFDA}" type="slidenum">
              <a:rPr lang="en-US" smtClean="0"/>
              <a:pPr/>
              <a:t>‹#›</a:t>
            </a:fld>
            <a:endParaRPr lang="en-US" dirty="0"/>
          </a:p>
        </p:txBody>
      </p:sp>
    </p:spTree>
    <p:extLst>
      <p:ext uri="{BB962C8B-B14F-4D97-AF65-F5344CB8AC3E}">
        <p14:creationId xmlns:p14="http://schemas.microsoft.com/office/powerpoint/2010/main" val="1789972504"/>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title" preserve="1">
  <p:cSld name="2_Title Slide">
    <p:spTree>
      <p:nvGrpSpPr>
        <p:cNvPr id="1" name=""/>
        <p:cNvGrpSpPr/>
        <p:nvPr/>
      </p:nvGrpSpPr>
      <p:grpSpPr>
        <a:xfrm>
          <a:off x="0" y="0"/>
          <a:ext cx="0" cy="0"/>
          <a:chOff x="0" y="0"/>
          <a:chExt cx="0" cy="0"/>
        </a:xfrm>
      </p:grpSpPr>
      <p:pic>
        <p:nvPicPr>
          <p:cNvPr id="11" name="Picture 10" descr="A picture containing holding, computer&#10;&#10;Description automatically generated">
            <a:extLst>
              <a:ext uri="{FF2B5EF4-FFF2-40B4-BE49-F238E27FC236}">
                <a16:creationId xmlns:a16="http://schemas.microsoft.com/office/drawing/2014/main" id="{E89A415A-1229-6149-A159-82344678E22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 y="0"/>
            <a:ext cx="12190413" cy="6858000"/>
          </a:xfrm>
          <a:prstGeom prst="rect">
            <a:avLst/>
          </a:prstGeom>
        </p:spPr>
      </p:pic>
      <p:sp>
        <p:nvSpPr>
          <p:cNvPr id="2" name="Title 1"/>
          <p:cNvSpPr>
            <a:spLocks noGrp="1"/>
          </p:cNvSpPr>
          <p:nvPr>
            <p:ph type="ctrTitle"/>
          </p:nvPr>
        </p:nvSpPr>
        <p:spPr>
          <a:xfrm>
            <a:off x="534125" y="1714500"/>
            <a:ext cx="7085678" cy="1470025"/>
          </a:xfrm>
        </p:spPr>
        <p:txBody>
          <a:bodyPr>
            <a:noAutofit/>
          </a:bodyPr>
          <a:lstStyle>
            <a:lvl1pPr marL="0" marR="0" indent="0" algn="l" defTabSz="412750" rtl="0" eaLnBrk="1" fontAlgn="auto" latinLnBrk="0" hangingPunct="0">
              <a:lnSpc>
                <a:spcPct val="100000"/>
              </a:lnSpc>
              <a:spcBef>
                <a:spcPts val="0"/>
              </a:spcBef>
              <a:spcAft>
                <a:spcPts val="0"/>
              </a:spcAft>
              <a:buClrTx/>
              <a:buSzTx/>
              <a:buFontTx/>
              <a:buNone/>
              <a:tabLst/>
              <a:defRPr kumimoji="0" lang="en-US" sz="5000" b="1" i="0" u="none" strike="noStrike" kern="1200" cap="none" spc="0" normalizeH="0" baseline="0" dirty="0" smtClean="0">
                <a:ln>
                  <a:noFill/>
                </a:ln>
                <a:solidFill>
                  <a:srgbClr val="FFFFFF"/>
                </a:solidFill>
                <a:effectLst/>
                <a:uFillTx/>
                <a:latin typeface="Avenir Next" panose="020B0503020202020204"/>
                <a:ea typeface="Raleway Black"/>
                <a:cs typeface="Avenir Next" panose="020B0503020202020204"/>
                <a:sym typeface="Raleway Black"/>
              </a:defRPr>
            </a:lvl1pPr>
          </a:lstStyle>
          <a:p>
            <a:r>
              <a:rPr lang="en-US" dirty="0"/>
              <a:t>Click to edit Master title style</a:t>
            </a:r>
          </a:p>
        </p:txBody>
      </p:sp>
      <p:sp>
        <p:nvSpPr>
          <p:cNvPr id="3" name="Subtitle 2"/>
          <p:cNvSpPr>
            <a:spLocks noGrp="1"/>
          </p:cNvSpPr>
          <p:nvPr>
            <p:ph type="subTitle" idx="1"/>
          </p:nvPr>
        </p:nvSpPr>
        <p:spPr>
          <a:xfrm>
            <a:off x="496030" y="3543300"/>
            <a:ext cx="8534400" cy="723900"/>
          </a:xfrm>
        </p:spPr>
        <p:txBody>
          <a:bodyPr>
            <a:normAutofit/>
          </a:bodyPr>
          <a:lstStyle>
            <a:lvl1pPr marL="0" indent="0" algn="l" defTabSz="1088639" rtl="0" eaLnBrk="1" latinLnBrk="0" hangingPunct="1">
              <a:spcBef>
                <a:spcPct val="20000"/>
              </a:spcBef>
              <a:buFont typeface="Arial" pitchFamily="34" charset="0"/>
              <a:buNone/>
              <a:defRPr lang="en-US" sz="2550" b="0" kern="1200" dirty="0" smtClean="0">
                <a:solidFill>
                  <a:schemeClr val="bg1"/>
                </a:solidFill>
                <a:latin typeface="Avenir Next" panose="020B0503020202020204"/>
                <a:ea typeface="Avenir Next" panose="020B0503020202020204"/>
                <a:cs typeface="Arial" panose="020B0604020202020204" pitchFamily="34" charset="0"/>
                <a:sym typeface="Avenir Next Demi Bold"/>
              </a:defRPr>
            </a:lvl1pPr>
            <a:lvl2pPr marL="228520" indent="0" algn="ctr">
              <a:buNone/>
              <a:defRPr>
                <a:solidFill>
                  <a:schemeClr val="tx1">
                    <a:tint val="75000"/>
                  </a:schemeClr>
                </a:solidFill>
              </a:defRPr>
            </a:lvl2pPr>
            <a:lvl3pPr marL="457039" indent="0" algn="ctr">
              <a:buNone/>
              <a:defRPr>
                <a:solidFill>
                  <a:schemeClr val="tx1">
                    <a:tint val="75000"/>
                  </a:schemeClr>
                </a:solidFill>
              </a:defRPr>
            </a:lvl3pPr>
            <a:lvl4pPr marL="685559" indent="0" algn="ctr">
              <a:buNone/>
              <a:defRPr>
                <a:solidFill>
                  <a:schemeClr val="tx1">
                    <a:tint val="75000"/>
                  </a:schemeClr>
                </a:solidFill>
              </a:defRPr>
            </a:lvl4pPr>
            <a:lvl5pPr marL="914078" indent="0" algn="ctr">
              <a:buNone/>
              <a:defRPr>
                <a:solidFill>
                  <a:schemeClr val="tx1">
                    <a:tint val="75000"/>
                  </a:schemeClr>
                </a:solidFill>
              </a:defRPr>
            </a:lvl5pPr>
            <a:lvl6pPr marL="1142598" indent="0" algn="ctr">
              <a:buNone/>
              <a:defRPr>
                <a:solidFill>
                  <a:schemeClr val="tx1">
                    <a:tint val="75000"/>
                  </a:schemeClr>
                </a:solidFill>
              </a:defRPr>
            </a:lvl6pPr>
            <a:lvl7pPr marL="1371117" indent="0" algn="ctr">
              <a:buNone/>
              <a:defRPr>
                <a:solidFill>
                  <a:schemeClr val="tx1">
                    <a:tint val="75000"/>
                  </a:schemeClr>
                </a:solidFill>
              </a:defRPr>
            </a:lvl7pPr>
            <a:lvl8pPr marL="1599636" indent="0" algn="ctr">
              <a:buNone/>
              <a:defRPr>
                <a:solidFill>
                  <a:schemeClr val="tx1">
                    <a:tint val="75000"/>
                  </a:schemeClr>
                </a:solidFill>
              </a:defRPr>
            </a:lvl8pPr>
            <a:lvl9pPr marL="1828156"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lvl1pPr>
              <a:defRPr>
                <a:solidFill>
                  <a:schemeClr val="bg1"/>
                </a:solidFill>
              </a:defRPr>
            </a:lvl1pPr>
          </a:lstStyle>
          <a:p>
            <a:fld id="{A63E45C8-132F-4716-9031-90916F29B8DA}" type="datetime1">
              <a:rPr lang="en-US" smtClean="0"/>
              <a:pPr/>
              <a:t>7/6/2026</a:t>
            </a:fld>
            <a:endParaRPr lang="en-US" dirty="0"/>
          </a:p>
        </p:txBody>
      </p:sp>
      <p:sp>
        <p:nvSpPr>
          <p:cNvPr id="6" name="Slide Number Placeholder 5"/>
          <p:cNvSpPr>
            <a:spLocks noGrp="1"/>
          </p:cNvSpPr>
          <p:nvPr>
            <p:ph type="sldNum" sz="quarter" idx="12"/>
          </p:nvPr>
        </p:nvSpPr>
        <p:spPr/>
        <p:txBody>
          <a:bodyPr/>
          <a:lstStyle>
            <a:lvl1pPr>
              <a:defRPr/>
            </a:lvl1pPr>
          </a:lstStyle>
          <a:p>
            <a:fld id="{6D901E28-B783-45A5-934D-311B12C5CFDA}" type="slidenum">
              <a:rPr lang="en-US" smtClean="0"/>
              <a:pPr/>
              <a:t>‹#›</a:t>
            </a:fld>
            <a:endParaRPr lang="en-US" dirty="0"/>
          </a:p>
        </p:txBody>
      </p:sp>
      <p:pic>
        <p:nvPicPr>
          <p:cNvPr id="10" name="Logo-01.png" descr="Logo-01.png"/>
          <p:cNvPicPr>
            <a:picLocks noChangeAspect="1"/>
          </p:cNvPicPr>
          <p:nvPr userDrawn="1"/>
        </p:nvPicPr>
        <p:blipFill>
          <a:blip r:embed="rId3" cstate="print"/>
          <a:stretch>
            <a:fillRect/>
          </a:stretch>
        </p:blipFill>
        <p:spPr>
          <a:xfrm>
            <a:off x="10286455" y="5867400"/>
            <a:ext cx="1464818" cy="893341"/>
          </a:xfrm>
          <a:prstGeom prst="rect">
            <a:avLst/>
          </a:prstGeom>
          <a:ln w="12700">
            <a:miter lim="400000"/>
          </a:ln>
        </p:spPr>
      </p:pic>
    </p:spTree>
    <p:extLst>
      <p:ext uri="{BB962C8B-B14F-4D97-AF65-F5344CB8AC3E}">
        <p14:creationId xmlns:p14="http://schemas.microsoft.com/office/powerpoint/2010/main" val="4094854841"/>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951741" y="419100"/>
            <a:ext cx="10972800" cy="723900"/>
          </a:xfrm>
        </p:spPr>
        <p:txBody>
          <a:bodyPr>
            <a:normAutofit/>
          </a:bodyPr>
          <a:lstStyle>
            <a:lvl1pPr>
              <a:defRPr sz="3300"/>
            </a:lvl1pPr>
          </a:lstStyle>
          <a:p>
            <a:r>
              <a:rPr lang="en-US"/>
              <a:t>Click to edit Master title style</a:t>
            </a:r>
            <a:endParaRPr lang="en-US" dirty="0"/>
          </a:p>
        </p:txBody>
      </p:sp>
      <p:sp>
        <p:nvSpPr>
          <p:cNvPr id="3" name="Content Placeholder 2"/>
          <p:cNvSpPr>
            <a:spLocks noGrp="1"/>
          </p:cNvSpPr>
          <p:nvPr>
            <p:ph idx="1"/>
          </p:nvPr>
        </p:nvSpPr>
        <p:spPr>
          <a:xfrm>
            <a:off x="951741" y="1379537"/>
            <a:ext cx="10972800" cy="4525963"/>
          </a:xfrm>
        </p:spPr>
        <p:txBody>
          <a:bodyPr>
            <a:normAutofit/>
          </a:bodyPr>
          <a:lstStyle>
            <a:lvl1pPr algn="l" defTabSz="59532" rtl="0" eaLnBrk="1" latinLnBrk="0">
              <a:lnSpc>
                <a:spcPct val="100000"/>
              </a:lnSpc>
              <a:spcBef>
                <a:spcPts val="1250"/>
              </a:spcBef>
              <a:defRPr kumimoji="0" lang="en-US" sz="1600" b="1" i="0" u="none" strike="noStrike" kern="1200" cap="none" spc="0" normalizeH="0" baseline="0" dirty="0" smtClean="0">
                <a:ln>
                  <a:noFill/>
                </a:ln>
                <a:solidFill>
                  <a:srgbClr val="000000"/>
                </a:solidFill>
                <a:effectLst/>
                <a:uFillTx/>
                <a:latin typeface="Avenir Next" panose="020B0503020202020204"/>
                <a:ea typeface="+mn-ea"/>
                <a:cs typeface="Arial" panose="020B0604020202020204" pitchFamily="34" charset="0"/>
                <a:sym typeface="Avenir Next Demi Bold"/>
              </a:defRPr>
            </a:lvl1pPr>
            <a:lvl2pPr marL="516732" indent="-262732">
              <a:lnSpc>
                <a:spcPct val="100000"/>
              </a:lnSpc>
              <a:spcBef>
                <a:spcPts val="750"/>
              </a:spcBef>
              <a:buFont typeface="Arial" pitchFamily="34" charset="0"/>
              <a:buChar char="●"/>
              <a:tabLst>
                <a:tab pos="600869" algn="l"/>
              </a:tabLst>
              <a:defRPr kumimoji="0" lang="en-US" sz="1200" b="0" i="0" u="none" strike="noStrike" kern="1200" cap="none" spc="0" normalizeH="0" baseline="0" dirty="0" smtClean="0">
                <a:ln>
                  <a:noFill/>
                </a:ln>
                <a:solidFill>
                  <a:srgbClr val="000000"/>
                </a:solidFill>
                <a:effectLst/>
                <a:uFillTx/>
                <a:latin typeface="Avenir Next" panose="020B0503020202020204"/>
                <a:ea typeface="+mn-ea"/>
                <a:cs typeface="Arial" panose="020B0604020202020204" pitchFamily="34" charset="0"/>
                <a:sym typeface="Avenir Next Medium"/>
              </a:defRPr>
            </a:lvl2pPr>
            <a:lvl3pPr algn="l" defTabSz="59532" rtl="0" eaLnBrk="1" latinLnBrk="0">
              <a:lnSpc>
                <a:spcPct val="100000"/>
              </a:lnSpc>
              <a:spcBef>
                <a:spcPts val="750"/>
              </a:spcBef>
              <a:buFont typeface="Arial" pitchFamily="34" charset="0"/>
              <a:buNone/>
              <a:defRPr kumimoji="0" lang="en-US" sz="1200" b="0" i="0" u="none" strike="noStrike" kern="1200" cap="none" spc="0" normalizeH="0" baseline="0" dirty="0" smtClean="0">
                <a:ln>
                  <a:noFill/>
                </a:ln>
                <a:solidFill>
                  <a:srgbClr val="000000"/>
                </a:solidFill>
                <a:effectLst/>
                <a:uFillTx/>
                <a:latin typeface="Avenir Next" panose="020B0503020202020204"/>
                <a:ea typeface="+mn-ea"/>
                <a:cs typeface="Arial" panose="020B0604020202020204" pitchFamily="34" charset="0"/>
                <a:sym typeface="Avenir Next Medium"/>
              </a:defRPr>
            </a:lvl3pPr>
            <a:lvl4pPr algn="l" defTabSz="59532" rtl="0" eaLnBrk="1" latinLnBrk="0">
              <a:lnSpc>
                <a:spcPct val="100000"/>
              </a:lnSpc>
              <a:spcBef>
                <a:spcPts val="750"/>
              </a:spcBef>
              <a:buFont typeface="Arial" pitchFamily="34" charset="0"/>
              <a:buChar char="●"/>
              <a:defRPr kumimoji="0" lang="en-US" sz="1200" b="0" i="0" u="none" strike="noStrike" kern="1200" cap="none" spc="0" normalizeH="0" baseline="0" dirty="0" smtClean="0">
                <a:ln>
                  <a:noFill/>
                </a:ln>
                <a:solidFill>
                  <a:srgbClr val="000000"/>
                </a:solidFill>
                <a:effectLst/>
                <a:uFillTx/>
                <a:latin typeface="Avenir Next" panose="020B0503020202020204"/>
                <a:ea typeface="+mn-ea"/>
                <a:cs typeface="Arial" panose="020B0604020202020204" pitchFamily="34" charset="0"/>
                <a:sym typeface="Avenir Next Medium"/>
              </a:defRPr>
            </a:lvl4pPr>
            <a:lvl5pPr algn="l" defTabSz="59532" rtl="0" eaLnBrk="1" latinLnBrk="0">
              <a:lnSpc>
                <a:spcPct val="100000"/>
              </a:lnSpc>
              <a:spcBef>
                <a:spcPts val="750"/>
              </a:spcBef>
              <a:buFont typeface="Arial" pitchFamily="34" charset="0"/>
              <a:buChar char="●"/>
              <a:defRPr kumimoji="0" lang="en-US" sz="1200" b="0" i="0" u="none" strike="noStrike" kern="1200" cap="none" spc="0" normalizeH="0" baseline="0" dirty="0">
                <a:ln>
                  <a:noFill/>
                </a:ln>
                <a:solidFill>
                  <a:srgbClr val="000000"/>
                </a:solidFill>
                <a:effectLst/>
                <a:uFillTx/>
                <a:latin typeface="Avenir Next" panose="020B0503020202020204"/>
                <a:ea typeface="+mn-ea"/>
                <a:cs typeface="Arial" panose="020B0604020202020204" pitchFamily="34" charset="0"/>
                <a:sym typeface="Avenir Next Medium"/>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p:cNvSpPr>
            <a:spLocks noGrp="1"/>
          </p:cNvSpPr>
          <p:nvPr>
            <p:ph type="sldNum" sz="quarter" idx="12"/>
          </p:nvPr>
        </p:nvSpPr>
        <p:spPr/>
        <p:txBody>
          <a:bodyPr/>
          <a:lstStyle>
            <a:lvl1pPr>
              <a:defRPr/>
            </a:lvl1pPr>
          </a:lstStyle>
          <a:p>
            <a:fld id="{6D901E28-B783-45A5-934D-311B12C5CFDA}" type="slidenum">
              <a:rPr lang="en-US" smtClean="0"/>
              <a:pPr/>
              <a:t>‹#›</a:t>
            </a:fld>
            <a:endParaRPr lang="en-US" dirty="0"/>
          </a:p>
        </p:txBody>
      </p:sp>
      <p:pic>
        <p:nvPicPr>
          <p:cNvPr id="8" name="Logo-01.png" descr="Logo-01.png"/>
          <p:cNvPicPr>
            <a:picLocks noChangeAspect="1"/>
          </p:cNvPicPr>
          <p:nvPr userDrawn="1"/>
        </p:nvPicPr>
        <p:blipFill>
          <a:blip r:embed="rId2" cstate="print"/>
          <a:stretch>
            <a:fillRect/>
          </a:stretch>
        </p:blipFill>
        <p:spPr>
          <a:xfrm>
            <a:off x="10286455" y="5867400"/>
            <a:ext cx="1464818" cy="893341"/>
          </a:xfrm>
          <a:prstGeom prst="rect">
            <a:avLst/>
          </a:prstGeom>
          <a:ln w="12700">
            <a:miter lim="400000"/>
          </a:ln>
        </p:spPr>
      </p:pic>
    </p:spTree>
    <p:extLst>
      <p:ext uri="{BB962C8B-B14F-4D97-AF65-F5344CB8AC3E}">
        <p14:creationId xmlns:p14="http://schemas.microsoft.com/office/powerpoint/2010/main" val="1563510964"/>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obj" preserve="1">
  <p:cSld name="2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19839" y="411163"/>
            <a:ext cx="10972800" cy="723900"/>
          </a:xfrm>
        </p:spPr>
        <p:txBody>
          <a:bodyPr>
            <a:normAutofit/>
          </a:bodyPr>
          <a:lstStyle>
            <a:lvl1pPr>
              <a:defRPr sz="3300"/>
            </a:lvl1pPr>
          </a:lstStyle>
          <a:p>
            <a:r>
              <a:rPr lang="en-US"/>
              <a:t>Click to edit Master title style</a:t>
            </a:r>
            <a:endParaRPr lang="en-US" dirty="0"/>
          </a:p>
        </p:txBody>
      </p:sp>
      <p:sp>
        <p:nvSpPr>
          <p:cNvPr id="3" name="Content Placeholder 2"/>
          <p:cNvSpPr>
            <a:spLocks noGrp="1"/>
          </p:cNvSpPr>
          <p:nvPr>
            <p:ph idx="1"/>
          </p:nvPr>
        </p:nvSpPr>
        <p:spPr>
          <a:xfrm>
            <a:off x="419839" y="1371600"/>
            <a:ext cx="10972800" cy="4525963"/>
          </a:xfrm>
        </p:spPr>
        <p:txBody>
          <a:bodyPr>
            <a:normAutofit/>
          </a:bodyPr>
          <a:lstStyle>
            <a:lvl1pPr algn="l" defTabSz="59532" rtl="0" eaLnBrk="1" latinLnBrk="0">
              <a:lnSpc>
                <a:spcPct val="100000"/>
              </a:lnSpc>
              <a:spcBef>
                <a:spcPts val="1250"/>
              </a:spcBef>
              <a:defRPr kumimoji="0" lang="en-US" sz="1600" b="1" i="0" u="none" strike="noStrike" kern="1200" cap="none" spc="0" normalizeH="0" baseline="0" dirty="0" smtClean="0">
                <a:ln>
                  <a:noFill/>
                </a:ln>
                <a:solidFill>
                  <a:srgbClr val="000000"/>
                </a:solidFill>
                <a:effectLst/>
                <a:uFillTx/>
                <a:latin typeface="Avenir Next" panose="020B0503020202020204"/>
                <a:ea typeface="+mn-ea"/>
                <a:cs typeface="Arial" panose="020B0604020202020204" pitchFamily="34" charset="0"/>
                <a:sym typeface="Avenir Next Demi Bold"/>
              </a:defRPr>
            </a:lvl1pPr>
            <a:lvl2pPr marL="516732" indent="-262732">
              <a:lnSpc>
                <a:spcPct val="100000"/>
              </a:lnSpc>
              <a:spcBef>
                <a:spcPts val="750"/>
              </a:spcBef>
              <a:buFont typeface="Arial" pitchFamily="34" charset="0"/>
              <a:buChar char="●"/>
              <a:tabLst>
                <a:tab pos="600869" algn="l"/>
              </a:tabLst>
              <a:defRPr kumimoji="0" lang="en-US" sz="1200" b="0" i="0" u="none" strike="noStrike" kern="1200" cap="none" spc="0" normalizeH="0" baseline="0" dirty="0" smtClean="0">
                <a:ln>
                  <a:noFill/>
                </a:ln>
                <a:solidFill>
                  <a:srgbClr val="000000"/>
                </a:solidFill>
                <a:effectLst/>
                <a:uFillTx/>
                <a:latin typeface="Avenir Next" panose="020B0503020202020204"/>
                <a:ea typeface="+mn-ea"/>
                <a:cs typeface="Arial" panose="020B0604020202020204" pitchFamily="34" charset="0"/>
                <a:sym typeface="Avenir Next Medium"/>
              </a:defRPr>
            </a:lvl2pPr>
            <a:lvl3pPr marL="685800" marR="0" indent="-262732" algn="l" defTabSz="228600" rtl="0" eaLnBrk="1" fontAlgn="auto" latinLnBrk="0" hangingPunct="0">
              <a:lnSpc>
                <a:spcPct val="100000"/>
              </a:lnSpc>
              <a:spcBef>
                <a:spcPts val="750"/>
              </a:spcBef>
              <a:spcAft>
                <a:spcPts val="0"/>
              </a:spcAft>
              <a:buClrTx/>
              <a:buSzTx/>
              <a:buFont typeface="Arial" pitchFamily="34" charset="0"/>
              <a:buChar char="●"/>
              <a:tabLst>
                <a:tab pos="600869" algn="l"/>
              </a:tabLst>
              <a:defRPr kumimoji="0" lang="en-US" sz="1200" b="0" i="0" u="none" strike="noStrike" kern="1200" cap="none" spc="0" normalizeH="0" baseline="0" dirty="0" smtClean="0">
                <a:ln>
                  <a:noFill/>
                </a:ln>
                <a:solidFill>
                  <a:srgbClr val="000000"/>
                </a:solidFill>
                <a:effectLst/>
                <a:uFillTx/>
                <a:latin typeface="Avenir Next" panose="020B0503020202020204"/>
                <a:ea typeface="+mn-ea"/>
                <a:cs typeface="Arial" panose="020B0604020202020204" pitchFamily="34" charset="0"/>
                <a:sym typeface="Avenir Next Medium"/>
              </a:defRPr>
            </a:lvl3pPr>
            <a:lvl4pPr algn="l" defTabSz="59532" rtl="0" eaLnBrk="1" latinLnBrk="0">
              <a:lnSpc>
                <a:spcPct val="100000"/>
              </a:lnSpc>
              <a:spcBef>
                <a:spcPts val="750"/>
              </a:spcBef>
              <a:buFont typeface="Arial" pitchFamily="34" charset="0"/>
              <a:buChar char="●"/>
              <a:defRPr kumimoji="0" lang="en-US" sz="1200" b="0" i="0" u="none" strike="noStrike" kern="1200" cap="none" spc="0" normalizeH="0" baseline="0" dirty="0" smtClean="0">
                <a:ln>
                  <a:noFill/>
                </a:ln>
                <a:solidFill>
                  <a:srgbClr val="000000"/>
                </a:solidFill>
                <a:effectLst/>
                <a:uFillTx/>
                <a:latin typeface="Avenir Next" panose="020B0503020202020204"/>
                <a:ea typeface="+mn-ea"/>
                <a:cs typeface="Arial" panose="020B0604020202020204" pitchFamily="34" charset="0"/>
                <a:sym typeface="Avenir Next Medium"/>
              </a:defRPr>
            </a:lvl4pPr>
            <a:lvl5pPr algn="l" defTabSz="59532" rtl="0" eaLnBrk="1" latinLnBrk="0">
              <a:lnSpc>
                <a:spcPct val="100000"/>
              </a:lnSpc>
              <a:spcBef>
                <a:spcPts val="750"/>
              </a:spcBef>
              <a:buFont typeface="Arial" pitchFamily="34" charset="0"/>
              <a:buChar char="●"/>
              <a:defRPr kumimoji="0" lang="en-US" sz="1200" b="0" i="0" u="none" strike="noStrike" kern="1200" cap="none" spc="0" normalizeH="0" baseline="0" dirty="0" smtClean="0">
                <a:ln>
                  <a:noFill/>
                </a:ln>
                <a:solidFill>
                  <a:srgbClr val="000000"/>
                </a:solidFill>
                <a:effectLst/>
                <a:uFillTx/>
                <a:latin typeface="Avenir Next" panose="020B0503020202020204"/>
                <a:ea typeface="+mn-ea"/>
                <a:cs typeface="Arial" panose="020B0604020202020204" pitchFamily="34" charset="0"/>
                <a:sym typeface="Avenir Next Medium"/>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lvl1pPr>
              <a:defRPr/>
            </a:lvl1pPr>
          </a:lstStyle>
          <a:p>
            <a:fld id="{D15EF6BD-B52E-44B7-8CDC-55C1AE885863}" type="datetime1">
              <a:rPr lang="en-US" smtClean="0"/>
              <a:pPr/>
              <a:t>7/6/2026</a:t>
            </a:fld>
            <a:endParaRPr lang="en-US" dirty="0"/>
          </a:p>
        </p:txBody>
      </p:sp>
      <p:sp>
        <p:nvSpPr>
          <p:cNvPr id="6" name="Slide Number Placeholder 5"/>
          <p:cNvSpPr>
            <a:spLocks noGrp="1"/>
          </p:cNvSpPr>
          <p:nvPr>
            <p:ph type="sldNum" sz="quarter" idx="12"/>
          </p:nvPr>
        </p:nvSpPr>
        <p:spPr/>
        <p:txBody>
          <a:bodyPr/>
          <a:lstStyle>
            <a:lvl1pPr>
              <a:defRPr/>
            </a:lvl1pPr>
          </a:lstStyle>
          <a:p>
            <a:fld id="{6D901E28-B783-45A5-934D-311B12C5CFDA}" type="slidenum">
              <a:rPr lang="en-US" smtClean="0"/>
              <a:pPr/>
              <a:t>‹#›</a:t>
            </a:fld>
            <a:endParaRPr lang="en-US" dirty="0"/>
          </a:p>
        </p:txBody>
      </p:sp>
      <p:pic>
        <p:nvPicPr>
          <p:cNvPr id="8" name="Logo-01.png" descr="Logo-01.png"/>
          <p:cNvPicPr>
            <a:picLocks noChangeAspect="1"/>
          </p:cNvPicPr>
          <p:nvPr userDrawn="1"/>
        </p:nvPicPr>
        <p:blipFill>
          <a:blip r:embed="rId2" cstate="print"/>
          <a:stretch>
            <a:fillRect/>
          </a:stretch>
        </p:blipFill>
        <p:spPr>
          <a:xfrm>
            <a:off x="10286455" y="5867400"/>
            <a:ext cx="1464818" cy="893341"/>
          </a:xfrm>
          <a:prstGeom prst="rect">
            <a:avLst/>
          </a:prstGeom>
          <a:ln w="12700">
            <a:miter lim="400000"/>
          </a:ln>
        </p:spPr>
      </p:pic>
    </p:spTree>
    <p:extLst>
      <p:ext uri="{BB962C8B-B14F-4D97-AF65-F5344CB8AC3E}">
        <p14:creationId xmlns:p14="http://schemas.microsoft.com/office/powerpoint/2010/main" val="1162731407"/>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obj" preserve="1">
  <p:cSld name="3_Title and Content">
    <p:spTree>
      <p:nvGrpSpPr>
        <p:cNvPr id="1" name=""/>
        <p:cNvGrpSpPr/>
        <p:nvPr/>
      </p:nvGrpSpPr>
      <p:grpSpPr>
        <a:xfrm>
          <a:off x="0" y="0"/>
          <a:ext cx="0" cy="0"/>
          <a:chOff x="0" y="0"/>
          <a:chExt cx="0" cy="0"/>
        </a:xfrm>
      </p:grpSpPr>
      <p:sp>
        <p:nvSpPr>
          <p:cNvPr id="9" name="Rectangle"/>
          <p:cNvSpPr/>
          <p:nvPr userDrawn="1"/>
        </p:nvSpPr>
        <p:spPr>
          <a:xfrm>
            <a:off x="-12698" y="1588"/>
            <a:ext cx="5042037" cy="6854825"/>
          </a:xfrm>
          <a:prstGeom prst="rect">
            <a:avLst/>
          </a:prstGeom>
          <a:solidFill>
            <a:srgbClr val="1F3FB7"/>
          </a:soli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sz="1600" dirty="0">
              <a:latin typeface="Avenir Next" panose="020B0503020202020204"/>
            </a:endParaRPr>
          </a:p>
        </p:txBody>
      </p:sp>
      <p:sp>
        <p:nvSpPr>
          <p:cNvPr id="2" name="Title 1"/>
          <p:cNvSpPr>
            <a:spLocks noGrp="1"/>
          </p:cNvSpPr>
          <p:nvPr>
            <p:ph type="title"/>
          </p:nvPr>
        </p:nvSpPr>
        <p:spPr>
          <a:xfrm>
            <a:off x="419839" y="411163"/>
            <a:ext cx="10972800" cy="723900"/>
          </a:xfrm>
        </p:spPr>
        <p:txBody>
          <a:bodyPr>
            <a:normAutofit/>
          </a:bodyPr>
          <a:lstStyle>
            <a:lvl1pPr>
              <a:defRPr sz="3300">
                <a:solidFill>
                  <a:schemeClr val="bg1"/>
                </a:solidFill>
              </a:defRPr>
            </a:lvl1pPr>
          </a:lstStyle>
          <a:p>
            <a:r>
              <a:rPr lang="en-US"/>
              <a:t>Click to edit Master title style</a:t>
            </a:r>
            <a:endParaRPr lang="en-US" dirty="0"/>
          </a:p>
        </p:txBody>
      </p:sp>
      <p:sp>
        <p:nvSpPr>
          <p:cNvPr id="3" name="Content Placeholder 2"/>
          <p:cNvSpPr>
            <a:spLocks noGrp="1"/>
          </p:cNvSpPr>
          <p:nvPr>
            <p:ph idx="1"/>
          </p:nvPr>
        </p:nvSpPr>
        <p:spPr>
          <a:xfrm>
            <a:off x="419839" y="1371600"/>
            <a:ext cx="10972800" cy="4525963"/>
          </a:xfrm>
        </p:spPr>
        <p:txBody>
          <a:bodyPr>
            <a:normAutofit/>
          </a:bodyPr>
          <a:lstStyle>
            <a:lvl1pPr algn="l" defTabSz="59532" rtl="0" eaLnBrk="1" latinLnBrk="0">
              <a:lnSpc>
                <a:spcPct val="100000"/>
              </a:lnSpc>
              <a:spcBef>
                <a:spcPts val="1250"/>
              </a:spcBef>
              <a:defRPr kumimoji="0" lang="en-US" sz="1600" b="1" i="0" u="none" strike="noStrike" kern="1200" cap="none" spc="0" normalizeH="0" baseline="0" dirty="0" smtClean="0">
                <a:ln>
                  <a:noFill/>
                </a:ln>
                <a:solidFill>
                  <a:schemeClr val="bg1"/>
                </a:solidFill>
                <a:effectLst/>
                <a:uFillTx/>
                <a:latin typeface="Avenir Next" panose="020B0503020202020204"/>
                <a:ea typeface="+mn-ea"/>
                <a:cs typeface="Arial" panose="020B0604020202020204" pitchFamily="34" charset="0"/>
                <a:sym typeface="Avenir Next Demi Bold"/>
              </a:defRPr>
            </a:lvl1pPr>
            <a:lvl2pPr marL="516732" indent="-262732">
              <a:lnSpc>
                <a:spcPct val="100000"/>
              </a:lnSpc>
              <a:spcBef>
                <a:spcPts val="750"/>
              </a:spcBef>
              <a:buFont typeface="Arial" pitchFamily="34" charset="0"/>
              <a:buChar char="●"/>
              <a:tabLst>
                <a:tab pos="600869" algn="l"/>
              </a:tabLst>
              <a:defRPr kumimoji="0" lang="en-US" sz="1200" b="0" i="0" u="none" strike="noStrike" kern="1200" cap="none" spc="0" normalizeH="0" baseline="0" dirty="0" smtClean="0">
                <a:ln>
                  <a:noFill/>
                </a:ln>
                <a:solidFill>
                  <a:schemeClr val="bg1"/>
                </a:solidFill>
                <a:effectLst/>
                <a:uFillTx/>
                <a:latin typeface="Avenir Next" panose="020B0503020202020204"/>
                <a:ea typeface="+mn-ea"/>
                <a:cs typeface="Arial" panose="020B0604020202020204" pitchFamily="34" charset="0"/>
                <a:sym typeface="Avenir Next Medium"/>
              </a:defRPr>
            </a:lvl2pPr>
            <a:lvl3pPr marL="685800" marR="0" indent="-262732" algn="l" defTabSz="228600" rtl="0" eaLnBrk="1" fontAlgn="auto" latinLnBrk="0" hangingPunct="0">
              <a:lnSpc>
                <a:spcPct val="100000"/>
              </a:lnSpc>
              <a:spcBef>
                <a:spcPts val="750"/>
              </a:spcBef>
              <a:spcAft>
                <a:spcPts val="0"/>
              </a:spcAft>
              <a:buClrTx/>
              <a:buSzTx/>
              <a:buFont typeface="Arial" pitchFamily="34" charset="0"/>
              <a:buChar char="●"/>
              <a:tabLst>
                <a:tab pos="600869" algn="l"/>
              </a:tabLst>
              <a:defRPr kumimoji="0" lang="en-US" sz="1200" b="0" i="0" u="none" strike="noStrike" kern="1200" cap="none" spc="0" normalizeH="0" baseline="0" dirty="0" smtClean="0">
                <a:ln>
                  <a:noFill/>
                </a:ln>
                <a:solidFill>
                  <a:schemeClr val="bg1"/>
                </a:solidFill>
                <a:effectLst/>
                <a:uFillTx/>
                <a:latin typeface="Avenir Next" panose="020B0503020202020204"/>
                <a:ea typeface="+mn-ea"/>
                <a:cs typeface="Arial" panose="020B0604020202020204" pitchFamily="34" charset="0"/>
                <a:sym typeface="Avenir Next Medium"/>
              </a:defRPr>
            </a:lvl3pPr>
            <a:lvl4pPr algn="l" defTabSz="59532" rtl="0" eaLnBrk="1" latinLnBrk="0">
              <a:lnSpc>
                <a:spcPct val="100000"/>
              </a:lnSpc>
              <a:spcBef>
                <a:spcPts val="750"/>
              </a:spcBef>
              <a:buFont typeface="Arial" pitchFamily="34" charset="0"/>
              <a:buChar char="●"/>
              <a:defRPr kumimoji="0" lang="en-US" sz="1200" b="0" i="0" u="none" strike="noStrike" kern="1200" cap="none" spc="0" normalizeH="0" baseline="0" dirty="0" smtClean="0">
                <a:ln>
                  <a:noFill/>
                </a:ln>
                <a:solidFill>
                  <a:schemeClr val="bg1"/>
                </a:solidFill>
                <a:effectLst/>
                <a:uFillTx/>
                <a:latin typeface="Avenir Next" panose="020B0503020202020204"/>
                <a:ea typeface="+mn-ea"/>
                <a:cs typeface="Arial" panose="020B0604020202020204" pitchFamily="34" charset="0"/>
                <a:sym typeface="Avenir Next Medium"/>
              </a:defRPr>
            </a:lvl4pPr>
            <a:lvl5pPr algn="l" defTabSz="59532" rtl="0" eaLnBrk="1" latinLnBrk="0">
              <a:lnSpc>
                <a:spcPct val="100000"/>
              </a:lnSpc>
              <a:spcBef>
                <a:spcPts val="750"/>
              </a:spcBef>
              <a:buFont typeface="Arial" pitchFamily="34" charset="0"/>
              <a:buChar char="●"/>
              <a:defRPr kumimoji="0" lang="en-US" sz="1200" b="0" i="0" u="none" strike="noStrike" kern="1200" cap="none" spc="0" normalizeH="0" baseline="0" dirty="0" smtClean="0">
                <a:ln>
                  <a:noFill/>
                </a:ln>
                <a:solidFill>
                  <a:schemeClr val="bg1"/>
                </a:solidFill>
                <a:effectLst/>
                <a:uFillTx/>
                <a:latin typeface="Avenir Next" panose="020B0503020202020204"/>
                <a:ea typeface="+mn-ea"/>
                <a:cs typeface="Arial" panose="020B0604020202020204" pitchFamily="34" charset="0"/>
                <a:sym typeface="Avenir Next Medium"/>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lvl1pPr>
              <a:defRPr>
                <a:solidFill>
                  <a:schemeClr val="bg1"/>
                </a:solidFill>
              </a:defRPr>
            </a:lvl1pPr>
          </a:lstStyle>
          <a:p>
            <a:fld id="{DD20B6B4-338D-401E-8196-86B0C4E7D08C}" type="datetime1">
              <a:rPr lang="en-US" smtClean="0"/>
              <a:pPr/>
              <a:t>7/6/2026</a:t>
            </a:fld>
            <a:endParaRPr lang="en-US" dirty="0"/>
          </a:p>
        </p:txBody>
      </p:sp>
      <p:sp>
        <p:nvSpPr>
          <p:cNvPr id="6" name="Slide Number Placeholder 5"/>
          <p:cNvSpPr>
            <a:spLocks noGrp="1"/>
          </p:cNvSpPr>
          <p:nvPr>
            <p:ph type="sldNum" sz="quarter" idx="12"/>
          </p:nvPr>
        </p:nvSpPr>
        <p:spPr/>
        <p:txBody>
          <a:bodyPr/>
          <a:lstStyle>
            <a:lvl1pPr>
              <a:defRPr/>
            </a:lvl1pPr>
          </a:lstStyle>
          <a:p>
            <a:fld id="{6D901E28-B783-45A5-934D-311B12C5CFDA}" type="slidenum">
              <a:rPr lang="en-US" smtClean="0"/>
              <a:pPr/>
              <a:t>‹#›</a:t>
            </a:fld>
            <a:endParaRPr lang="en-US" dirty="0"/>
          </a:p>
        </p:txBody>
      </p:sp>
      <p:pic>
        <p:nvPicPr>
          <p:cNvPr id="8" name="Logo-01.png" descr="Logo-01.png"/>
          <p:cNvPicPr>
            <a:picLocks noChangeAspect="1"/>
          </p:cNvPicPr>
          <p:nvPr userDrawn="1"/>
        </p:nvPicPr>
        <p:blipFill>
          <a:blip r:embed="rId2" cstate="print"/>
          <a:stretch>
            <a:fillRect/>
          </a:stretch>
        </p:blipFill>
        <p:spPr>
          <a:xfrm>
            <a:off x="10286455" y="5867400"/>
            <a:ext cx="1464818" cy="893341"/>
          </a:xfrm>
          <a:prstGeom prst="rect">
            <a:avLst/>
          </a:prstGeom>
          <a:ln w="12700">
            <a:miter lim="400000"/>
          </a:ln>
        </p:spPr>
      </p:pic>
    </p:spTree>
    <p:extLst>
      <p:ext uri="{BB962C8B-B14F-4D97-AF65-F5344CB8AC3E}">
        <p14:creationId xmlns:p14="http://schemas.microsoft.com/office/powerpoint/2010/main" val="7387787"/>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951741" y="419100"/>
            <a:ext cx="10972800" cy="723900"/>
          </a:xfrm>
        </p:spPr>
        <p:txBody>
          <a:bodyPr>
            <a:normAutofit/>
          </a:bodyPr>
          <a:lstStyle>
            <a:lvl1pPr>
              <a:defRPr sz="3300"/>
            </a:lvl1pPr>
          </a:lstStyle>
          <a:p>
            <a:r>
              <a:rPr lang="en-US"/>
              <a:t>Click to edit Master title style</a:t>
            </a:r>
            <a:endParaRPr lang="en-US" dirty="0"/>
          </a:p>
        </p:txBody>
      </p:sp>
      <p:sp>
        <p:nvSpPr>
          <p:cNvPr id="3" name="Content Placeholder 2"/>
          <p:cNvSpPr>
            <a:spLocks noGrp="1"/>
          </p:cNvSpPr>
          <p:nvPr>
            <p:ph idx="1"/>
          </p:nvPr>
        </p:nvSpPr>
        <p:spPr>
          <a:xfrm>
            <a:off x="951741" y="1379537"/>
            <a:ext cx="10972800" cy="4525963"/>
          </a:xfrm>
        </p:spPr>
        <p:txBody>
          <a:bodyPr>
            <a:normAutofit/>
          </a:bodyPr>
          <a:lstStyle>
            <a:lvl1pPr algn="l" defTabSz="59532" rtl="0" eaLnBrk="1" latinLnBrk="0">
              <a:lnSpc>
                <a:spcPct val="100000"/>
              </a:lnSpc>
              <a:spcBef>
                <a:spcPts val="1250"/>
              </a:spcBef>
              <a:buFontTx/>
              <a:buNone/>
              <a:defRPr kumimoji="0" lang="en-US" sz="1600" b="0" i="0" u="none" strike="noStrike" kern="1200" cap="none" spc="0" normalizeH="0" baseline="0" dirty="0" smtClean="0">
                <a:ln>
                  <a:noFill/>
                </a:ln>
                <a:solidFill>
                  <a:srgbClr val="000000"/>
                </a:solidFill>
                <a:effectLst/>
                <a:uFillTx/>
                <a:latin typeface="Avenir Next" panose="020B0503020202020204"/>
                <a:ea typeface="+mn-ea"/>
                <a:cs typeface="Arial" panose="020B0604020202020204" pitchFamily="34" charset="0"/>
                <a:sym typeface="Avenir Next Demi Bold"/>
              </a:defRPr>
            </a:lvl1pPr>
            <a:lvl2pPr marL="516732" indent="-262732">
              <a:lnSpc>
                <a:spcPct val="100000"/>
              </a:lnSpc>
              <a:spcBef>
                <a:spcPts val="750"/>
              </a:spcBef>
              <a:buFont typeface="Arial" pitchFamily="34" charset="0"/>
              <a:buChar char="●"/>
              <a:tabLst>
                <a:tab pos="600869" algn="l"/>
              </a:tabLst>
              <a:defRPr kumimoji="0" lang="en-US" sz="1200" b="0" i="0" u="none" strike="noStrike" kern="1200" cap="none" spc="0" normalizeH="0" baseline="0" dirty="0" smtClean="0">
                <a:ln>
                  <a:noFill/>
                </a:ln>
                <a:solidFill>
                  <a:srgbClr val="000000"/>
                </a:solidFill>
                <a:effectLst/>
                <a:uFillTx/>
                <a:latin typeface="Avenir Next" panose="020B0503020202020204"/>
                <a:ea typeface="+mn-ea"/>
                <a:cs typeface="Arial" panose="020B0604020202020204" pitchFamily="34" charset="0"/>
                <a:sym typeface="Avenir Next Medium"/>
              </a:defRPr>
            </a:lvl2pPr>
            <a:lvl3pPr marL="685800" marR="0" indent="-262732" algn="l" defTabSz="228600" rtl="0" eaLnBrk="1" fontAlgn="auto" latinLnBrk="0" hangingPunct="0">
              <a:lnSpc>
                <a:spcPct val="100000"/>
              </a:lnSpc>
              <a:spcBef>
                <a:spcPts val="750"/>
              </a:spcBef>
              <a:spcAft>
                <a:spcPts val="0"/>
              </a:spcAft>
              <a:buClrTx/>
              <a:buSzTx/>
              <a:buFont typeface="Arial" pitchFamily="34" charset="0"/>
              <a:buChar char="●"/>
              <a:tabLst>
                <a:tab pos="600869" algn="l"/>
              </a:tabLst>
              <a:defRPr kumimoji="0" lang="en-US" sz="1200" b="0" i="0" u="none" strike="noStrike" kern="1200" cap="none" spc="0" normalizeH="0" baseline="0" dirty="0" smtClean="0">
                <a:ln>
                  <a:noFill/>
                </a:ln>
                <a:solidFill>
                  <a:srgbClr val="000000"/>
                </a:solidFill>
                <a:effectLst/>
                <a:uFillTx/>
                <a:latin typeface="Avenir Next" panose="020B0503020202020204"/>
                <a:ea typeface="+mn-ea"/>
                <a:cs typeface="Arial" panose="020B0604020202020204" pitchFamily="34" charset="0"/>
                <a:sym typeface="Avenir Next Medium"/>
              </a:defRPr>
            </a:lvl3pPr>
            <a:lvl4pPr algn="l" defTabSz="59532" rtl="0" eaLnBrk="1" latinLnBrk="0">
              <a:lnSpc>
                <a:spcPct val="100000"/>
              </a:lnSpc>
              <a:spcBef>
                <a:spcPts val="750"/>
              </a:spcBef>
              <a:buFontTx/>
              <a:buNone/>
              <a:defRPr kumimoji="0" lang="en-US" sz="1200" b="0" i="0" u="none" strike="noStrike" kern="1200" cap="none" spc="0" normalizeH="0" baseline="0" dirty="0" smtClean="0">
                <a:ln>
                  <a:noFill/>
                </a:ln>
                <a:solidFill>
                  <a:srgbClr val="000000"/>
                </a:solidFill>
                <a:effectLst/>
                <a:uFillTx/>
                <a:latin typeface="Avenir Next" panose="020B0503020202020204"/>
                <a:ea typeface="+mn-ea"/>
                <a:cs typeface="Arial" panose="020B0604020202020204" pitchFamily="34" charset="0"/>
                <a:sym typeface="Avenir Next Medium"/>
              </a:defRPr>
            </a:lvl4pPr>
            <a:lvl5pPr algn="l" defTabSz="59532" rtl="0" eaLnBrk="1" latinLnBrk="0">
              <a:lnSpc>
                <a:spcPct val="100000"/>
              </a:lnSpc>
              <a:spcBef>
                <a:spcPts val="750"/>
              </a:spcBef>
              <a:buFontTx/>
              <a:buNone/>
              <a:defRPr kumimoji="0" lang="en-US" sz="1200" b="0" i="0" u="none" strike="noStrike" kern="1200" cap="none" spc="0" normalizeH="0" baseline="0" dirty="0" smtClean="0">
                <a:ln>
                  <a:noFill/>
                </a:ln>
                <a:solidFill>
                  <a:srgbClr val="000000"/>
                </a:solidFill>
                <a:effectLst/>
                <a:uFillTx/>
                <a:latin typeface="Avenir Next" panose="020B0503020202020204"/>
                <a:ea typeface="+mn-ea"/>
                <a:cs typeface="Arial" panose="020B0604020202020204" pitchFamily="34" charset="0"/>
                <a:sym typeface="Avenir Next Medium"/>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p:cNvSpPr>
            <a:spLocks noGrp="1"/>
          </p:cNvSpPr>
          <p:nvPr>
            <p:ph type="sldNum" sz="quarter" idx="12"/>
          </p:nvPr>
        </p:nvSpPr>
        <p:spPr/>
        <p:txBody>
          <a:bodyPr/>
          <a:lstStyle>
            <a:lvl1pPr>
              <a:defRPr/>
            </a:lvl1pPr>
          </a:lstStyle>
          <a:p>
            <a:fld id="{6D901E28-B783-45A5-934D-311B12C5CFDA}" type="slidenum">
              <a:rPr lang="en-US" smtClean="0"/>
              <a:pPr/>
              <a:t>‹#›</a:t>
            </a:fld>
            <a:endParaRPr lang="en-US" dirty="0"/>
          </a:p>
        </p:txBody>
      </p:sp>
      <p:pic>
        <p:nvPicPr>
          <p:cNvPr id="8" name="Logo-01.png" descr="Logo-01.png"/>
          <p:cNvPicPr>
            <a:picLocks noChangeAspect="1"/>
          </p:cNvPicPr>
          <p:nvPr userDrawn="1"/>
        </p:nvPicPr>
        <p:blipFill>
          <a:blip r:embed="rId2" cstate="print"/>
          <a:stretch>
            <a:fillRect/>
          </a:stretch>
        </p:blipFill>
        <p:spPr>
          <a:xfrm>
            <a:off x="10286455" y="5867400"/>
            <a:ext cx="1464818" cy="893341"/>
          </a:xfrm>
          <a:prstGeom prst="rect">
            <a:avLst/>
          </a:prstGeom>
          <a:ln w="12700">
            <a:miter lim="400000"/>
          </a:ln>
        </p:spPr>
      </p:pic>
      <p:sp>
        <p:nvSpPr>
          <p:cNvPr id="4" name="Date Placeholder 3"/>
          <p:cNvSpPr>
            <a:spLocks noGrp="1"/>
          </p:cNvSpPr>
          <p:nvPr>
            <p:ph type="dt" sz="half" idx="10"/>
          </p:nvPr>
        </p:nvSpPr>
        <p:spPr/>
        <p:txBody>
          <a:bodyPr/>
          <a:lstStyle>
            <a:lvl1pPr>
              <a:defRPr/>
            </a:lvl1pPr>
          </a:lstStyle>
          <a:p>
            <a:fld id="{C510020E-AD1E-4388-B424-E04EE0C55308}" type="datetime1">
              <a:rPr lang="en-US" smtClean="0"/>
              <a:pPr/>
              <a:t>7/6/2026</a:t>
            </a:fld>
            <a:endParaRPr lang="en-US" dirty="0"/>
          </a:p>
        </p:txBody>
      </p:sp>
    </p:spTree>
    <p:extLst>
      <p:ext uri="{BB962C8B-B14F-4D97-AF65-F5344CB8AC3E}">
        <p14:creationId xmlns:p14="http://schemas.microsoft.com/office/powerpoint/2010/main" val="400296507"/>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5" y="4406903"/>
            <a:ext cx="10363200" cy="1362075"/>
          </a:xfrm>
        </p:spPr>
        <p:txBody>
          <a:bodyPr anchor="t"/>
          <a:lstStyle>
            <a:lvl1pPr algn="l">
              <a:defRPr sz="2000" b="1" cap="all"/>
            </a:lvl1pPr>
          </a:lstStyle>
          <a:p>
            <a:r>
              <a:rPr lang="en-US"/>
              <a:t>Click to edit Master title style</a:t>
            </a:r>
          </a:p>
        </p:txBody>
      </p:sp>
      <p:sp>
        <p:nvSpPr>
          <p:cNvPr id="3" name="Text Placeholder 2"/>
          <p:cNvSpPr>
            <a:spLocks noGrp="1"/>
          </p:cNvSpPr>
          <p:nvPr>
            <p:ph type="body" idx="1"/>
          </p:nvPr>
        </p:nvSpPr>
        <p:spPr>
          <a:xfrm>
            <a:off x="963085" y="2906713"/>
            <a:ext cx="10363200" cy="1500187"/>
          </a:xfrm>
        </p:spPr>
        <p:txBody>
          <a:bodyPr anchor="b"/>
          <a:lstStyle>
            <a:lvl1pPr marL="0" indent="0">
              <a:buNone/>
              <a:defRPr sz="1000">
                <a:solidFill>
                  <a:schemeClr val="tx1">
                    <a:tint val="75000"/>
                  </a:schemeClr>
                </a:solidFill>
              </a:defRPr>
            </a:lvl1pPr>
            <a:lvl2pPr marL="228520" indent="0">
              <a:buNone/>
              <a:defRPr sz="900">
                <a:solidFill>
                  <a:schemeClr val="tx1">
                    <a:tint val="75000"/>
                  </a:schemeClr>
                </a:solidFill>
              </a:defRPr>
            </a:lvl2pPr>
            <a:lvl3pPr marL="457039" indent="0">
              <a:buNone/>
              <a:defRPr sz="800">
                <a:solidFill>
                  <a:schemeClr val="tx1">
                    <a:tint val="75000"/>
                  </a:schemeClr>
                </a:solidFill>
              </a:defRPr>
            </a:lvl3pPr>
            <a:lvl4pPr marL="685559" indent="0">
              <a:buNone/>
              <a:defRPr sz="700">
                <a:solidFill>
                  <a:schemeClr val="tx1">
                    <a:tint val="75000"/>
                  </a:schemeClr>
                </a:solidFill>
              </a:defRPr>
            </a:lvl4pPr>
            <a:lvl5pPr marL="914078" indent="0">
              <a:buNone/>
              <a:defRPr sz="700">
                <a:solidFill>
                  <a:schemeClr val="tx1">
                    <a:tint val="75000"/>
                  </a:schemeClr>
                </a:solidFill>
              </a:defRPr>
            </a:lvl5pPr>
            <a:lvl6pPr marL="1142598" indent="0">
              <a:buNone/>
              <a:defRPr sz="700">
                <a:solidFill>
                  <a:schemeClr val="tx1">
                    <a:tint val="75000"/>
                  </a:schemeClr>
                </a:solidFill>
              </a:defRPr>
            </a:lvl6pPr>
            <a:lvl7pPr marL="1371117" indent="0">
              <a:buNone/>
              <a:defRPr sz="700">
                <a:solidFill>
                  <a:schemeClr val="tx1">
                    <a:tint val="75000"/>
                  </a:schemeClr>
                </a:solidFill>
              </a:defRPr>
            </a:lvl7pPr>
            <a:lvl8pPr marL="1599636" indent="0">
              <a:buNone/>
              <a:defRPr sz="700">
                <a:solidFill>
                  <a:schemeClr val="tx1">
                    <a:tint val="75000"/>
                  </a:schemeClr>
                </a:solidFill>
              </a:defRPr>
            </a:lvl8pPr>
            <a:lvl9pPr marL="1828156" indent="0">
              <a:buNone/>
              <a:defRPr sz="7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lvl1pPr>
              <a:defRPr/>
            </a:lvl1pPr>
          </a:lstStyle>
          <a:p>
            <a:fld id="{8DEB9B85-AFB3-4A1D-8533-C2849F9B449D}" type="datetime1">
              <a:rPr lang="en-US" smtClean="0"/>
              <a:pPr/>
              <a:t>7/6/2026</a:t>
            </a:fld>
            <a:endParaRPr lang="en-US" dirty="0"/>
          </a:p>
        </p:txBody>
      </p:sp>
      <p:sp>
        <p:nvSpPr>
          <p:cNvPr id="6" name="Slide Number Placeholder 5"/>
          <p:cNvSpPr>
            <a:spLocks noGrp="1"/>
          </p:cNvSpPr>
          <p:nvPr>
            <p:ph type="sldNum" sz="quarter" idx="12"/>
          </p:nvPr>
        </p:nvSpPr>
        <p:spPr/>
        <p:txBody>
          <a:bodyPr/>
          <a:lstStyle>
            <a:lvl1pPr>
              <a:defRPr/>
            </a:lvl1pPr>
          </a:lstStyle>
          <a:p>
            <a:fld id="{6D901E28-B783-45A5-934D-311B12C5CFDA}" type="slidenum">
              <a:rPr lang="en-US" smtClean="0"/>
              <a:pPr/>
              <a:t>‹#›</a:t>
            </a:fld>
            <a:endParaRPr lang="en-US" dirty="0"/>
          </a:p>
        </p:txBody>
      </p:sp>
    </p:spTree>
    <p:extLst>
      <p:ext uri="{BB962C8B-B14F-4D97-AF65-F5344CB8AC3E}">
        <p14:creationId xmlns:p14="http://schemas.microsoft.com/office/powerpoint/2010/main" val="1952786833"/>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1625600" y="3200403"/>
            <a:ext cx="14530918" cy="9051925"/>
          </a:xfrm>
        </p:spPr>
        <p:txBody>
          <a:bodyPr/>
          <a:lstStyle>
            <a:lvl1pPr>
              <a:defRPr sz="1400"/>
            </a:lvl1pPr>
            <a:lvl2pPr>
              <a:defRPr sz="1200"/>
            </a:lvl2pPr>
            <a:lvl3pPr>
              <a:defRPr sz="1000"/>
            </a:lvl3pPr>
            <a:lvl4pPr>
              <a:defRPr sz="900"/>
            </a:lvl4pPr>
            <a:lvl5pPr>
              <a:defRPr sz="900"/>
            </a:lvl5pPr>
            <a:lvl6pPr>
              <a:defRPr sz="900"/>
            </a:lvl6pPr>
            <a:lvl7pPr>
              <a:defRPr sz="900"/>
            </a:lvl7pPr>
            <a:lvl8pPr>
              <a:defRPr sz="900"/>
            </a:lvl8pPr>
            <a:lvl9pPr>
              <a:defRPr sz="9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p:cNvSpPr>
            <a:spLocks noGrp="1"/>
          </p:cNvSpPr>
          <p:nvPr>
            <p:ph type="title"/>
          </p:nvPr>
        </p:nvSpPr>
        <p:spPr/>
        <p:txBody>
          <a:bodyPr/>
          <a:lstStyle/>
          <a:p>
            <a:r>
              <a:rPr lang="en-US"/>
              <a:t>Click to edit Master title style</a:t>
            </a:r>
          </a:p>
        </p:txBody>
      </p:sp>
      <p:sp>
        <p:nvSpPr>
          <p:cNvPr id="4" name="Content Placeholder 3"/>
          <p:cNvSpPr>
            <a:spLocks noGrp="1"/>
          </p:cNvSpPr>
          <p:nvPr>
            <p:ph sz="half" idx="2"/>
          </p:nvPr>
        </p:nvSpPr>
        <p:spPr>
          <a:xfrm>
            <a:off x="16359720" y="3200403"/>
            <a:ext cx="14530916" cy="9051925"/>
          </a:xfrm>
        </p:spPr>
        <p:txBody>
          <a:bodyPr/>
          <a:lstStyle>
            <a:lvl1pPr>
              <a:defRPr sz="1400"/>
            </a:lvl1pPr>
            <a:lvl2pPr>
              <a:defRPr sz="1200"/>
            </a:lvl2pPr>
            <a:lvl3pPr>
              <a:defRPr sz="1000"/>
            </a:lvl3pPr>
            <a:lvl4pPr>
              <a:defRPr sz="900"/>
            </a:lvl4pPr>
            <a:lvl5pPr>
              <a:defRPr sz="900"/>
            </a:lvl5pPr>
            <a:lvl6pPr>
              <a:defRPr sz="900"/>
            </a:lvl6pPr>
            <a:lvl7pPr>
              <a:defRPr sz="900"/>
            </a:lvl7pPr>
            <a:lvl8pPr>
              <a:defRPr sz="900"/>
            </a:lvl8pPr>
            <a:lvl9pPr>
              <a:defRPr sz="9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lvl1pPr>
              <a:defRPr/>
            </a:lvl1pPr>
          </a:lstStyle>
          <a:p>
            <a:fld id="{DF74D03B-C1B7-4735-BC8A-E10CC7DE85A9}" type="datetime1">
              <a:rPr lang="en-US" smtClean="0"/>
              <a:pPr/>
              <a:t>7/6/2026</a:t>
            </a:fld>
            <a:endParaRPr lang="en-US" dirty="0"/>
          </a:p>
        </p:txBody>
      </p:sp>
      <p:sp>
        <p:nvSpPr>
          <p:cNvPr id="6" name="Footer Placeholder 5"/>
          <p:cNvSpPr>
            <a:spLocks noGrp="1"/>
          </p:cNvSpPr>
          <p:nvPr>
            <p:ph type="ftr" sz="quarter" idx="11"/>
          </p:nvPr>
        </p:nvSpPr>
        <p:spPr/>
        <p:txBody>
          <a:bodyPr/>
          <a:lstStyle>
            <a:lvl1pPr>
              <a:defRPr/>
            </a:lvl1pPr>
          </a:lstStyle>
          <a:p>
            <a:r>
              <a:rPr lang="en-US" dirty="0"/>
              <a:t>© </a:t>
            </a:r>
            <a:r>
              <a:rPr lang="en-US" dirty="0" err="1"/>
              <a:t>Aurigene</a:t>
            </a:r>
            <a:r>
              <a:rPr lang="en-US" dirty="0"/>
              <a:t> Discovery Technologies Limited.</a:t>
            </a:r>
          </a:p>
        </p:txBody>
      </p:sp>
      <p:sp>
        <p:nvSpPr>
          <p:cNvPr id="7" name="Slide Number Placeholder 6"/>
          <p:cNvSpPr>
            <a:spLocks noGrp="1"/>
          </p:cNvSpPr>
          <p:nvPr>
            <p:ph type="sldNum" sz="quarter" idx="12"/>
          </p:nvPr>
        </p:nvSpPr>
        <p:spPr/>
        <p:txBody>
          <a:bodyPr/>
          <a:lstStyle>
            <a:lvl1pPr>
              <a:defRPr/>
            </a:lvl1pPr>
          </a:lstStyle>
          <a:p>
            <a:fld id="{6D901E28-B783-45A5-934D-311B12C5CFDA}" type="slidenum">
              <a:rPr lang="en-US" smtClean="0"/>
              <a:pPr/>
              <a:t>‹#›</a:t>
            </a:fld>
            <a:endParaRPr lang="en-US" dirty="0"/>
          </a:p>
        </p:txBody>
      </p:sp>
    </p:spTree>
    <p:extLst>
      <p:ext uri="{BB962C8B-B14F-4D97-AF65-F5344CB8AC3E}">
        <p14:creationId xmlns:p14="http://schemas.microsoft.com/office/powerpoint/2010/main" val="2297021831"/>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8" cy="639762"/>
          </a:xfrm>
        </p:spPr>
        <p:txBody>
          <a:bodyPr anchor="b"/>
          <a:lstStyle>
            <a:lvl1pPr marL="0" indent="0">
              <a:buNone/>
              <a:defRPr sz="1200" b="1"/>
            </a:lvl1pPr>
            <a:lvl2pPr marL="228520" indent="0">
              <a:buNone/>
              <a:defRPr sz="1000" b="1"/>
            </a:lvl2pPr>
            <a:lvl3pPr marL="457039" indent="0">
              <a:buNone/>
              <a:defRPr sz="900" b="1"/>
            </a:lvl3pPr>
            <a:lvl4pPr marL="685559" indent="0">
              <a:buNone/>
              <a:defRPr sz="800" b="1"/>
            </a:lvl4pPr>
            <a:lvl5pPr marL="914078" indent="0">
              <a:buNone/>
              <a:defRPr sz="800" b="1"/>
            </a:lvl5pPr>
            <a:lvl6pPr marL="1142598" indent="0">
              <a:buNone/>
              <a:defRPr sz="800" b="1"/>
            </a:lvl6pPr>
            <a:lvl7pPr marL="1371117" indent="0">
              <a:buNone/>
              <a:defRPr sz="800" b="1"/>
            </a:lvl7pPr>
            <a:lvl8pPr marL="1599636" indent="0">
              <a:buNone/>
              <a:defRPr sz="800" b="1"/>
            </a:lvl8pPr>
            <a:lvl9pPr marL="1828156" indent="0">
              <a:buNone/>
              <a:defRPr sz="800" b="1"/>
            </a:lvl9pPr>
          </a:lstStyle>
          <a:p>
            <a:pPr lvl="0"/>
            <a:r>
              <a:rPr lang="en-US" dirty="0"/>
              <a:t>Click to edit Master text styles</a:t>
            </a:r>
          </a:p>
        </p:txBody>
      </p:sp>
      <p:sp>
        <p:nvSpPr>
          <p:cNvPr id="4" name="Content Placeholder 3"/>
          <p:cNvSpPr>
            <a:spLocks noGrp="1"/>
          </p:cNvSpPr>
          <p:nvPr>
            <p:ph sz="half" idx="2"/>
          </p:nvPr>
        </p:nvSpPr>
        <p:spPr>
          <a:xfrm>
            <a:off x="609600" y="2174875"/>
            <a:ext cx="5386918" cy="3951288"/>
          </a:xfrm>
        </p:spPr>
        <p:txBody>
          <a:bodyPr/>
          <a:lstStyle>
            <a:lvl1pPr>
              <a:defRPr sz="1200"/>
            </a:lvl1pPr>
            <a:lvl2pPr>
              <a:defRPr sz="1000"/>
            </a:lvl2pPr>
            <a:lvl3pPr>
              <a:defRPr sz="900"/>
            </a:lvl3pPr>
            <a:lvl4pPr>
              <a:defRPr sz="800"/>
            </a:lvl4pPr>
            <a:lvl5pPr>
              <a:defRPr sz="800"/>
            </a:lvl5pPr>
            <a:lvl6pPr>
              <a:defRPr sz="800"/>
            </a:lvl6pPr>
            <a:lvl7pPr>
              <a:defRPr sz="800"/>
            </a:lvl7pPr>
            <a:lvl8pPr>
              <a:defRPr sz="800"/>
            </a:lvl8pPr>
            <a:lvl9pPr>
              <a:defRPr sz="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193370" y="1535113"/>
            <a:ext cx="5389034" cy="639762"/>
          </a:xfrm>
        </p:spPr>
        <p:txBody>
          <a:bodyPr anchor="b"/>
          <a:lstStyle>
            <a:lvl1pPr marL="0" indent="0">
              <a:buNone/>
              <a:defRPr sz="1200" b="1"/>
            </a:lvl1pPr>
            <a:lvl2pPr marL="228520" indent="0">
              <a:buNone/>
              <a:defRPr sz="1000" b="1"/>
            </a:lvl2pPr>
            <a:lvl3pPr marL="457039" indent="0">
              <a:buNone/>
              <a:defRPr sz="900" b="1"/>
            </a:lvl3pPr>
            <a:lvl4pPr marL="685559" indent="0">
              <a:buNone/>
              <a:defRPr sz="800" b="1"/>
            </a:lvl4pPr>
            <a:lvl5pPr marL="914078" indent="0">
              <a:buNone/>
              <a:defRPr sz="800" b="1"/>
            </a:lvl5pPr>
            <a:lvl6pPr marL="1142598" indent="0">
              <a:buNone/>
              <a:defRPr sz="800" b="1"/>
            </a:lvl6pPr>
            <a:lvl7pPr marL="1371117" indent="0">
              <a:buNone/>
              <a:defRPr sz="800" b="1"/>
            </a:lvl7pPr>
            <a:lvl8pPr marL="1599636" indent="0">
              <a:buNone/>
              <a:defRPr sz="800" b="1"/>
            </a:lvl8pPr>
            <a:lvl9pPr marL="1828156" indent="0">
              <a:buNone/>
              <a:defRPr sz="800" b="1"/>
            </a:lvl9pPr>
          </a:lstStyle>
          <a:p>
            <a:pPr lvl="0"/>
            <a:r>
              <a:rPr lang="en-US" dirty="0"/>
              <a:t>Click to edit Master text styles</a:t>
            </a:r>
          </a:p>
        </p:txBody>
      </p:sp>
      <p:sp>
        <p:nvSpPr>
          <p:cNvPr id="6" name="Content Placeholder 5"/>
          <p:cNvSpPr>
            <a:spLocks noGrp="1"/>
          </p:cNvSpPr>
          <p:nvPr>
            <p:ph sz="quarter" idx="4"/>
          </p:nvPr>
        </p:nvSpPr>
        <p:spPr>
          <a:xfrm>
            <a:off x="6193370" y="2174875"/>
            <a:ext cx="5389034" cy="3951288"/>
          </a:xfrm>
        </p:spPr>
        <p:txBody>
          <a:bodyPr/>
          <a:lstStyle>
            <a:lvl1pPr>
              <a:defRPr sz="1200"/>
            </a:lvl1pPr>
            <a:lvl2pPr>
              <a:defRPr sz="1000"/>
            </a:lvl2pPr>
            <a:lvl3pPr>
              <a:defRPr sz="900"/>
            </a:lvl3pPr>
            <a:lvl4pPr>
              <a:defRPr sz="800"/>
            </a:lvl4pPr>
            <a:lvl5pPr>
              <a:defRPr sz="800"/>
            </a:lvl5pPr>
            <a:lvl6pPr>
              <a:defRPr sz="800"/>
            </a:lvl6pPr>
            <a:lvl7pPr>
              <a:defRPr sz="800"/>
            </a:lvl7pPr>
            <a:lvl8pPr>
              <a:defRPr sz="800"/>
            </a:lvl8pPr>
            <a:lvl9pPr>
              <a:defRPr sz="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lvl1pPr>
              <a:defRPr/>
            </a:lvl1pPr>
          </a:lstStyle>
          <a:p>
            <a:fld id="{63198B17-007E-4CB4-9F16-7D5D578F2DA3}" type="datetime1">
              <a:rPr lang="en-US" smtClean="0"/>
              <a:pPr/>
              <a:t>7/6/2026</a:t>
            </a:fld>
            <a:endParaRPr lang="en-US" dirty="0"/>
          </a:p>
        </p:txBody>
      </p:sp>
      <p:sp>
        <p:nvSpPr>
          <p:cNvPr id="8" name="Footer Placeholder 7"/>
          <p:cNvSpPr>
            <a:spLocks noGrp="1"/>
          </p:cNvSpPr>
          <p:nvPr>
            <p:ph type="ftr" sz="quarter" idx="11"/>
          </p:nvPr>
        </p:nvSpPr>
        <p:spPr/>
        <p:txBody>
          <a:bodyPr/>
          <a:lstStyle>
            <a:lvl1pPr>
              <a:defRPr/>
            </a:lvl1pPr>
          </a:lstStyle>
          <a:p>
            <a:r>
              <a:rPr lang="en-US" dirty="0"/>
              <a:t>© </a:t>
            </a:r>
            <a:r>
              <a:rPr lang="en-US" dirty="0" err="1"/>
              <a:t>Aurigene</a:t>
            </a:r>
            <a:r>
              <a:rPr lang="en-US" dirty="0"/>
              <a:t> Discovery Technologies Limited.</a:t>
            </a:r>
          </a:p>
        </p:txBody>
      </p:sp>
      <p:sp>
        <p:nvSpPr>
          <p:cNvPr id="9" name="Slide Number Placeholder 8"/>
          <p:cNvSpPr>
            <a:spLocks noGrp="1"/>
          </p:cNvSpPr>
          <p:nvPr>
            <p:ph type="sldNum" sz="quarter" idx="12"/>
          </p:nvPr>
        </p:nvSpPr>
        <p:spPr/>
        <p:txBody>
          <a:bodyPr/>
          <a:lstStyle>
            <a:lvl1pPr>
              <a:defRPr/>
            </a:lvl1pPr>
          </a:lstStyle>
          <a:p>
            <a:fld id="{6D901E28-B783-45A5-934D-311B12C5CFDA}" type="slidenum">
              <a:rPr lang="en-US" smtClean="0"/>
              <a:pPr/>
              <a:t>‹#›</a:t>
            </a:fld>
            <a:endParaRPr lang="en-US" dirty="0"/>
          </a:p>
        </p:txBody>
      </p:sp>
    </p:spTree>
    <p:extLst>
      <p:ext uri="{BB962C8B-B14F-4D97-AF65-F5344CB8AC3E}">
        <p14:creationId xmlns:p14="http://schemas.microsoft.com/office/powerpoint/2010/main" val="8684422"/>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lvl1pPr>
              <a:defRPr/>
            </a:lvl1pPr>
          </a:lstStyle>
          <a:p>
            <a:fld id="{F2D501FD-8AB5-415D-B236-651335E8351E}" type="datetime1">
              <a:rPr lang="en-US" smtClean="0"/>
              <a:pPr/>
              <a:t>7/6/2026</a:t>
            </a:fld>
            <a:endParaRPr lang="en-US" dirty="0"/>
          </a:p>
        </p:txBody>
      </p:sp>
      <p:sp>
        <p:nvSpPr>
          <p:cNvPr id="4" name="Footer Placeholder 3"/>
          <p:cNvSpPr>
            <a:spLocks noGrp="1"/>
          </p:cNvSpPr>
          <p:nvPr>
            <p:ph type="ftr" sz="quarter" idx="11"/>
          </p:nvPr>
        </p:nvSpPr>
        <p:spPr/>
        <p:txBody>
          <a:bodyPr/>
          <a:lstStyle>
            <a:lvl1pPr>
              <a:defRPr/>
            </a:lvl1pPr>
          </a:lstStyle>
          <a:p>
            <a:r>
              <a:rPr lang="en-US" dirty="0"/>
              <a:t>© </a:t>
            </a:r>
            <a:r>
              <a:rPr lang="en-US" dirty="0" err="1"/>
              <a:t>Aurigene</a:t>
            </a:r>
            <a:r>
              <a:rPr lang="en-US" dirty="0"/>
              <a:t> Discovery Technologies Limited.</a:t>
            </a:r>
          </a:p>
        </p:txBody>
      </p:sp>
      <p:sp>
        <p:nvSpPr>
          <p:cNvPr id="5" name="Slide Number Placeholder 4"/>
          <p:cNvSpPr>
            <a:spLocks noGrp="1"/>
          </p:cNvSpPr>
          <p:nvPr>
            <p:ph type="sldNum" sz="quarter" idx="12"/>
          </p:nvPr>
        </p:nvSpPr>
        <p:spPr/>
        <p:txBody>
          <a:bodyPr/>
          <a:lstStyle>
            <a:lvl1pPr>
              <a:defRPr/>
            </a:lvl1pPr>
          </a:lstStyle>
          <a:p>
            <a:fld id="{6D901E28-B783-45A5-934D-311B12C5CFDA}" type="slidenum">
              <a:rPr lang="en-US" smtClean="0"/>
              <a:pPr/>
              <a:t>‹#›</a:t>
            </a:fld>
            <a:endParaRPr lang="en-US" dirty="0"/>
          </a:p>
        </p:txBody>
      </p:sp>
      <p:pic>
        <p:nvPicPr>
          <p:cNvPr id="6" name="Logo-01.png" descr="Logo-01.png">
            <a:extLst>
              <a:ext uri="{FF2B5EF4-FFF2-40B4-BE49-F238E27FC236}">
                <a16:creationId xmlns:a16="http://schemas.microsoft.com/office/drawing/2014/main" id="{DF5060EE-7787-4C40-BC57-3A48A10AA1F1}"/>
              </a:ext>
            </a:extLst>
          </p:cNvPr>
          <p:cNvPicPr>
            <a:picLocks noChangeAspect="1"/>
          </p:cNvPicPr>
          <p:nvPr userDrawn="1"/>
        </p:nvPicPr>
        <p:blipFill>
          <a:blip r:embed="rId2" cstate="print"/>
          <a:stretch>
            <a:fillRect/>
          </a:stretch>
        </p:blipFill>
        <p:spPr>
          <a:xfrm>
            <a:off x="10134790" y="5608976"/>
            <a:ext cx="1649095" cy="1005725"/>
          </a:xfrm>
          <a:prstGeom prst="rect">
            <a:avLst/>
          </a:prstGeom>
          <a:ln w="12700">
            <a:miter lim="400000"/>
          </a:ln>
        </p:spPr>
      </p:pic>
    </p:spTree>
    <p:extLst>
      <p:ext uri="{BB962C8B-B14F-4D97-AF65-F5344CB8AC3E}">
        <p14:creationId xmlns:p14="http://schemas.microsoft.com/office/powerpoint/2010/main" val="546461285"/>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Blank layout">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D531ED94-9B1C-472B-B9EB-4A52BAB59EBB}"/>
              </a:ext>
            </a:extLst>
          </p:cNvPr>
          <p:cNvSpPr>
            <a:spLocks noGrp="1"/>
          </p:cNvSpPr>
          <p:nvPr>
            <p:ph type="dt" sz="half" idx="10"/>
          </p:nvPr>
        </p:nvSpPr>
        <p:spPr/>
        <p:txBody>
          <a:bodyPr/>
          <a:lstStyle>
            <a:lvl1pPr>
              <a:defRPr/>
            </a:lvl1pPr>
          </a:lstStyle>
          <a:p>
            <a:fld id="{43D95715-F1B5-4B03-80BA-58B44C9FB0D2}" type="datetime1">
              <a:rPr lang="en-US" smtClean="0"/>
              <a:pPr/>
              <a:t>7/6/2026</a:t>
            </a:fld>
            <a:endParaRPr lang="en-US" dirty="0"/>
          </a:p>
        </p:txBody>
      </p:sp>
      <p:sp>
        <p:nvSpPr>
          <p:cNvPr id="4" name="Footer Placeholder 3">
            <a:extLst>
              <a:ext uri="{FF2B5EF4-FFF2-40B4-BE49-F238E27FC236}">
                <a16:creationId xmlns:a16="http://schemas.microsoft.com/office/drawing/2014/main" id="{4E0BAC5B-5C15-4B6A-BE49-7D9724384155}"/>
              </a:ext>
            </a:extLst>
          </p:cNvPr>
          <p:cNvSpPr>
            <a:spLocks noGrp="1"/>
          </p:cNvSpPr>
          <p:nvPr>
            <p:ph type="ftr" sz="quarter" idx="11"/>
          </p:nvPr>
        </p:nvSpPr>
        <p:spPr/>
        <p:txBody>
          <a:bodyPr/>
          <a:lstStyle>
            <a:lvl1pPr>
              <a:defRPr/>
            </a:lvl1pPr>
          </a:lstStyle>
          <a:p>
            <a:pPr>
              <a:defRPr/>
            </a:pPr>
            <a:r>
              <a:rPr lang="en-US" dirty="0"/>
              <a:t>© </a:t>
            </a:r>
            <a:r>
              <a:rPr lang="en-US" dirty="0" err="1"/>
              <a:t>Aurigene</a:t>
            </a:r>
            <a:r>
              <a:rPr lang="en-US" dirty="0"/>
              <a:t> Discovery Technologies Limited.</a:t>
            </a:r>
          </a:p>
        </p:txBody>
      </p:sp>
      <p:sp>
        <p:nvSpPr>
          <p:cNvPr id="5" name="Slide Number Placeholder 4">
            <a:extLst>
              <a:ext uri="{FF2B5EF4-FFF2-40B4-BE49-F238E27FC236}">
                <a16:creationId xmlns:a16="http://schemas.microsoft.com/office/drawing/2014/main" id="{BE0833AE-AC42-4271-B671-B0711CC6F895}"/>
              </a:ext>
            </a:extLst>
          </p:cNvPr>
          <p:cNvSpPr>
            <a:spLocks noGrp="1"/>
          </p:cNvSpPr>
          <p:nvPr>
            <p:ph type="sldNum" sz="quarter" idx="12"/>
          </p:nvPr>
        </p:nvSpPr>
        <p:spPr/>
        <p:txBody>
          <a:bodyPr/>
          <a:lstStyle>
            <a:lvl1pPr>
              <a:defRPr/>
            </a:lvl1pPr>
          </a:lstStyle>
          <a:p>
            <a:fld id="{6D901E28-B783-45A5-934D-311B12C5CFDA}" type="slidenum">
              <a:rPr lang="en-US" smtClean="0"/>
              <a:pPr/>
              <a:t>‹#›</a:t>
            </a:fld>
            <a:endParaRPr lang="en-US" dirty="0"/>
          </a:p>
        </p:txBody>
      </p:sp>
    </p:spTree>
    <p:extLst>
      <p:ext uri="{BB962C8B-B14F-4D97-AF65-F5344CB8AC3E}">
        <p14:creationId xmlns:p14="http://schemas.microsoft.com/office/powerpoint/2010/main" val="4270454280"/>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fld id="{346EEFFA-9069-48DF-B220-36C4B1A50686}" type="datetime1">
              <a:rPr lang="en-US" smtClean="0"/>
              <a:pPr/>
              <a:t>7/6/2026</a:t>
            </a:fld>
            <a:endParaRPr lang="en-US" dirty="0"/>
          </a:p>
        </p:txBody>
      </p:sp>
      <p:sp>
        <p:nvSpPr>
          <p:cNvPr id="3" name="Footer Placeholder 2"/>
          <p:cNvSpPr>
            <a:spLocks noGrp="1"/>
          </p:cNvSpPr>
          <p:nvPr>
            <p:ph type="ftr" sz="quarter" idx="11"/>
          </p:nvPr>
        </p:nvSpPr>
        <p:spPr/>
        <p:txBody>
          <a:bodyPr/>
          <a:lstStyle>
            <a:lvl1pPr>
              <a:defRPr/>
            </a:lvl1pPr>
          </a:lstStyle>
          <a:p>
            <a:r>
              <a:rPr lang="en-US" dirty="0"/>
              <a:t>© </a:t>
            </a:r>
            <a:r>
              <a:rPr lang="en-US" dirty="0" err="1"/>
              <a:t>Aurigene</a:t>
            </a:r>
            <a:r>
              <a:rPr lang="en-US" dirty="0"/>
              <a:t> Discovery Technologies Limited.</a:t>
            </a:r>
          </a:p>
        </p:txBody>
      </p:sp>
      <p:sp>
        <p:nvSpPr>
          <p:cNvPr id="4" name="Slide Number Placeholder 3"/>
          <p:cNvSpPr>
            <a:spLocks noGrp="1"/>
          </p:cNvSpPr>
          <p:nvPr>
            <p:ph type="sldNum" sz="quarter" idx="12"/>
          </p:nvPr>
        </p:nvSpPr>
        <p:spPr/>
        <p:txBody>
          <a:bodyPr/>
          <a:lstStyle>
            <a:lvl1pPr>
              <a:defRPr/>
            </a:lvl1pPr>
          </a:lstStyle>
          <a:p>
            <a:fld id="{6D901E28-B783-45A5-934D-311B12C5CFDA}" type="slidenum">
              <a:rPr lang="en-US" smtClean="0"/>
              <a:pPr/>
              <a:t>‹#›</a:t>
            </a:fld>
            <a:endParaRPr lang="en-US" dirty="0"/>
          </a:p>
        </p:txBody>
      </p:sp>
    </p:spTree>
    <p:extLst>
      <p:ext uri="{BB962C8B-B14F-4D97-AF65-F5344CB8AC3E}">
        <p14:creationId xmlns:p14="http://schemas.microsoft.com/office/powerpoint/2010/main" val="614451788"/>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4" y="273050"/>
            <a:ext cx="4011084" cy="1162050"/>
          </a:xfrm>
        </p:spPr>
        <p:txBody>
          <a:bodyPr anchor="b"/>
          <a:lstStyle>
            <a:lvl1pPr algn="l">
              <a:defRPr sz="1000" b="1"/>
            </a:lvl1pPr>
          </a:lstStyle>
          <a:p>
            <a:r>
              <a:rPr lang="en-US"/>
              <a:t>Click to edit Master title style</a:t>
            </a:r>
          </a:p>
        </p:txBody>
      </p:sp>
      <p:sp>
        <p:nvSpPr>
          <p:cNvPr id="3" name="Content Placeholder 2"/>
          <p:cNvSpPr>
            <a:spLocks noGrp="1"/>
          </p:cNvSpPr>
          <p:nvPr>
            <p:ph idx="1"/>
          </p:nvPr>
        </p:nvSpPr>
        <p:spPr>
          <a:xfrm>
            <a:off x="4766734" y="273053"/>
            <a:ext cx="6815667" cy="5853113"/>
          </a:xfrm>
        </p:spPr>
        <p:txBody>
          <a:bodyPr/>
          <a:lstStyle>
            <a:lvl1pPr>
              <a:defRPr sz="1600"/>
            </a:lvl1pPr>
            <a:lvl2pPr>
              <a:defRPr sz="1400"/>
            </a:lvl2pPr>
            <a:lvl3pPr>
              <a:defRPr sz="1200"/>
            </a:lvl3pPr>
            <a:lvl4pPr>
              <a:defRPr sz="1000"/>
            </a:lvl4pPr>
            <a:lvl5pPr>
              <a:defRPr sz="1000"/>
            </a:lvl5pPr>
            <a:lvl6pPr>
              <a:defRPr sz="1000"/>
            </a:lvl6pPr>
            <a:lvl7pPr>
              <a:defRPr sz="1000"/>
            </a:lvl7pPr>
            <a:lvl8pPr>
              <a:defRPr sz="1000"/>
            </a:lvl8pPr>
            <a:lvl9pPr>
              <a:defRPr sz="1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609604" y="1435103"/>
            <a:ext cx="4011084" cy="4691063"/>
          </a:xfrm>
        </p:spPr>
        <p:txBody>
          <a:bodyPr/>
          <a:lstStyle>
            <a:lvl1pPr marL="0" indent="0">
              <a:buNone/>
              <a:defRPr sz="700"/>
            </a:lvl1pPr>
            <a:lvl2pPr marL="228520" indent="0">
              <a:buNone/>
              <a:defRPr sz="600"/>
            </a:lvl2pPr>
            <a:lvl3pPr marL="457039" indent="0">
              <a:buNone/>
              <a:defRPr sz="500"/>
            </a:lvl3pPr>
            <a:lvl4pPr marL="685559" indent="0">
              <a:buNone/>
              <a:defRPr sz="450"/>
            </a:lvl4pPr>
            <a:lvl5pPr marL="914078" indent="0">
              <a:buNone/>
              <a:defRPr sz="450"/>
            </a:lvl5pPr>
            <a:lvl6pPr marL="1142598" indent="0">
              <a:buNone/>
              <a:defRPr sz="450"/>
            </a:lvl6pPr>
            <a:lvl7pPr marL="1371117" indent="0">
              <a:buNone/>
              <a:defRPr sz="450"/>
            </a:lvl7pPr>
            <a:lvl8pPr marL="1599636" indent="0">
              <a:buNone/>
              <a:defRPr sz="450"/>
            </a:lvl8pPr>
            <a:lvl9pPr marL="1828156" indent="0">
              <a:buNone/>
              <a:defRPr sz="450"/>
            </a:lvl9pPr>
          </a:lstStyle>
          <a:p>
            <a:pPr lvl="0"/>
            <a:r>
              <a:rPr lang="en-US" dirty="0"/>
              <a:t>Click to edit Master text styles</a:t>
            </a:r>
          </a:p>
        </p:txBody>
      </p:sp>
      <p:sp>
        <p:nvSpPr>
          <p:cNvPr id="5" name="Date Placeholder 4"/>
          <p:cNvSpPr>
            <a:spLocks noGrp="1"/>
          </p:cNvSpPr>
          <p:nvPr>
            <p:ph type="dt" sz="half" idx="10"/>
          </p:nvPr>
        </p:nvSpPr>
        <p:spPr/>
        <p:txBody>
          <a:bodyPr/>
          <a:lstStyle>
            <a:lvl1pPr>
              <a:defRPr/>
            </a:lvl1pPr>
          </a:lstStyle>
          <a:p>
            <a:fld id="{F0FA23A1-0614-4B60-8903-CF77ADC902D2}" type="datetime1">
              <a:rPr lang="en-US" smtClean="0"/>
              <a:pPr/>
              <a:t>7/6/2026</a:t>
            </a:fld>
            <a:endParaRPr lang="en-US" dirty="0"/>
          </a:p>
        </p:txBody>
      </p:sp>
      <p:sp>
        <p:nvSpPr>
          <p:cNvPr id="6" name="Footer Placeholder 5"/>
          <p:cNvSpPr>
            <a:spLocks noGrp="1"/>
          </p:cNvSpPr>
          <p:nvPr>
            <p:ph type="ftr" sz="quarter" idx="11"/>
          </p:nvPr>
        </p:nvSpPr>
        <p:spPr/>
        <p:txBody>
          <a:bodyPr/>
          <a:lstStyle>
            <a:lvl1pPr>
              <a:defRPr/>
            </a:lvl1pPr>
          </a:lstStyle>
          <a:p>
            <a:r>
              <a:rPr lang="en-US" dirty="0"/>
              <a:t>© </a:t>
            </a:r>
            <a:r>
              <a:rPr lang="en-US" dirty="0" err="1"/>
              <a:t>Aurigene</a:t>
            </a:r>
            <a:r>
              <a:rPr lang="en-US" dirty="0"/>
              <a:t> Discovery Technologies Limited.</a:t>
            </a:r>
          </a:p>
        </p:txBody>
      </p:sp>
      <p:sp>
        <p:nvSpPr>
          <p:cNvPr id="7" name="Slide Number Placeholder 6"/>
          <p:cNvSpPr>
            <a:spLocks noGrp="1"/>
          </p:cNvSpPr>
          <p:nvPr>
            <p:ph type="sldNum" sz="quarter" idx="12"/>
          </p:nvPr>
        </p:nvSpPr>
        <p:spPr/>
        <p:txBody>
          <a:bodyPr/>
          <a:lstStyle>
            <a:lvl1pPr>
              <a:defRPr/>
            </a:lvl1pPr>
          </a:lstStyle>
          <a:p>
            <a:fld id="{6D901E28-B783-45A5-934D-311B12C5CFDA}" type="slidenum">
              <a:rPr lang="en-US" smtClean="0"/>
              <a:pPr/>
              <a:t>‹#›</a:t>
            </a:fld>
            <a:endParaRPr lang="en-US" dirty="0"/>
          </a:p>
        </p:txBody>
      </p:sp>
    </p:spTree>
    <p:extLst>
      <p:ext uri="{BB962C8B-B14F-4D97-AF65-F5344CB8AC3E}">
        <p14:creationId xmlns:p14="http://schemas.microsoft.com/office/powerpoint/2010/main" val="3416860759"/>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8" y="4800600"/>
            <a:ext cx="7315200" cy="566738"/>
          </a:xfrm>
        </p:spPr>
        <p:txBody>
          <a:bodyPr anchor="b"/>
          <a:lstStyle>
            <a:lvl1pPr algn="l">
              <a:defRPr sz="1000" b="1"/>
            </a:lvl1pPr>
          </a:lstStyle>
          <a:p>
            <a:r>
              <a:rPr lang="en-US"/>
              <a:t>Click to edit Master title style</a:t>
            </a:r>
          </a:p>
        </p:txBody>
      </p:sp>
      <p:sp>
        <p:nvSpPr>
          <p:cNvPr id="3" name="Picture Placeholder 2"/>
          <p:cNvSpPr>
            <a:spLocks noGrp="1"/>
          </p:cNvSpPr>
          <p:nvPr>
            <p:ph type="pic" idx="1"/>
          </p:nvPr>
        </p:nvSpPr>
        <p:spPr>
          <a:xfrm>
            <a:off x="2389718" y="612775"/>
            <a:ext cx="7315200" cy="4114800"/>
          </a:xfrm>
        </p:spPr>
        <p:txBody>
          <a:bodyPr/>
          <a:lstStyle>
            <a:lvl1pPr marL="0" indent="0">
              <a:buNone/>
              <a:defRPr sz="1600"/>
            </a:lvl1pPr>
            <a:lvl2pPr marL="228520" indent="0">
              <a:buNone/>
              <a:defRPr sz="1400"/>
            </a:lvl2pPr>
            <a:lvl3pPr marL="457039" indent="0">
              <a:buNone/>
              <a:defRPr sz="1200"/>
            </a:lvl3pPr>
            <a:lvl4pPr marL="685559" indent="0">
              <a:buNone/>
              <a:defRPr sz="1000"/>
            </a:lvl4pPr>
            <a:lvl5pPr marL="914078" indent="0">
              <a:buNone/>
              <a:defRPr sz="1000"/>
            </a:lvl5pPr>
            <a:lvl6pPr marL="1142598" indent="0">
              <a:buNone/>
              <a:defRPr sz="1000"/>
            </a:lvl6pPr>
            <a:lvl7pPr marL="1371117" indent="0">
              <a:buNone/>
              <a:defRPr sz="1000"/>
            </a:lvl7pPr>
            <a:lvl8pPr marL="1599636" indent="0">
              <a:buNone/>
              <a:defRPr sz="1000"/>
            </a:lvl8pPr>
            <a:lvl9pPr marL="1828156" indent="0">
              <a:buNone/>
              <a:defRPr sz="1000"/>
            </a:lvl9pPr>
          </a:lstStyle>
          <a:p>
            <a:r>
              <a:rPr lang="en-US" dirty="0"/>
              <a:t>Click icon to add picture</a:t>
            </a:r>
          </a:p>
        </p:txBody>
      </p:sp>
      <p:sp>
        <p:nvSpPr>
          <p:cNvPr id="4" name="Text Placeholder 3"/>
          <p:cNvSpPr>
            <a:spLocks noGrp="1"/>
          </p:cNvSpPr>
          <p:nvPr>
            <p:ph type="body" sz="half" idx="2"/>
          </p:nvPr>
        </p:nvSpPr>
        <p:spPr>
          <a:xfrm>
            <a:off x="2389718" y="5367338"/>
            <a:ext cx="7315200" cy="804862"/>
          </a:xfrm>
        </p:spPr>
        <p:txBody>
          <a:bodyPr/>
          <a:lstStyle>
            <a:lvl1pPr marL="0" indent="0">
              <a:buNone/>
              <a:defRPr sz="700"/>
            </a:lvl1pPr>
            <a:lvl2pPr marL="228520" indent="0">
              <a:buNone/>
              <a:defRPr sz="600"/>
            </a:lvl2pPr>
            <a:lvl3pPr marL="457039" indent="0">
              <a:buNone/>
              <a:defRPr sz="500"/>
            </a:lvl3pPr>
            <a:lvl4pPr marL="685559" indent="0">
              <a:buNone/>
              <a:defRPr sz="450"/>
            </a:lvl4pPr>
            <a:lvl5pPr marL="914078" indent="0">
              <a:buNone/>
              <a:defRPr sz="450"/>
            </a:lvl5pPr>
            <a:lvl6pPr marL="1142598" indent="0">
              <a:buNone/>
              <a:defRPr sz="450"/>
            </a:lvl6pPr>
            <a:lvl7pPr marL="1371117" indent="0">
              <a:buNone/>
              <a:defRPr sz="450"/>
            </a:lvl7pPr>
            <a:lvl8pPr marL="1599636" indent="0">
              <a:buNone/>
              <a:defRPr sz="450"/>
            </a:lvl8pPr>
            <a:lvl9pPr marL="1828156" indent="0">
              <a:buNone/>
              <a:defRPr sz="450"/>
            </a:lvl9pPr>
          </a:lstStyle>
          <a:p>
            <a:pPr lvl="0"/>
            <a:r>
              <a:rPr lang="en-US" dirty="0"/>
              <a:t>Click to edit Master text styles</a:t>
            </a:r>
          </a:p>
        </p:txBody>
      </p:sp>
      <p:sp>
        <p:nvSpPr>
          <p:cNvPr id="5" name="Date Placeholder 4"/>
          <p:cNvSpPr>
            <a:spLocks noGrp="1"/>
          </p:cNvSpPr>
          <p:nvPr>
            <p:ph type="dt" sz="half" idx="10"/>
          </p:nvPr>
        </p:nvSpPr>
        <p:spPr/>
        <p:txBody>
          <a:bodyPr/>
          <a:lstStyle>
            <a:lvl1pPr>
              <a:defRPr/>
            </a:lvl1pPr>
          </a:lstStyle>
          <a:p>
            <a:fld id="{633EE45C-FFAE-4266-9727-25C6629306DB}" type="datetime1">
              <a:rPr lang="en-US" smtClean="0"/>
              <a:pPr/>
              <a:t>7/6/2026</a:t>
            </a:fld>
            <a:endParaRPr lang="en-US" dirty="0"/>
          </a:p>
        </p:txBody>
      </p:sp>
      <p:sp>
        <p:nvSpPr>
          <p:cNvPr id="6" name="Footer Placeholder 5"/>
          <p:cNvSpPr>
            <a:spLocks noGrp="1"/>
          </p:cNvSpPr>
          <p:nvPr>
            <p:ph type="ftr" sz="quarter" idx="11"/>
          </p:nvPr>
        </p:nvSpPr>
        <p:spPr/>
        <p:txBody>
          <a:bodyPr/>
          <a:lstStyle>
            <a:lvl1pPr>
              <a:defRPr/>
            </a:lvl1pPr>
          </a:lstStyle>
          <a:p>
            <a:r>
              <a:rPr lang="en-US" dirty="0"/>
              <a:t>© </a:t>
            </a:r>
            <a:r>
              <a:rPr lang="en-US" dirty="0" err="1"/>
              <a:t>Aurigene</a:t>
            </a:r>
            <a:r>
              <a:rPr lang="en-US" dirty="0"/>
              <a:t> Discovery Technologies Limited.</a:t>
            </a:r>
          </a:p>
        </p:txBody>
      </p:sp>
      <p:sp>
        <p:nvSpPr>
          <p:cNvPr id="7" name="Slide Number Placeholder 6"/>
          <p:cNvSpPr>
            <a:spLocks noGrp="1"/>
          </p:cNvSpPr>
          <p:nvPr>
            <p:ph type="sldNum" sz="quarter" idx="12"/>
          </p:nvPr>
        </p:nvSpPr>
        <p:spPr/>
        <p:txBody>
          <a:bodyPr/>
          <a:lstStyle>
            <a:lvl1pPr>
              <a:defRPr/>
            </a:lvl1pPr>
          </a:lstStyle>
          <a:p>
            <a:fld id="{6D901E28-B783-45A5-934D-311B12C5CFDA}" type="slidenum">
              <a:rPr lang="en-US" smtClean="0"/>
              <a:pPr/>
              <a:t>‹#›</a:t>
            </a:fld>
            <a:endParaRPr lang="en-US" dirty="0"/>
          </a:p>
        </p:txBody>
      </p:sp>
    </p:spTree>
    <p:extLst>
      <p:ext uri="{BB962C8B-B14F-4D97-AF65-F5344CB8AC3E}">
        <p14:creationId xmlns:p14="http://schemas.microsoft.com/office/powerpoint/2010/main" val="1229685422"/>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lvl1pPr>
              <a:defRPr/>
            </a:lvl1pPr>
            <a:lvl2pPr>
              <a:defRPr/>
            </a:lvl2pPr>
            <a:lvl3pPr>
              <a:defRPr/>
            </a:lvl3pPr>
            <a:lvl4pPr>
              <a:defRPr/>
            </a:lvl4pPr>
            <a:lvl5pP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lvl1pPr>
              <a:defRPr/>
            </a:lvl1pPr>
          </a:lstStyle>
          <a:p>
            <a:fld id="{3AA24754-03C9-44AB-B5C8-862F07F6080C}" type="datetime1">
              <a:rPr lang="en-US" smtClean="0"/>
              <a:pPr/>
              <a:t>7/6/2026</a:t>
            </a:fld>
            <a:endParaRPr lang="en-US" dirty="0"/>
          </a:p>
        </p:txBody>
      </p:sp>
      <p:sp>
        <p:nvSpPr>
          <p:cNvPr id="5" name="Footer Placeholder 4"/>
          <p:cNvSpPr>
            <a:spLocks noGrp="1"/>
          </p:cNvSpPr>
          <p:nvPr>
            <p:ph type="ftr" sz="quarter" idx="11"/>
          </p:nvPr>
        </p:nvSpPr>
        <p:spPr/>
        <p:txBody>
          <a:bodyPr/>
          <a:lstStyle>
            <a:lvl1pPr>
              <a:defRPr/>
            </a:lvl1pPr>
          </a:lstStyle>
          <a:p>
            <a:r>
              <a:rPr lang="en-US" dirty="0"/>
              <a:t>© </a:t>
            </a:r>
            <a:r>
              <a:rPr lang="en-US" dirty="0" err="1"/>
              <a:t>Aurigene</a:t>
            </a:r>
            <a:r>
              <a:rPr lang="en-US" dirty="0"/>
              <a:t> Discovery Technologies Limited.</a:t>
            </a:r>
          </a:p>
        </p:txBody>
      </p:sp>
      <p:sp>
        <p:nvSpPr>
          <p:cNvPr id="6" name="Slide Number Placeholder 5"/>
          <p:cNvSpPr>
            <a:spLocks noGrp="1"/>
          </p:cNvSpPr>
          <p:nvPr>
            <p:ph type="sldNum" sz="quarter" idx="12"/>
          </p:nvPr>
        </p:nvSpPr>
        <p:spPr/>
        <p:txBody>
          <a:bodyPr/>
          <a:lstStyle>
            <a:lvl1pPr>
              <a:defRPr/>
            </a:lvl1pPr>
          </a:lstStyle>
          <a:p>
            <a:fld id="{6D901E28-B783-45A5-934D-311B12C5CFDA}" type="slidenum">
              <a:rPr lang="en-US" smtClean="0"/>
              <a:pPr/>
              <a:t>‹#›</a:t>
            </a:fld>
            <a:endParaRPr lang="en-US" dirty="0"/>
          </a:p>
        </p:txBody>
      </p:sp>
    </p:spTree>
    <p:extLst>
      <p:ext uri="{BB962C8B-B14F-4D97-AF65-F5344CB8AC3E}">
        <p14:creationId xmlns:p14="http://schemas.microsoft.com/office/powerpoint/2010/main" val="1755219045"/>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3575434" y="549275"/>
            <a:ext cx="7315200" cy="1170305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625602" y="549275"/>
            <a:ext cx="21746634" cy="11703050"/>
          </a:xfrm>
        </p:spPr>
        <p:txBody>
          <a:bodyPr vert="eaVert"/>
          <a:lstStyle>
            <a:lvl1pPr>
              <a:defRPr/>
            </a:lvl1pPr>
            <a:lvl2pPr>
              <a:defRPr/>
            </a:lvl2pPr>
            <a:lvl3pPr>
              <a:defRPr/>
            </a:lvl3pPr>
            <a:lvl4pPr>
              <a:defRPr/>
            </a:lvl4pPr>
            <a:lvl5pP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lvl1pPr>
              <a:defRPr/>
            </a:lvl1pPr>
          </a:lstStyle>
          <a:p>
            <a:fld id="{E98B034A-35BD-4760-A267-07AF3BB19CA1}" type="datetime1">
              <a:rPr lang="en-US" smtClean="0"/>
              <a:pPr/>
              <a:t>7/6/2026</a:t>
            </a:fld>
            <a:endParaRPr lang="en-US" dirty="0"/>
          </a:p>
        </p:txBody>
      </p:sp>
      <p:sp>
        <p:nvSpPr>
          <p:cNvPr id="5" name="Footer Placeholder 4"/>
          <p:cNvSpPr>
            <a:spLocks noGrp="1"/>
          </p:cNvSpPr>
          <p:nvPr>
            <p:ph type="ftr" sz="quarter" idx="11"/>
          </p:nvPr>
        </p:nvSpPr>
        <p:spPr/>
        <p:txBody>
          <a:bodyPr/>
          <a:lstStyle>
            <a:lvl1pPr>
              <a:defRPr/>
            </a:lvl1pPr>
          </a:lstStyle>
          <a:p>
            <a:r>
              <a:rPr lang="en-US" dirty="0"/>
              <a:t>© </a:t>
            </a:r>
            <a:r>
              <a:rPr lang="en-US" dirty="0" err="1"/>
              <a:t>Aurigene</a:t>
            </a:r>
            <a:r>
              <a:rPr lang="en-US" dirty="0"/>
              <a:t> Discovery Technologies Limited.</a:t>
            </a:r>
          </a:p>
        </p:txBody>
      </p:sp>
      <p:sp>
        <p:nvSpPr>
          <p:cNvPr id="6" name="Slide Number Placeholder 5"/>
          <p:cNvSpPr>
            <a:spLocks noGrp="1"/>
          </p:cNvSpPr>
          <p:nvPr>
            <p:ph type="sldNum" sz="quarter" idx="12"/>
          </p:nvPr>
        </p:nvSpPr>
        <p:spPr/>
        <p:txBody>
          <a:bodyPr/>
          <a:lstStyle>
            <a:lvl1pPr>
              <a:defRPr/>
            </a:lvl1pPr>
          </a:lstStyle>
          <a:p>
            <a:fld id="{6D901E28-B783-45A5-934D-311B12C5CFDA}" type="slidenum">
              <a:rPr lang="en-US" smtClean="0"/>
              <a:pPr/>
              <a:t>‹#›</a:t>
            </a:fld>
            <a:endParaRPr lang="en-US" dirty="0"/>
          </a:p>
        </p:txBody>
      </p:sp>
    </p:spTree>
    <p:extLst>
      <p:ext uri="{BB962C8B-B14F-4D97-AF65-F5344CB8AC3E}">
        <p14:creationId xmlns:p14="http://schemas.microsoft.com/office/powerpoint/2010/main" val="416971235"/>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cxnSp>
        <p:nvCxnSpPr>
          <p:cNvPr id="3" name="Straight Connector 2"/>
          <p:cNvCxnSpPr/>
          <p:nvPr userDrawn="1"/>
        </p:nvCxnSpPr>
        <p:spPr>
          <a:xfrm>
            <a:off x="412263" y="746125"/>
            <a:ext cx="11271738" cy="0"/>
          </a:xfrm>
          <a:prstGeom prst="line">
            <a:avLst/>
          </a:prstGeom>
          <a:ln w="12700">
            <a:solidFill>
              <a:srgbClr val="5225B5"/>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4" name="Rectangle 3"/>
          <p:cNvSpPr/>
          <p:nvPr userDrawn="1"/>
        </p:nvSpPr>
        <p:spPr>
          <a:xfrm>
            <a:off x="1" y="6640514"/>
            <a:ext cx="12229124" cy="230187"/>
          </a:xfrm>
          <a:prstGeom prst="rect">
            <a:avLst/>
          </a:prstGeom>
          <a:solidFill>
            <a:srgbClr val="5225B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sz="1800" dirty="0">
              <a:latin typeface="Avenir Next" panose="020B0503020202020204"/>
            </a:endParaRPr>
          </a:p>
        </p:txBody>
      </p:sp>
      <p:sp>
        <p:nvSpPr>
          <p:cNvPr id="5" name="TextBox 4"/>
          <p:cNvSpPr txBox="1">
            <a:spLocks noChangeArrowheads="1"/>
          </p:cNvSpPr>
          <p:nvPr userDrawn="1"/>
        </p:nvSpPr>
        <p:spPr bwMode="auto">
          <a:xfrm>
            <a:off x="11760202" y="6642100"/>
            <a:ext cx="402492" cy="195814"/>
          </a:xfrm>
          <a:prstGeom prst="rect">
            <a:avLst/>
          </a:prstGeom>
          <a:noFill/>
          <a:ln>
            <a:noFill/>
          </a:ln>
        </p:spPr>
        <p:txBody>
          <a:bodyPr lIns="36000" tIns="36000" rIns="36000" bIns="36000">
            <a:spAutoFit/>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algn="r" eaLnBrk="1" hangingPunct="1">
              <a:defRPr/>
            </a:pPr>
            <a:fld id="{A390292B-1EE1-45BA-9B7F-95FA99B5F10F}" type="slidenum">
              <a:rPr lang="en-IN" altLang="en-US" sz="800" smtClean="0">
                <a:solidFill>
                  <a:schemeClr val="bg1"/>
                </a:solidFill>
                <a:latin typeface="Avenir Next" panose="020B0503020202020204"/>
              </a:rPr>
              <a:pPr algn="r" eaLnBrk="1" hangingPunct="1">
                <a:defRPr/>
              </a:pPr>
              <a:t>‹#›</a:t>
            </a:fld>
            <a:endParaRPr lang="en-IN" altLang="en-US" sz="800" dirty="0">
              <a:solidFill>
                <a:schemeClr val="bg1"/>
              </a:solidFill>
              <a:latin typeface="Avenir Next" panose="020B0503020202020204"/>
            </a:endParaRPr>
          </a:p>
        </p:txBody>
      </p:sp>
      <p:sp>
        <p:nvSpPr>
          <p:cNvPr id="6" name="Text Box 20"/>
          <p:cNvSpPr txBox="1">
            <a:spLocks noChangeArrowheads="1"/>
          </p:cNvSpPr>
          <p:nvPr userDrawn="1"/>
        </p:nvSpPr>
        <p:spPr bwMode="auto">
          <a:xfrm>
            <a:off x="8083063" y="6659563"/>
            <a:ext cx="3874477" cy="180690"/>
          </a:xfrm>
          <a:prstGeom prst="rect">
            <a:avLst/>
          </a:prstGeom>
          <a:noFill/>
          <a:ln>
            <a:noFill/>
          </a:ln>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r" fontAlgn="auto">
              <a:lnSpc>
                <a:spcPct val="80000"/>
              </a:lnSpc>
              <a:spcBef>
                <a:spcPct val="50000"/>
              </a:spcBef>
              <a:spcAft>
                <a:spcPts val="0"/>
              </a:spcAft>
              <a:defRPr/>
            </a:pPr>
            <a:r>
              <a:rPr lang="en-US" sz="700" dirty="0">
                <a:solidFill>
                  <a:schemeClr val="bg1"/>
                </a:solidFill>
                <a:latin typeface="Avenir Next" panose="020B0503020202020204"/>
              </a:rPr>
              <a:t>Dr. Reddy’s Laboratories Ltd. </a:t>
            </a:r>
          </a:p>
        </p:txBody>
      </p:sp>
      <p:sp>
        <p:nvSpPr>
          <p:cNvPr id="19" name="Title 1"/>
          <p:cNvSpPr>
            <a:spLocks noGrp="1"/>
          </p:cNvSpPr>
          <p:nvPr>
            <p:ph type="title"/>
          </p:nvPr>
        </p:nvSpPr>
        <p:spPr>
          <a:xfrm>
            <a:off x="488463" y="365132"/>
            <a:ext cx="11271312" cy="681795"/>
          </a:xfrm>
          <a:prstGeom prst="rect">
            <a:avLst/>
          </a:prstGeom>
        </p:spPr>
        <p:txBody>
          <a:bodyPr/>
          <a:lstStyle>
            <a:lvl1pPr>
              <a:defRPr b="1"/>
            </a:lvl1pPr>
          </a:lstStyle>
          <a:p>
            <a:r>
              <a:rPr lang="en-US"/>
              <a:t>Click to edit Master title style</a:t>
            </a:r>
            <a:endParaRPr lang="en-US" dirty="0"/>
          </a:p>
        </p:txBody>
      </p:sp>
    </p:spTree>
    <p:extLst>
      <p:ext uri="{BB962C8B-B14F-4D97-AF65-F5344CB8AC3E}">
        <p14:creationId xmlns:p14="http://schemas.microsoft.com/office/powerpoint/2010/main" val="61539226"/>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Table Single">
    <p:spTree>
      <p:nvGrpSpPr>
        <p:cNvPr id="1" name=""/>
        <p:cNvGrpSpPr/>
        <p:nvPr/>
      </p:nvGrpSpPr>
      <p:grpSpPr>
        <a:xfrm>
          <a:off x="0" y="0"/>
          <a:ext cx="0" cy="0"/>
          <a:chOff x="0" y="0"/>
          <a:chExt cx="0" cy="0"/>
        </a:xfrm>
      </p:grpSpPr>
      <p:sp>
        <p:nvSpPr>
          <p:cNvPr id="2" name="Title 1"/>
          <p:cNvSpPr>
            <a:spLocks noGrp="1"/>
          </p:cNvSpPr>
          <p:nvPr>
            <p:ph type="title"/>
          </p:nvPr>
        </p:nvSpPr>
        <p:spPr>
          <a:xfrm>
            <a:off x="203204" y="30164"/>
            <a:ext cx="9535583" cy="798512"/>
          </a:xfrm>
          <a:prstGeom prst="rect">
            <a:avLst/>
          </a:prstGeom>
        </p:spPr>
        <p:txBody>
          <a:bodyPr/>
          <a:lstStyle/>
          <a:p>
            <a:r>
              <a:rPr lang="en-US"/>
              <a:t>Click to edit Master title style</a:t>
            </a:r>
          </a:p>
        </p:txBody>
      </p:sp>
      <p:sp>
        <p:nvSpPr>
          <p:cNvPr id="12" name="Table Placeholder 11"/>
          <p:cNvSpPr>
            <a:spLocks noGrp="1"/>
          </p:cNvSpPr>
          <p:nvPr>
            <p:ph type="tbl" sz="quarter" idx="10"/>
          </p:nvPr>
        </p:nvSpPr>
        <p:spPr>
          <a:xfrm>
            <a:off x="609600" y="1412876"/>
            <a:ext cx="10973125" cy="4387851"/>
          </a:xfrm>
          <a:prstGeom prst="rect">
            <a:avLst/>
          </a:prstGeom>
        </p:spPr>
        <p:txBody>
          <a:bodyPr/>
          <a:lstStyle>
            <a:lvl1pPr>
              <a:defRPr/>
            </a:lvl1pPr>
          </a:lstStyle>
          <a:p>
            <a:pPr lvl="0"/>
            <a:r>
              <a:rPr lang="en-US" noProof="0" dirty="0"/>
              <a:t>Click icon to add table</a:t>
            </a:r>
          </a:p>
        </p:txBody>
      </p:sp>
      <p:sp>
        <p:nvSpPr>
          <p:cNvPr id="4" name="Slide Number Placeholder 5"/>
          <p:cNvSpPr>
            <a:spLocks noGrp="1"/>
          </p:cNvSpPr>
          <p:nvPr>
            <p:ph type="sldNum" sz="quarter" idx="11"/>
          </p:nvPr>
        </p:nvSpPr>
        <p:spPr>
          <a:xfrm>
            <a:off x="101603" y="6661150"/>
            <a:ext cx="575733" cy="196850"/>
          </a:xfrm>
          <a:prstGeom prst="rect">
            <a:avLst/>
          </a:prstGeom>
        </p:spPr>
        <p:txBody>
          <a:bodyPr/>
          <a:lstStyle>
            <a:lvl1pPr>
              <a:defRPr/>
            </a:lvl1pPr>
          </a:lstStyle>
          <a:p>
            <a:pPr>
              <a:defRPr/>
            </a:pPr>
            <a:fld id="{57E8F31C-5BF1-4683-BEE6-995F2CBFEC93}" type="slidenum">
              <a:rPr lang="en-US" smtClean="0"/>
              <a:pPr>
                <a:defRPr/>
              </a:pPr>
              <a:t>‹#›</a:t>
            </a:fld>
            <a:endParaRPr lang="en-US" dirty="0"/>
          </a:p>
        </p:txBody>
      </p:sp>
    </p:spTree>
    <p:extLst>
      <p:ext uri="{BB962C8B-B14F-4D97-AF65-F5344CB8AC3E}">
        <p14:creationId xmlns:p14="http://schemas.microsoft.com/office/powerpoint/2010/main" val="4002589567"/>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3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3939599440"/>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Team ">
    <p:spTree>
      <p:nvGrpSpPr>
        <p:cNvPr id="1" name=""/>
        <p:cNvGrpSpPr/>
        <p:nvPr/>
      </p:nvGrpSpPr>
      <p:grpSpPr>
        <a:xfrm>
          <a:off x="0" y="0"/>
          <a:ext cx="0" cy="0"/>
          <a:chOff x="0" y="0"/>
          <a:chExt cx="0" cy="0"/>
        </a:xfrm>
      </p:grpSpPr>
      <p:sp>
        <p:nvSpPr>
          <p:cNvPr id="5" name="Rectangle: Top Corners Rounded 4">
            <a:extLst>
              <a:ext uri="{FF2B5EF4-FFF2-40B4-BE49-F238E27FC236}">
                <a16:creationId xmlns:a16="http://schemas.microsoft.com/office/drawing/2014/main" id="{B91A756A-3339-4A5E-B01D-FAAB9EFCAD95}"/>
              </a:ext>
            </a:extLst>
          </p:cNvPr>
          <p:cNvSpPr/>
          <p:nvPr userDrawn="1"/>
        </p:nvSpPr>
        <p:spPr>
          <a:xfrm>
            <a:off x="0" y="0"/>
            <a:ext cx="12191999" cy="4113036"/>
          </a:xfrm>
          <a:prstGeom prst="round2SameRect">
            <a:avLst>
              <a:gd name="adj1" fmla="val 0"/>
              <a:gd name="adj2" fmla="val 0"/>
            </a:avLst>
          </a:prstGeom>
          <a:solidFill>
            <a:srgbClr val="1AB587"/>
          </a:solidFill>
          <a:ln>
            <a:noFill/>
          </a:ln>
          <a:effectLst>
            <a:outerShdw blurRad="444500" sx="102000" sy="102000" algn="ctr" rotWithShape="0">
              <a:prstClr val="black">
                <a:alpha val="6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dirty="0">
              <a:solidFill>
                <a:schemeClr val="bg1"/>
              </a:solidFill>
              <a:latin typeface="Quicksand SemiBold" pitchFamily="2" charset="0"/>
              <a:ea typeface="Open Sans" panose="020B0606030504020204" pitchFamily="34" charset="0"/>
              <a:cs typeface="Poppins" panose="00000500000000000000" pitchFamily="2" charset="0"/>
            </a:endParaRPr>
          </a:p>
        </p:txBody>
      </p:sp>
    </p:spTree>
    <p:extLst>
      <p:ext uri="{BB962C8B-B14F-4D97-AF65-F5344CB8AC3E}">
        <p14:creationId xmlns:p14="http://schemas.microsoft.com/office/powerpoint/2010/main" val="1166741838"/>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p:cSld name="Title allignment">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B4EA2F08-C458-452F-8269-8977F62A85E5}"/>
              </a:ext>
            </a:extLst>
          </p:cNvPr>
          <p:cNvSpPr>
            <a:spLocks noGrp="1"/>
          </p:cNvSpPr>
          <p:nvPr>
            <p:ph type="dt" sz="half" idx="10"/>
          </p:nvPr>
        </p:nvSpPr>
        <p:spPr/>
        <p:txBody>
          <a:bodyPr/>
          <a:lstStyle>
            <a:lvl1pPr>
              <a:defRPr/>
            </a:lvl1pPr>
          </a:lstStyle>
          <a:p>
            <a:fld id="{17A254F3-891A-4FAE-BFC3-095FBF08A302}" type="datetimeFigureOut">
              <a:rPr lang="en-US" smtClean="0"/>
              <a:pPr/>
              <a:t>7/6/2026</a:t>
            </a:fld>
            <a:endParaRPr lang="en-US" dirty="0"/>
          </a:p>
        </p:txBody>
      </p:sp>
      <p:sp>
        <p:nvSpPr>
          <p:cNvPr id="4" name="Footer Placeholder 3">
            <a:extLst>
              <a:ext uri="{FF2B5EF4-FFF2-40B4-BE49-F238E27FC236}">
                <a16:creationId xmlns:a16="http://schemas.microsoft.com/office/drawing/2014/main" id="{415B24E5-6F11-447E-B81E-8DE0DDDB1487}"/>
              </a:ext>
            </a:extLst>
          </p:cNvPr>
          <p:cNvSpPr>
            <a:spLocks noGrp="1"/>
          </p:cNvSpPr>
          <p:nvPr>
            <p:ph type="ftr" sz="quarter" idx="11"/>
          </p:nvPr>
        </p:nvSpPr>
        <p:spPr/>
        <p:txBody>
          <a:bodyPr/>
          <a:lstStyle>
            <a:lvl1pPr>
              <a:defRPr/>
            </a:lvl1pPr>
          </a:lstStyle>
          <a:p>
            <a:endParaRPr lang="en-US" dirty="0"/>
          </a:p>
        </p:txBody>
      </p:sp>
      <p:sp>
        <p:nvSpPr>
          <p:cNvPr id="5" name="Slide Number Placeholder 4">
            <a:extLst>
              <a:ext uri="{FF2B5EF4-FFF2-40B4-BE49-F238E27FC236}">
                <a16:creationId xmlns:a16="http://schemas.microsoft.com/office/drawing/2014/main" id="{6A80A36C-0016-4A2A-88F5-FC4F67086C15}"/>
              </a:ext>
            </a:extLst>
          </p:cNvPr>
          <p:cNvSpPr>
            <a:spLocks noGrp="1"/>
          </p:cNvSpPr>
          <p:nvPr>
            <p:ph type="sldNum" sz="quarter" idx="12"/>
          </p:nvPr>
        </p:nvSpPr>
        <p:spPr/>
        <p:txBody>
          <a:bodyPr/>
          <a:lstStyle>
            <a:lvl1pPr>
              <a:defRPr/>
            </a:lvl1pPr>
          </a:lstStyle>
          <a:p>
            <a:fld id="{0BA6C484-4593-4398-892A-29D659C24092}" type="slidenum">
              <a:rPr lang="en-US" smtClean="0"/>
              <a:pPr/>
              <a:t>‹#›</a:t>
            </a:fld>
            <a:endParaRPr lang="en-US" dirty="0"/>
          </a:p>
        </p:txBody>
      </p:sp>
      <p:sp>
        <p:nvSpPr>
          <p:cNvPr id="6" name="Title Placeholder 1">
            <a:extLst>
              <a:ext uri="{FF2B5EF4-FFF2-40B4-BE49-F238E27FC236}">
                <a16:creationId xmlns:a16="http://schemas.microsoft.com/office/drawing/2014/main" id="{778621B9-7CAB-4232-8935-BB476C89B492}"/>
              </a:ext>
            </a:extLst>
          </p:cNvPr>
          <p:cNvSpPr>
            <a:spLocks noGrp="1"/>
          </p:cNvSpPr>
          <p:nvPr>
            <p:ph type="title"/>
          </p:nvPr>
        </p:nvSpPr>
        <p:spPr>
          <a:xfrm>
            <a:off x="609600" y="274638"/>
            <a:ext cx="10972800" cy="1143000"/>
          </a:xfrm>
          <a:prstGeom prst="rect">
            <a:avLst/>
          </a:prstGeom>
        </p:spPr>
        <p:txBody>
          <a:bodyPr vert="horz" lIns="91408" tIns="45704" rIns="91408" bIns="45704" rtlCol="0" anchor="ctr">
            <a:normAutofit/>
          </a:bodyPr>
          <a:lstStyle/>
          <a:p>
            <a:r>
              <a:rPr lang="en-US"/>
              <a:t>Click to edit Master title style</a:t>
            </a:r>
            <a:endParaRPr lang="en-US" dirty="0"/>
          </a:p>
        </p:txBody>
      </p:sp>
      <p:sp>
        <p:nvSpPr>
          <p:cNvPr id="7" name="Text Placeholder 2">
            <a:extLst>
              <a:ext uri="{FF2B5EF4-FFF2-40B4-BE49-F238E27FC236}">
                <a16:creationId xmlns:a16="http://schemas.microsoft.com/office/drawing/2014/main" id="{6C471206-3682-4429-9885-E1679C4B1458}"/>
              </a:ext>
            </a:extLst>
          </p:cNvPr>
          <p:cNvSpPr>
            <a:spLocks noGrp="1"/>
          </p:cNvSpPr>
          <p:nvPr>
            <p:ph idx="1" hasCustomPrompt="1"/>
          </p:nvPr>
        </p:nvSpPr>
        <p:spPr>
          <a:xfrm>
            <a:off x="609600" y="1600203"/>
            <a:ext cx="10972800" cy="4525963"/>
          </a:xfrm>
          <a:prstGeom prst="rect">
            <a:avLst/>
          </a:prstGeom>
        </p:spPr>
        <p:txBody>
          <a:bodyPr vert="horz" lIns="91408" tIns="45704" rIns="91408" bIns="45704" rtlCol="0">
            <a:normAutofit/>
          </a:bodyPr>
          <a:lstStyle>
            <a:lvl1pPr>
              <a:defRPr/>
            </a:lvl1pPr>
          </a:lstStyle>
          <a:p>
            <a:pPr lvl="0"/>
            <a:r>
              <a:rPr lang="en-US" dirty="0"/>
              <a:t>Click to edit Master text styles</a:t>
            </a:r>
          </a:p>
        </p:txBody>
      </p:sp>
      <p:pic>
        <p:nvPicPr>
          <p:cNvPr id="8" name="Logo-01.png" descr="Logo-01.png">
            <a:extLst>
              <a:ext uri="{FF2B5EF4-FFF2-40B4-BE49-F238E27FC236}">
                <a16:creationId xmlns:a16="http://schemas.microsoft.com/office/drawing/2014/main" id="{607CB889-276A-4D93-B5ED-99048EDECA73}"/>
              </a:ext>
            </a:extLst>
          </p:cNvPr>
          <p:cNvPicPr>
            <a:picLocks noChangeAspect="1"/>
          </p:cNvPicPr>
          <p:nvPr/>
        </p:nvPicPr>
        <p:blipFill>
          <a:blip r:embed="rId2" cstate="print"/>
          <a:stretch>
            <a:fillRect/>
          </a:stretch>
        </p:blipFill>
        <p:spPr>
          <a:xfrm>
            <a:off x="10134790" y="274638"/>
            <a:ext cx="1649095" cy="1005725"/>
          </a:xfrm>
          <a:prstGeom prst="rect">
            <a:avLst/>
          </a:prstGeom>
          <a:ln w="12700">
            <a:miter lim="400000"/>
          </a:ln>
        </p:spPr>
      </p:pic>
    </p:spTree>
    <p:extLst>
      <p:ext uri="{BB962C8B-B14F-4D97-AF65-F5344CB8AC3E}">
        <p14:creationId xmlns:p14="http://schemas.microsoft.com/office/powerpoint/2010/main" val="2934164507"/>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A picture containing umbrella&#10;&#10;Description automatically generated">
            <a:extLst>
              <a:ext uri="{FF2B5EF4-FFF2-40B4-BE49-F238E27FC236}">
                <a16:creationId xmlns:a16="http://schemas.microsoft.com/office/drawing/2014/main" id="{BB6A8832-E123-264F-9AF4-DA72723EF46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 y="0"/>
            <a:ext cx="12190413" cy="6858000"/>
          </a:xfrm>
          <a:prstGeom prst="rect">
            <a:avLst/>
          </a:prstGeom>
        </p:spPr>
      </p:pic>
      <p:pic>
        <p:nvPicPr>
          <p:cNvPr id="8" name="Logo-01.png" descr="Logo-01.png"/>
          <p:cNvPicPr>
            <a:picLocks noChangeAspect="1"/>
          </p:cNvPicPr>
          <p:nvPr/>
        </p:nvPicPr>
        <p:blipFill>
          <a:blip r:embed="rId3" cstate="print"/>
          <a:stretch>
            <a:fillRect/>
          </a:stretch>
        </p:blipFill>
        <p:spPr>
          <a:xfrm>
            <a:off x="518315" y="5336626"/>
            <a:ext cx="1464818" cy="893341"/>
          </a:xfrm>
          <a:prstGeom prst="rect">
            <a:avLst/>
          </a:prstGeom>
          <a:ln w="12700">
            <a:miter lim="400000"/>
          </a:ln>
        </p:spPr>
      </p:pic>
      <p:sp>
        <p:nvSpPr>
          <p:cNvPr id="2" name="Title 1"/>
          <p:cNvSpPr>
            <a:spLocks noGrp="1"/>
          </p:cNvSpPr>
          <p:nvPr>
            <p:ph type="ctrTitle"/>
          </p:nvPr>
        </p:nvSpPr>
        <p:spPr>
          <a:xfrm>
            <a:off x="534124" y="609600"/>
            <a:ext cx="10363200" cy="1470025"/>
          </a:xfrm>
        </p:spPr>
        <p:txBody>
          <a:bodyPr>
            <a:normAutofit/>
          </a:bodyPr>
          <a:lstStyle>
            <a:lvl1pPr marL="0" algn="l" defTabSz="1088639" rtl="0" eaLnBrk="1" latinLnBrk="0" hangingPunct="1">
              <a:spcBef>
                <a:spcPct val="0"/>
              </a:spcBef>
              <a:buNone/>
              <a:defRPr lang="en-US" sz="3300" b="1" kern="1200" dirty="0" smtClean="0">
                <a:solidFill>
                  <a:schemeClr val="tx1"/>
                </a:solidFill>
                <a:latin typeface="Avenir Next" panose="020B0503020202020204"/>
                <a:ea typeface="Raleway Black"/>
                <a:cs typeface="Avenir Next" panose="020B0503020202020204"/>
                <a:sym typeface="Raleway Black"/>
              </a:defRPr>
            </a:lvl1pPr>
          </a:lstStyle>
          <a:p>
            <a:r>
              <a:rPr lang="en-US" dirty="0"/>
              <a:t>Click to edit Master title style</a:t>
            </a:r>
          </a:p>
        </p:txBody>
      </p:sp>
      <p:sp>
        <p:nvSpPr>
          <p:cNvPr id="3" name="Subtitle 2"/>
          <p:cNvSpPr>
            <a:spLocks noGrp="1"/>
          </p:cNvSpPr>
          <p:nvPr>
            <p:ph type="subTitle" idx="1"/>
          </p:nvPr>
        </p:nvSpPr>
        <p:spPr>
          <a:xfrm>
            <a:off x="534124" y="2247900"/>
            <a:ext cx="8534400" cy="723900"/>
          </a:xfrm>
        </p:spPr>
        <p:txBody>
          <a:bodyPr>
            <a:normAutofit/>
          </a:bodyPr>
          <a:lstStyle>
            <a:lvl1pPr marL="0" indent="0" algn="l" defTabSz="1088639" rtl="0" eaLnBrk="1" latinLnBrk="0" hangingPunct="1">
              <a:spcBef>
                <a:spcPct val="20000"/>
              </a:spcBef>
              <a:buFont typeface="Arial" pitchFamily="34" charset="0"/>
              <a:buNone/>
              <a:defRPr lang="en-US" sz="2550" b="0" kern="1200" dirty="0" smtClean="0">
                <a:solidFill>
                  <a:schemeClr val="tx1"/>
                </a:solidFill>
                <a:latin typeface="Avenir Next" panose="020B0503020202020204"/>
                <a:ea typeface="Avenir Next" panose="020B0503020202020204"/>
                <a:cs typeface="Arial" panose="020B0604020202020204" pitchFamily="34" charset="0"/>
                <a:sym typeface="Avenir Next Demi Bold"/>
              </a:defRPr>
            </a:lvl1pPr>
            <a:lvl2pPr marL="228520" indent="0" algn="ctr">
              <a:buNone/>
              <a:defRPr>
                <a:solidFill>
                  <a:schemeClr val="tx1">
                    <a:tint val="75000"/>
                  </a:schemeClr>
                </a:solidFill>
              </a:defRPr>
            </a:lvl2pPr>
            <a:lvl3pPr marL="457039" indent="0" algn="ctr">
              <a:buNone/>
              <a:defRPr>
                <a:solidFill>
                  <a:schemeClr val="tx1">
                    <a:tint val="75000"/>
                  </a:schemeClr>
                </a:solidFill>
              </a:defRPr>
            </a:lvl3pPr>
            <a:lvl4pPr marL="685559" indent="0" algn="ctr">
              <a:buNone/>
              <a:defRPr>
                <a:solidFill>
                  <a:schemeClr val="tx1">
                    <a:tint val="75000"/>
                  </a:schemeClr>
                </a:solidFill>
              </a:defRPr>
            </a:lvl4pPr>
            <a:lvl5pPr marL="914078" indent="0" algn="ctr">
              <a:buNone/>
              <a:defRPr>
                <a:solidFill>
                  <a:schemeClr val="tx1">
                    <a:tint val="75000"/>
                  </a:schemeClr>
                </a:solidFill>
              </a:defRPr>
            </a:lvl5pPr>
            <a:lvl6pPr marL="1142598" indent="0" algn="ctr">
              <a:buNone/>
              <a:defRPr>
                <a:solidFill>
                  <a:schemeClr val="tx1">
                    <a:tint val="75000"/>
                  </a:schemeClr>
                </a:solidFill>
              </a:defRPr>
            </a:lvl6pPr>
            <a:lvl7pPr marL="1371117" indent="0" algn="ctr">
              <a:buNone/>
              <a:defRPr>
                <a:solidFill>
                  <a:schemeClr val="tx1">
                    <a:tint val="75000"/>
                  </a:schemeClr>
                </a:solidFill>
              </a:defRPr>
            </a:lvl7pPr>
            <a:lvl8pPr marL="1599636" indent="0" algn="ctr">
              <a:buNone/>
              <a:defRPr>
                <a:solidFill>
                  <a:schemeClr val="tx1">
                    <a:tint val="75000"/>
                  </a:schemeClr>
                </a:solidFill>
              </a:defRPr>
            </a:lvl8pPr>
            <a:lvl9pPr marL="1828156"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lvl1pPr>
              <a:defRPr/>
            </a:lvl1pPr>
          </a:lstStyle>
          <a:p>
            <a:fld id="{17A254F3-891A-4FAE-BFC3-095FBF08A302}" type="datetimeFigureOut">
              <a:rPr lang="en-US" smtClean="0"/>
              <a:pPr/>
              <a:t>7/6/2026</a:t>
            </a:fld>
            <a:endParaRPr lang="en-US" dirty="0"/>
          </a:p>
        </p:txBody>
      </p:sp>
      <p:sp>
        <p:nvSpPr>
          <p:cNvPr id="5" name="Footer Placeholder 4"/>
          <p:cNvSpPr>
            <a:spLocks noGrp="1"/>
          </p:cNvSpPr>
          <p:nvPr>
            <p:ph type="ftr" sz="quarter" idx="11"/>
          </p:nvPr>
        </p:nvSpPr>
        <p:spPr/>
        <p:txBody>
          <a:bodyPr/>
          <a:lstStyle>
            <a:lvl1pPr>
              <a:defRPr sz="900"/>
            </a:lvl1pPr>
          </a:lstStyle>
          <a:p>
            <a:endParaRPr lang="en-US" dirty="0"/>
          </a:p>
        </p:txBody>
      </p:sp>
      <p:sp>
        <p:nvSpPr>
          <p:cNvPr id="6" name="Slide Number Placeholder 5"/>
          <p:cNvSpPr>
            <a:spLocks noGrp="1"/>
          </p:cNvSpPr>
          <p:nvPr>
            <p:ph type="sldNum" sz="quarter" idx="12"/>
          </p:nvPr>
        </p:nvSpPr>
        <p:spPr/>
        <p:txBody>
          <a:bodyPr/>
          <a:lstStyle>
            <a:lvl1pPr>
              <a:defRPr/>
            </a:lvl1pPr>
          </a:lstStyle>
          <a:p>
            <a:fld id="{0BA6C484-4593-4398-892A-29D659C24092}" type="slidenum">
              <a:rPr lang="en-US" smtClean="0"/>
              <a:pPr/>
              <a:t>‹#›</a:t>
            </a:fld>
            <a:endParaRPr lang="en-US" dirty="0"/>
          </a:p>
        </p:txBody>
      </p:sp>
    </p:spTree>
    <p:extLst>
      <p:ext uri="{BB962C8B-B14F-4D97-AF65-F5344CB8AC3E}">
        <p14:creationId xmlns:p14="http://schemas.microsoft.com/office/powerpoint/2010/main" val="3998900899"/>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34125" y="1714500"/>
            <a:ext cx="7085678" cy="1470025"/>
          </a:xfrm>
        </p:spPr>
        <p:txBody>
          <a:bodyPr>
            <a:noAutofit/>
          </a:bodyPr>
          <a:lstStyle>
            <a:lvl1pPr marL="0" marR="0" indent="0" algn="l" defTabSz="412750" rtl="0" eaLnBrk="1" fontAlgn="auto" latinLnBrk="0" hangingPunct="0">
              <a:lnSpc>
                <a:spcPct val="100000"/>
              </a:lnSpc>
              <a:spcBef>
                <a:spcPts val="0"/>
              </a:spcBef>
              <a:spcAft>
                <a:spcPts val="0"/>
              </a:spcAft>
              <a:buClrTx/>
              <a:buSzTx/>
              <a:buFontTx/>
              <a:buNone/>
              <a:tabLst/>
              <a:defRPr kumimoji="0" lang="en-US" sz="5000" b="1" i="0" u="none" strike="noStrike" kern="1200" cap="none" spc="0" normalizeH="0" baseline="0" dirty="0" smtClean="0">
                <a:ln>
                  <a:noFill/>
                </a:ln>
                <a:solidFill>
                  <a:srgbClr val="FFFFFF"/>
                </a:solidFill>
                <a:effectLst/>
                <a:uFillTx/>
                <a:latin typeface="Avenir Next" panose="020B0503020202020204"/>
                <a:ea typeface="Raleway Black"/>
                <a:cs typeface="Avenir Next" panose="020B0503020202020204"/>
                <a:sym typeface="Raleway Black"/>
              </a:defRPr>
            </a:lvl1pPr>
          </a:lstStyle>
          <a:p>
            <a:r>
              <a:rPr lang="en-US" dirty="0"/>
              <a:t>Click to edit Master title style</a:t>
            </a:r>
          </a:p>
        </p:txBody>
      </p:sp>
      <p:sp>
        <p:nvSpPr>
          <p:cNvPr id="3" name="Subtitle 2"/>
          <p:cNvSpPr>
            <a:spLocks noGrp="1"/>
          </p:cNvSpPr>
          <p:nvPr>
            <p:ph type="subTitle" idx="1"/>
          </p:nvPr>
        </p:nvSpPr>
        <p:spPr>
          <a:xfrm>
            <a:off x="496030" y="3543300"/>
            <a:ext cx="8534400" cy="723900"/>
          </a:xfrm>
        </p:spPr>
        <p:txBody>
          <a:bodyPr>
            <a:normAutofit/>
          </a:bodyPr>
          <a:lstStyle>
            <a:lvl1pPr marL="0" indent="0" algn="l" defTabSz="1088639" rtl="0" eaLnBrk="1" latinLnBrk="0" hangingPunct="1">
              <a:spcBef>
                <a:spcPct val="20000"/>
              </a:spcBef>
              <a:buFont typeface="Arial" pitchFamily="34" charset="0"/>
              <a:buNone/>
              <a:defRPr lang="en-US" sz="2550" b="0" kern="1200" dirty="0" smtClean="0">
                <a:solidFill>
                  <a:schemeClr val="bg1"/>
                </a:solidFill>
                <a:latin typeface="Avenir Next" panose="020B0503020202020204"/>
                <a:ea typeface="Avenir Next" panose="020B0503020202020204"/>
                <a:cs typeface="Arial" panose="020B0604020202020204" pitchFamily="34" charset="0"/>
                <a:sym typeface="Avenir Next Demi Bold"/>
              </a:defRPr>
            </a:lvl1pPr>
            <a:lvl2pPr marL="228520" indent="0" algn="ctr">
              <a:buNone/>
              <a:defRPr>
                <a:solidFill>
                  <a:schemeClr val="tx1">
                    <a:tint val="75000"/>
                  </a:schemeClr>
                </a:solidFill>
              </a:defRPr>
            </a:lvl2pPr>
            <a:lvl3pPr marL="457039" indent="0" algn="ctr">
              <a:buNone/>
              <a:defRPr>
                <a:solidFill>
                  <a:schemeClr val="tx1">
                    <a:tint val="75000"/>
                  </a:schemeClr>
                </a:solidFill>
              </a:defRPr>
            </a:lvl3pPr>
            <a:lvl4pPr marL="685559" indent="0" algn="ctr">
              <a:buNone/>
              <a:defRPr>
                <a:solidFill>
                  <a:schemeClr val="tx1">
                    <a:tint val="75000"/>
                  </a:schemeClr>
                </a:solidFill>
              </a:defRPr>
            </a:lvl4pPr>
            <a:lvl5pPr marL="914078" indent="0" algn="ctr">
              <a:buNone/>
              <a:defRPr>
                <a:solidFill>
                  <a:schemeClr val="tx1">
                    <a:tint val="75000"/>
                  </a:schemeClr>
                </a:solidFill>
              </a:defRPr>
            </a:lvl5pPr>
            <a:lvl6pPr marL="1142598" indent="0" algn="ctr">
              <a:buNone/>
              <a:defRPr>
                <a:solidFill>
                  <a:schemeClr val="tx1">
                    <a:tint val="75000"/>
                  </a:schemeClr>
                </a:solidFill>
              </a:defRPr>
            </a:lvl6pPr>
            <a:lvl7pPr marL="1371117" indent="0" algn="ctr">
              <a:buNone/>
              <a:defRPr>
                <a:solidFill>
                  <a:schemeClr val="tx1">
                    <a:tint val="75000"/>
                  </a:schemeClr>
                </a:solidFill>
              </a:defRPr>
            </a:lvl7pPr>
            <a:lvl8pPr marL="1599636" indent="0" algn="ctr">
              <a:buNone/>
              <a:defRPr>
                <a:solidFill>
                  <a:schemeClr val="tx1">
                    <a:tint val="75000"/>
                  </a:schemeClr>
                </a:solidFill>
              </a:defRPr>
            </a:lvl8pPr>
            <a:lvl9pPr marL="1828156"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lvl1pPr>
              <a:defRPr>
                <a:solidFill>
                  <a:schemeClr val="bg1"/>
                </a:solidFill>
              </a:defRPr>
            </a:lvl1pPr>
          </a:lstStyle>
          <a:p>
            <a:fld id="{17A254F3-891A-4FAE-BFC3-095FBF08A302}" type="datetimeFigureOut">
              <a:rPr lang="en-US" smtClean="0"/>
              <a:pPr/>
              <a:t>7/6/2026</a:t>
            </a:fld>
            <a:endParaRPr lang="en-US" dirty="0"/>
          </a:p>
        </p:txBody>
      </p:sp>
      <p:sp>
        <p:nvSpPr>
          <p:cNvPr id="6" name="Slide Number Placeholder 5"/>
          <p:cNvSpPr>
            <a:spLocks noGrp="1"/>
          </p:cNvSpPr>
          <p:nvPr>
            <p:ph type="sldNum" sz="quarter" idx="12"/>
          </p:nvPr>
        </p:nvSpPr>
        <p:spPr/>
        <p:txBody>
          <a:bodyPr/>
          <a:lstStyle>
            <a:lvl1pPr>
              <a:defRPr/>
            </a:lvl1pPr>
          </a:lstStyle>
          <a:p>
            <a:fld id="{0BA6C484-4593-4398-892A-29D659C24092}" type="slidenum">
              <a:rPr lang="en-US" smtClean="0"/>
              <a:pPr/>
              <a:t>‹#›</a:t>
            </a:fld>
            <a:endParaRPr lang="en-US" dirty="0"/>
          </a:p>
        </p:txBody>
      </p:sp>
    </p:spTree>
    <p:extLst>
      <p:ext uri="{BB962C8B-B14F-4D97-AF65-F5344CB8AC3E}">
        <p14:creationId xmlns:p14="http://schemas.microsoft.com/office/powerpoint/2010/main" val="2486542477"/>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type="title" preserve="1">
  <p:cSld name="2_Title Slide">
    <p:spTree>
      <p:nvGrpSpPr>
        <p:cNvPr id="1" name=""/>
        <p:cNvGrpSpPr/>
        <p:nvPr/>
      </p:nvGrpSpPr>
      <p:grpSpPr>
        <a:xfrm>
          <a:off x="0" y="0"/>
          <a:ext cx="0" cy="0"/>
          <a:chOff x="0" y="0"/>
          <a:chExt cx="0" cy="0"/>
        </a:xfrm>
      </p:grpSpPr>
      <p:pic>
        <p:nvPicPr>
          <p:cNvPr id="11" name="Picture 10" descr="A picture containing holding, computer&#10;&#10;Description automatically generated">
            <a:extLst>
              <a:ext uri="{FF2B5EF4-FFF2-40B4-BE49-F238E27FC236}">
                <a16:creationId xmlns:a16="http://schemas.microsoft.com/office/drawing/2014/main" id="{E89A415A-1229-6149-A159-82344678E22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 y="0"/>
            <a:ext cx="12190413" cy="6858000"/>
          </a:xfrm>
          <a:prstGeom prst="rect">
            <a:avLst/>
          </a:prstGeom>
        </p:spPr>
      </p:pic>
      <p:sp>
        <p:nvSpPr>
          <p:cNvPr id="2" name="Title 1"/>
          <p:cNvSpPr>
            <a:spLocks noGrp="1"/>
          </p:cNvSpPr>
          <p:nvPr>
            <p:ph type="ctrTitle"/>
          </p:nvPr>
        </p:nvSpPr>
        <p:spPr>
          <a:xfrm>
            <a:off x="534125" y="1714500"/>
            <a:ext cx="7085678" cy="1470025"/>
          </a:xfrm>
        </p:spPr>
        <p:txBody>
          <a:bodyPr>
            <a:noAutofit/>
          </a:bodyPr>
          <a:lstStyle>
            <a:lvl1pPr marL="0" marR="0" indent="0" algn="l" defTabSz="412750" rtl="0" eaLnBrk="1" fontAlgn="auto" latinLnBrk="0" hangingPunct="0">
              <a:lnSpc>
                <a:spcPct val="100000"/>
              </a:lnSpc>
              <a:spcBef>
                <a:spcPts val="0"/>
              </a:spcBef>
              <a:spcAft>
                <a:spcPts val="0"/>
              </a:spcAft>
              <a:buClrTx/>
              <a:buSzTx/>
              <a:buFontTx/>
              <a:buNone/>
              <a:tabLst/>
              <a:defRPr kumimoji="0" lang="en-US" sz="5000" b="1" i="0" u="none" strike="noStrike" kern="1200" cap="none" spc="0" normalizeH="0" baseline="0" dirty="0" smtClean="0">
                <a:ln>
                  <a:noFill/>
                </a:ln>
                <a:solidFill>
                  <a:srgbClr val="FFFFFF"/>
                </a:solidFill>
                <a:effectLst/>
                <a:uFillTx/>
                <a:latin typeface="Avenir Next" panose="020B0503020202020204"/>
                <a:ea typeface="Raleway Black"/>
                <a:cs typeface="Avenir Next" panose="020B0503020202020204"/>
                <a:sym typeface="Raleway Black"/>
              </a:defRPr>
            </a:lvl1pPr>
          </a:lstStyle>
          <a:p>
            <a:r>
              <a:rPr lang="en-US" dirty="0"/>
              <a:t>Click to edit Master title style</a:t>
            </a:r>
          </a:p>
        </p:txBody>
      </p:sp>
      <p:sp>
        <p:nvSpPr>
          <p:cNvPr id="3" name="Subtitle 2"/>
          <p:cNvSpPr>
            <a:spLocks noGrp="1"/>
          </p:cNvSpPr>
          <p:nvPr>
            <p:ph type="subTitle" idx="1"/>
          </p:nvPr>
        </p:nvSpPr>
        <p:spPr>
          <a:xfrm>
            <a:off x="496030" y="3543300"/>
            <a:ext cx="8534400" cy="723900"/>
          </a:xfrm>
        </p:spPr>
        <p:txBody>
          <a:bodyPr>
            <a:normAutofit/>
          </a:bodyPr>
          <a:lstStyle>
            <a:lvl1pPr marL="0" indent="0" algn="l" defTabSz="1088639" rtl="0" eaLnBrk="1" latinLnBrk="0" hangingPunct="1">
              <a:spcBef>
                <a:spcPct val="20000"/>
              </a:spcBef>
              <a:buFont typeface="Arial" pitchFamily="34" charset="0"/>
              <a:buNone/>
              <a:defRPr lang="en-US" sz="2550" b="0" kern="1200" dirty="0" smtClean="0">
                <a:solidFill>
                  <a:schemeClr val="bg1"/>
                </a:solidFill>
                <a:latin typeface="Avenir Next" panose="020B0503020202020204"/>
                <a:ea typeface="Avenir Next" panose="020B0503020202020204"/>
                <a:cs typeface="Arial" panose="020B0604020202020204" pitchFamily="34" charset="0"/>
                <a:sym typeface="Avenir Next Demi Bold"/>
              </a:defRPr>
            </a:lvl1pPr>
            <a:lvl2pPr marL="228520" indent="0" algn="ctr">
              <a:buNone/>
              <a:defRPr>
                <a:solidFill>
                  <a:schemeClr val="tx1">
                    <a:tint val="75000"/>
                  </a:schemeClr>
                </a:solidFill>
              </a:defRPr>
            </a:lvl2pPr>
            <a:lvl3pPr marL="457039" indent="0" algn="ctr">
              <a:buNone/>
              <a:defRPr>
                <a:solidFill>
                  <a:schemeClr val="tx1">
                    <a:tint val="75000"/>
                  </a:schemeClr>
                </a:solidFill>
              </a:defRPr>
            </a:lvl3pPr>
            <a:lvl4pPr marL="685559" indent="0" algn="ctr">
              <a:buNone/>
              <a:defRPr>
                <a:solidFill>
                  <a:schemeClr val="tx1">
                    <a:tint val="75000"/>
                  </a:schemeClr>
                </a:solidFill>
              </a:defRPr>
            </a:lvl4pPr>
            <a:lvl5pPr marL="914078" indent="0" algn="ctr">
              <a:buNone/>
              <a:defRPr>
                <a:solidFill>
                  <a:schemeClr val="tx1">
                    <a:tint val="75000"/>
                  </a:schemeClr>
                </a:solidFill>
              </a:defRPr>
            </a:lvl5pPr>
            <a:lvl6pPr marL="1142598" indent="0" algn="ctr">
              <a:buNone/>
              <a:defRPr>
                <a:solidFill>
                  <a:schemeClr val="tx1">
                    <a:tint val="75000"/>
                  </a:schemeClr>
                </a:solidFill>
              </a:defRPr>
            </a:lvl6pPr>
            <a:lvl7pPr marL="1371117" indent="0" algn="ctr">
              <a:buNone/>
              <a:defRPr>
                <a:solidFill>
                  <a:schemeClr val="tx1">
                    <a:tint val="75000"/>
                  </a:schemeClr>
                </a:solidFill>
              </a:defRPr>
            </a:lvl7pPr>
            <a:lvl8pPr marL="1599636" indent="0" algn="ctr">
              <a:buNone/>
              <a:defRPr>
                <a:solidFill>
                  <a:schemeClr val="tx1">
                    <a:tint val="75000"/>
                  </a:schemeClr>
                </a:solidFill>
              </a:defRPr>
            </a:lvl8pPr>
            <a:lvl9pPr marL="1828156"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lvl1pPr>
              <a:defRPr>
                <a:solidFill>
                  <a:schemeClr val="bg1"/>
                </a:solidFill>
              </a:defRPr>
            </a:lvl1pPr>
          </a:lstStyle>
          <a:p>
            <a:fld id="{17A254F3-891A-4FAE-BFC3-095FBF08A302}" type="datetimeFigureOut">
              <a:rPr lang="en-US" smtClean="0"/>
              <a:pPr/>
              <a:t>7/6/2026</a:t>
            </a:fld>
            <a:endParaRPr lang="en-US" dirty="0"/>
          </a:p>
        </p:txBody>
      </p:sp>
      <p:sp>
        <p:nvSpPr>
          <p:cNvPr id="6" name="Slide Number Placeholder 5"/>
          <p:cNvSpPr>
            <a:spLocks noGrp="1"/>
          </p:cNvSpPr>
          <p:nvPr>
            <p:ph type="sldNum" sz="quarter" idx="12"/>
          </p:nvPr>
        </p:nvSpPr>
        <p:spPr/>
        <p:txBody>
          <a:bodyPr/>
          <a:lstStyle>
            <a:lvl1pPr>
              <a:defRPr/>
            </a:lvl1pPr>
          </a:lstStyle>
          <a:p>
            <a:fld id="{0BA6C484-4593-4398-892A-29D659C24092}" type="slidenum">
              <a:rPr lang="en-US" smtClean="0"/>
              <a:pPr/>
              <a:t>‹#›</a:t>
            </a:fld>
            <a:endParaRPr lang="en-US" dirty="0"/>
          </a:p>
        </p:txBody>
      </p:sp>
      <p:pic>
        <p:nvPicPr>
          <p:cNvPr id="10" name="Logo-01.png" descr="Logo-01.png"/>
          <p:cNvPicPr>
            <a:picLocks noChangeAspect="1"/>
          </p:cNvPicPr>
          <p:nvPr/>
        </p:nvPicPr>
        <p:blipFill>
          <a:blip r:embed="rId3" cstate="print"/>
          <a:stretch>
            <a:fillRect/>
          </a:stretch>
        </p:blipFill>
        <p:spPr>
          <a:xfrm>
            <a:off x="10286455" y="5867400"/>
            <a:ext cx="1464818" cy="893341"/>
          </a:xfrm>
          <a:prstGeom prst="rect">
            <a:avLst/>
          </a:prstGeom>
          <a:ln w="12700">
            <a:miter lim="400000"/>
          </a:ln>
        </p:spPr>
      </p:pic>
    </p:spTree>
    <p:extLst>
      <p:ext uri="{BB962C8B-B14F-4D97-AF65-F5344CB8AC3E}">
        <p14:creationId xmlns:p14="http://schemas.microsoft.com/office/powerpoint/2010/main" val="1530341589"/>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951741" y="419100"/>
            <a:ext cx="10972800" cy="723900"/>
          </a:xfrm>
        </p:spPr>
        <p:txBody>
          <a:bodyPr>
            <a:normAutofit/>
          </a:bodyPr>
          <a:lstStyle>
            <a:lvl1pPr>
              <a:defRPr sz="3300"/>
            </a:lvl1pPr>
          </a:lstStyle>
          <a:p>
            <a:r>
              <a:rPr lang="en-US"/>
              <a:t>Click to edit Master title style</a:t>
            </a:r>
            <a:endParaRPr lang="en-US" dirty="0"/>
          </a:p>
        </p:txBody>
      </p:sp>
      <p:sp>
        <p:nvSpPr>
          <p:cNvPr id="3" name="Content Placeholder 2"/>
          <p:cNvSpPr>
            <a:spLocks noGrp="1"/>
          </p:cNvSpPr>
          <p:nvPr>
            <p:ph idx="1"/>
          </p:nvPr>
        </p:nvSpPr>
        <p:spPr>
          <a:xfrm>
            <a:off x="951741" y="1379537"/>
            <a:ext cx="10972800" cy="4525963"/>
          </a:xfrm>
        </p:spPr>
        <p:txBody>
          <a:bodyPr>
            <a:normAutofit/>
          </a:bodyPr>
          <a:lstStyle>
            <a:lvl1pPr algn="l" defTabSz="59532" rtl="0" eaLnBrk="1" latinLnBrk="0">
              <a:lnSpc>
                <a:spcPct val="100000"/>
              </a:lnSpc>
              <a:spcBef>
                <a:spcPts val="1250"/>
              </a:spcBef>
              <a:defRPr kumimoji="0" lang="en-US" sz="1600" b="1" i="0" u="none" strike="noStrike" kern="1200" cap="none" spc="0" normalizeH="0" baseline="0" dirty="0" smtClean="0">
                <a:ln>
                  <a:noFill/>
                </a:ln>
                <a:solidFill>
                  <a:srgbClr val="000000"/>
                </a:solidFill>
                <a:effectLst/>
                <a:uFillTx/>
                <a:latin typeface="Avenir Next" panose="020B0503020202020204"/>
                <a:ea typeface="+mn-ea"/>
                <a:cs typeface="Arial" panose="020B0604020202020204" pitchFamily="34" charset="0"/>
                <a:sym typeface="Avenir Next Demi Bold"/>
              </a:defRPr>
            </a:lvl1pPr>
            <a:lvl2pPr marL="516732" indent="-262732">
              <a:lnSpc>
                <a:spcPct val="100000"/>
              </a:lnSpc>
              <a:spcBef>
                <a:spcPts val="750"/>
              </a:spcBef>
              <a:buFont typeface="Arial" pitchFamily="34" charset="0"/>
              <a:buChar char="●"/>
              <a:tabLst>
                <a:tab pos="600869" algn="l"/>
              </a:tabLst>
              <a:defRPr kumimoji="0" lang="en-US" sz="1200" b="0" i="0" u="none" strike="noStrike" kern="1200" cap="none" spc="0" normalizeH="0" baseline="0" dirty="0" smtClean="0">
                <a:ln>
                  <a:noFill/>
                </a:ln>
                <a:solidFill>
                  <a:srgbClr val="000000"/>
                </a:solidFill>
                <a:effectLst/>
                <a:uFillTx/>
                <a:latin typeface="Avenir Next" panose="020B0503020202020204"/>
                <a:ea typeface="+mn-ea"/>
                <a:cs typeface="Arial" panose="020B0604020202020204" pitchFamily="34" charset="0"/>
                <a:sym typeface="Avenir Next Medium"/>
              </a:defRPr>
            </a:lvl2pPr>
            <a:lvl3pPr algn="l" defTabSz="59532" rtl="0" eaLnBrk="1" latinLnBrk="0">
              <a:lnSpc>
                <a:spcPct val="100000"/>
              </a:lnSpc>
              <a:spcBef>
                <a:spcPts val="750"/>
              </a:spcBef>
              <a:buFont typeface="Arial" pitchFamily="34" charset="0"/>
              <a:buNone/>
              <a:defRPr kumimoji="0" lang="en-US" sz="1200" b="0" i="0" u="none" strike="noStrike" kern="1200" cap="none" spc="0" normalizeH="0" baseline="0" dirty="0" smtClean="0">
                <a:ln>
                  <a:noFill/>
                </a:ln>
                <a:solidFill>
                  <a:srgbClr val="000000"/>
                </a:solidFill>
                <a:effectLst/>
                <a:uFillTx/>
                <a:latin typeface="Avenir Next" panose="020B0503020202020204"/>
                <a:ea typeface="+mn-ea"/>
                <a:cs typeface="Arial" panose="020B0604020202020204" pitchFamily="34" charset="0"/>
                <a:sym typeface="Avenir Next Medium"/>
              </a:defRPr>
            </a:lvl3pPr>
            <a:lvl4pPr algn="l" defTabSz="59532" rtl="0" eaLnBrk="1" latinLnBrk="0">
              <a:lnSpc>
                <a:spcPct val="100000"/>
              </a:lnSpc>
              <a:spcBef>
                <a:spcPts val="750"/>
              </a:spcBef>
              <a:buFont typeface="Arial" pitchFamily="34" charset="0"/>
              <a:buChar char="●"/>
              <a:defRPr kumimoji="0" lang="en-US" sz="1200" b="0" i="0" u="none" strike="noStrike" kern="1200" cap="none" spc="0" normalizeH="0" baseline="0" dirty="0" smtClean="0">
                <a:ln>
                  <a:noFill/>
                </a:ln>
                <a:solidFill>
                  <a:srgbClr val="000000"/>
                </a:solidFill>
                <a:effectLst/>
                <a:uFillTx/>
                <a:latin typeface="Avenir Next" panose="020B0503020202020204"/>
                <a:ea typeface="+mn-ea"/>
                <a:cs typeface="Arial" panose="020B0604020202020204" pitchFamily="34" charset="0"/>
                <a:sym typeface="Avenir Next Medium"/>
              </a:defRPr>
            </a:lvl4pPr>
            <a:lvl5pPr algn="l" defTabSz="59532" rtl="0" eaLnBrk="1" latinLnBrk="0">
              <a:lnSpc>
                <a:spcPct val="100000"/>
              </a:lnSpc>
              <a:spcBef>
                <a:spcPts val="750"/>
              </a:spcBef>
              <a:buFont typeface="Arial" pitchFamily="34" charset="0"/>
              <a:buChar char="●"/>
              <a:defRPr kumimoji="0" lang="en-US" sz="1200" b="0" i="0" u="none" strike="noStrike" kern="1200" cap="none" spc="0" normalizeH="0" baseline="0" dirty="0">
                <a:ln>
                  <a:noFill/>
                </a:ln>
                <a:solidFill>
                  <a:srgbClr val="000000"/>
                </a:solidFill>
                <a:effectLst/>
                <a:uFillTx/>
                <a:latin typeface="Avenir Next" panose="020B0503020202020204"/>
                <a:ea typeface="+mn-ea"/>
                <a:cs typeface="Arial" panose="020B0604020202020204" pitchFamily="34" charset="0"/>
                <a:sym typeface="Avenir Next Medium"/>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p:cNvSpPr>
            <a:spLocks noGrp="1"/>
          </p:cNvSpPr>
          <p:nvPr>
            <p:ph type="sldNum" sz="quarter" idx="12"/>
          </p:nvPr>
        </p:nvSpPr>
        <p:spPr/>
        <p:txBody>
          <a:bodyPr/>
          <a:lstStyle>
            <a:lvl1pPr>
              <a:defRPr/>
            </a:lvl1pPr>
          </a:lstStyle>
          <a:p>
            <a:fld id="{0BA6C484-4593-4398-892A-29D659C24092}" type="slidenum">
              <a:rPr lang="en-US" smtClean="0"/>
              <a:pPr/>
              <a:t>‹#›</a:t>
            </a:fld>
            <a:endParaRPr lang="en-US" dirty="0"/>
          </a:p>
        </p:txBody>
      </p:sp>
      <p:pic>
        <p:nvPicPr>
          <p:cNvPr id="7" name="Image" descr="Image"/>
          <p:cNvPicPr>
            <a:picLocks noChangeAspect="1"/>
          </p:cNvPicPr>
          <p:nvPr/>
        </p:nvPicPr>
        <p:blipFill>
          <a:blip r:embed="rId2" cstate="print"/>
          <a:srcRect l="20755"/>
          <a:stretch>
            <a:fillRect/>
          </a:stretch>
        </p:blipFill>
        <p:spPr>
          <a:xfrm>
            <a:off x="-28304" y="-6239"/>
            <a:ext cx="893540" cy="6870478"/>
          </a:xfrm>
          <a:prstGeom prst="rect">
            <a:avLst/>
          </a:prstGeom>
          <a:ln w="12700">
            <a:miter lim="400000"/>
          </a:ln>
        </p:spPr>
      </p:pic>
      <p:pic>
        <p:nvPicPr>
          <p:cNvPr id="8" name="Logo-01.png" descr="Logo-01.png"/>
          <p:cNvPicPr>
            <a:picLocks noChangeAspect="1"/>
          </p:cNvPicPr>
          <p:nvPr/>
        </p:nvPicPr>
        <p:blipFill>
          <a:blip r:embed="rId3" cstate="print"/>
          <a:stretch>
            <a:fillRect/>
          </a:stretch>
        </p:blipFill>
        <p:spPr>
          <a:xfrm>
            <a:off x="10286455" y="5867400"/>
            <a:ext cx="1464818" cy="893341"/>
          </a:xfrm>
          <a:prstGeom prst="rect">
            <a:avLst/>
          </a:prstGeom>
          <a:ln w="12700">
            <a:miter lim="400000"/>
          </a:ln>
        </p:spPr>
      </p:pic>
      <p:sp>
        <p:nvSpPr>
          <p:cNvPr id="9" name="Date Placeholder 3"/>
          <p:cNvSpPr>
            <a:spLocks noGrp="1"/>
          </p:cNvSpPr>
          <p:nvPr>
            <p:ph type="dt" sz="half" idx="10"/>
          </p:nvPr>
        </p:nvSpPr>
        <p:spPr>
          <a:xfrm>
            <a:off x="76984" y="6356353"/>
            <a:ext cx="876900" cy="365125"/>
          </a:xfrm>
        </p:spPr>
        <p:txBody>
          <a:bodyPr/>
          <a:lstStyle>
            <a:lvl1pPr>
              <a:defRPr>
                <a:solidFill>
                  <a:schemeClr val="bg1"/>
                </a:solidFill>
              </a:defRPr>
            </a:lvl1pPr>
          </a:lstStyle>
          <a:p>
            <a:fld id="{17A254F3-891A-4FAE-BFC3-095FBF08A302}" type="datetimeFigureOut">
              <a:rPr lang="en-US" smtClean="0"/>
              <a:pPr/>
              <a:t>7/6/2026</a:t>
            </a:fld>
            <a:endParaRPr lang="en-US" dirty="0"/>
          </a:p>
        </p:txBody>
      </p:sp>
    </p:spTree>
    <p:extLst>
      <p:ext uri="{BB962C8B-B14F-4D97-AF65-F5344CB8AC3E}">
        <p14:creationId xmlns:p14="http://schemas.microsoft.com/office/powerpoint/2010/main" val="76567724"/>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type="obj" preserve="1">
  <p:cSld name="2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19839" y="411163"/>
            <a:ext cx="10972800" cy="723900"/>
          </a:xfrm>
        </p:spPr>
        <p:txBody>
          <a:bodyPr>
            <a:normAutofit/>
          </a:bodyPr>
          <a:lstStyle>
            <a:lvl1pPr>
              <a:defRPr sz="3300"/>
            </a:lvl1pPr>
          </a:lstStyle>
          <a:p>
            <a:r>
              <a:rPr lang="en-US"/>
              <a:t>Click to edit Master title style</a:t>
            </a:r>
            <a:endParaRPr lang="en-US" dirty="0"/>
          </a:p>
        </p:txBody>
      </p:sp>
      <p:sp>
        <p:nvSpPr>
          <p:cNvPr id="3" name="Content Placeholder 2"/>
          <p:cNvSpPr>
            <a:spLocks noGrp="1"/>
          </p:cNvSpPr>
          <p:nvPr>
            <p:ph idx="1"/>
          </p:nvPr>
        </p:nvSpPr>
        <p:spPr>
          <a:xfrm>
            <a:off x="419839" y="1371600"/>
            <a:ext cx="10972800" cy="4525963"/>
          </a:xfrm>
        </p:spPr>
        <p:txBody>
          <a:bodyPr>
            <a:normAutofit/>
          </a:bodyPr>
          <a:lstStyle>
            <a:lvl1pPr algn="l" defTabSz="59532" rtl="0" eaLnBrk="1" latinLnBrk="0">
              <a:lnSpc>
                <a:spcPct val="100000"/>
              </a:lnSpc>
              <a:spcBef>
                <a:spcPts val="1250"/>
              </a:spcBef>
              <a:defRPr kumimoji="0" lang="en-US" sz="1600" b="1" i="0" u="none" strike="noStrike" kern="1200" cap="none" spc="0" normalizeH="0" baseline="0" dirty="0" smtClean="0">
                <a:ln>
                  <a:noFill/>
                </a:ln>
                <a:solidFill>
                  <a:srgbClr val="000000"/>
                </a:solidFill>
                <a:effectLst/>
                <a:uFillTx/>
                <a:latin typeface="Avenir Next" panose="020B0503020202020204"/>
                <a:ea typeface="+mn-ea"/>
                <a:cs typeface="Arial" panose="020B0604020202020204" pitchFamily="34" charset="0"/>
                <a:sym typeface="Avenir Next Demi Bold"/>
              </a:defRPr>
            </a:lvl1pPr>
            <a:lvl2pPr marL="516732" indent="-262732">
              <a:lnSpc>
                <a:spcPct val="100000"/>
              </a:lnSpc>
              <a:spcBef>
                <a:spcPts val="750"/>
              </a:spcBef>
              <a:buFont typeface="Arial" pitchFamily="34" charset="0"/>
              <a:buChar char="●"/>
              <a:tabLst>
                <a:tab pos="600869" algn="l"/>
              </a:tabLst>
              <a:defRPr kumimoji="0" lang="en-US" sz="1200" b="0" i="0" u="none" strike="noStrike" kern="1200" cap="none" spc="0" normalizeH="0" baseline="0" dirty="0" smtClean="0">
                <a:ln>
                  <a:noFill/>
                </a:ln>
                <a:solidFill>
                  <a:srgbClr val="000000"/>
                </a:solidFill>
                <a:effectLst/>
                <a:uFillTx/>
                <a:latin typeface="Avenir Next" panose="020B0503020202020204"/>
                <a:ea typeface="+mn-ea"/>
                <a:cs typeface="Arial" panose="020B0604020202020204" pitchFamily="34" charset="0"/>
                <a:sym typeface="Avenir Next Medium"/>
              </a:defRPr>
            </a:lvl2pPr>
            <a:lvl3pPr marL="685800" marR="0" indent="-262732" algn="l" defTabSz="228600" rtl="0" eaLnBrk="1" fontAlgn="auto" latinLnBrk="0" hangingPunct="0">
              <a:lnSpc>
                <a:spcPct val="100000"/>
              </a:lnSpc>
              <a:spcBef>
                <a:spcPts val="750"/>
              </a:spcBef>
              <a:spcAft>
                <a:spcPts val="0"/>
              </a:spcAft>
              <a:buClrTx/>
              <a:buSzTx/>
              <a:buFont typeface="Arial" pitchFamily="34" charset="0"/>
              <a:buChar char="●"/>
              <a:tabLst>
                <a:tab pos="600869" algn="l"/>
              </a:tabLst>
              <a:defRPr kumimoji="0" lang="en-US" sz="1200" b="0" i="0" u="none" strike="noStrike" kern="1200" cap="none" spc="0" normalizeH="0" baseline="0" dirty="0" smtClean="0">
                <a:ln>
                  <a:noFill/>
                </a:ln>
                <a:solidFill>
                  <a:srgbClr val="000000"/>
                </a:solidFill>
                <a:effectLst/>
                <a:uFillTx/>
                <a:latin typeface="Avenir Next" panose="020B0503020202020204"/>
                <a:ea typeface="+mn-ea"/>
                <a:cs typeface="Arial" panose="020B0604020202020204" pitchFamily="34" charset="0"/>
                <a:sym typeface="Avenir Next Medium"/>
              </a:defRPr>
            </a:lvl3pPr>
            <a:lvl4pPr algn="l" defTabSz="59532" rtl="0" eaLnBrk="1" latinLnBrk="0">
              <a:lnSpc>
                <a:spcPct val="100000"/>
              </a:lnSpc>
              <a:spcBef>
                <a:spcPts val="750"/>
              </a:spcBef>
              <a:buFont typeface="Arial" pitchFamily="34" charset="0"/>
              <a:buChar char="●"/>
              <a:defRPr kumimoji="0" lang="en-US" sz="1200" b="0" i="0" u="none" strike="noStrike" kern="1200" cap="none" spc="0" normalizeH="0" baseline="0" dirty="0" smtClean="0">
                <a:ln>
                  <a:noFill/>
                </a:ln>
                <a:solidFill>
                  <a:srgbClr val="000000"/>
                </a:solidFill>
                <a:effectLst/>
                <a:uFillTx/>
                <a:latin typeface="Avenir Next" panose="020B0503020202020204"/>
                <a:ea typeface="+mn-ea"/>
                <a:cs typeface="Arial" panose="020B0604020202020204" pitchFamily="34" charset="0"/>
                <a:sym typeface="Avenir Next Medium"/>
              </a:defRPr>
            </a:lvl4pPr>
            <a:lvl5pPr algn="l" defTabSz="59532" rtl="0" eaLnBrk="1" latinLnBrk="0">
              <a:lnSpc>
                <a:spcPct val="100000"/>
              </a:lnSpc>
              <a:spcBef>
                <a:spcPts val="750"/>
              </a:spcBef>
              <a:buFont typeface="Arial" pitchFamily="34" charset="0"/>
              <a:buChar char="●"/>
              <a:defRPr kumimoji="0" lang="en-US" sz="1200" b="0" i="0" u="none" strike="noStrike" kern="1200" cap="none" spc="0" normalizeH="0" baseline="0" dirty="0" smtClean="0">
                <a:ln>
                  <a:noFill/>
                </a:ln>
                <a:solidFill>
                  <a:srgbClr val="000000"/>
                </a:solidFill>
                <a:effectLst/>
                <a:uFillTx/>
                <a:latin typeface="Avenir Next" panose="020B0503020202020204"/>
                <a:ea typeface="+mn-ea"/>
                <a:cs typeface="Arial" panose="020B0604020202020204" pitchFamily="34" charset="0"/>
                <a:sym typeface="Avenir Next Medium"/>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lvl1pPr>
              <a:defRPr/>
            </a:lvl1pPr>
          </a:lstStyle>
          <a:p>
            <a:fld id="{17A254F3-891A-4FAE-BFC3-095FBF08A302}" type="datetimeFigureOut">
              <a:rPr lang="en-US" smtClean="0"/>
              <a:pPr/>
              <a:t>7/6/2026</a:t>
            </a:fld>
            <a:endParaRPr lang="en-US" dirty="0"/>
          </a:p>
        </p:txBody>
      </p:sp>
      <p:sp>
        <p:nvSpPr>
          <p:cNvPr id="6" name="Slide Number Placeholder 5"/>
          <p:cNvSpPr>
            <a:spLocks noGrp="1"/>
          </p:cNvSpPr>
          <p:nvPr>
            <p:ph type="sldNum" sz="quarter" idx="12"/>
          </p:nvPr>
        </p:nvSpPr>
        <p:spPr/>
        <p:txBody>
          <a:bodyPr/>
          <a:lstStyle>
            <a:lvl1pPr>
              <a:defRPr/>
            </a:lvl1pPr>
          </a:lstStyle>
          <a:p>
            <a:fld id="{0BA6C484-4593-4398-892A-29D659C24092}" type="slidenum">
              <a:rPr lang="en-US" smtClean="0"/>
              <a:pPr/>
              <a:t>‹#›</a:t>
            </a:fld>
            <a:endParaRPr lang="en-US" dirty="0"/>
          </a:p>
        </p:txBody>
      </p:sp>
      <p:pic>
        <p:nvPicPr>
          <p:cNvPr id="8" name="Logo-01.png" descr="Logo-01.png"/>
          <p:cNvPicPr>
            <a:picLocks noChangeAspect="1"/>
          </p:cNvPicPr>
          <p:nvPr/>
        </p:nvPicPr>
        <p:blipFill>
          <a:blip r:embed="rId2" cstate="print"/>
          <a:stretch>
            <a:fillRect/>
          </a:stretch>
        </p:blipFill>
        <p:spPr>
          <a:xfrm>
            <a:off x="10286455" y="5867400"/>
            <a:ext cx="1464818" cy="893341"/>
          </a:xfrm>
          <a:prstGeom prst="rect">
            <a:avLst/>
          </a:prstGeom>
          <a:ln w="12700">
            <a:miter lim="400000"/>
          </a:ln>
        </p:spPr>
      </p:pic>
    </p:spTree>
    <p:extLst>
      <p:ext uri="{BB962C8B-B14F-4D97-AF65-F5344CB8AC3E}">
        <p14:creationId xmlns:p14="http://schemas.microsoft.com/office/powerpoint/2010/main" val="1931554694"/>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type="obj" preserve="1">
  <p:cSld name="3_Title and Content">
    <p:spTree>
      <p:nvGrpSpPr>
        <p:cNvPr id="1" name=""/>
        <p:cNvGrpSpPr/>
        <p:nvPr/>
      </p:nvGrpSpPr>
      <p:grpSpPr>
        <a:xfrm>
          <a:off x="0" y="0"/>
          <a:ext cx="0" cy="0"/>
          <a:chOff x="0" y="0"/>
          <a:chExt cx="0" cy="0"/>
        </a:xfrm>
      </p:grpSpPr>
      <p:sp>
        <p:nvSpPr>
          <p:cNvPr id="9" name="Rectangle"/>
          <p:cNvSpPr/>
          <p:nvPr/>
        </p:nvSpPr>
        <p:spPr>
          <a:xfrm>
            <a:off x="-12698" y="1588"/>
            <a:ext cx="5042037" cy="6854825"/>
          </a:xfrm>
          <a:prstGeom prst="rect">
            <a:avLst/>
          </a:prstGeom>
          <a:solidFill>
            <a:srgbClr val="1F3FB7"/>
          </a:soli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sz="1600" dirty="0">
              <a:latin typeface="Avenir Next" panose="020B0503020202020204"/>
            </a:endParaRPr>
          </a:p>
        </p:txBody>
      </p:sp>
      <p:sp>
        <p:nvSpPr>
          <p:cNvPr id="2" name="Title 1"/>
          <p:cNvSpPr>
            <a:spLocks noGrp="1"/>
          </p:cNvSpPr>
          <p:nvPr>
            <p:ph type="title"/>
          </p:nvPr>
        </p:nvSpPr>
        <p:spPr>
          <a:xfrm>
            <a:off x="419839" y="411163"/>
            <a:ext cx="10972800" cy="723900"/>
          </a:xfrm>
        </p:spPr>
        <p:txBody>
          <a:bodyPr>
            <a:normAutofit/>
          </a:bodyPr>
          <a:lstStyle>
            <a:lvl1pPr>
              <a:defRPr sz="3300">
                <a:solidFill>
                  <a:schemeClr val="bg1"/>
                </a:solidFill>
              </a:defRPr>
            </a:lvl1pPr>
          </a:lstStyle>
          <a:p>
            <a:r>
              <a:rPr lang="en-US"/>
              <a:t>Click to edit Master title style</a:t>
            </a:r>
            <a:endParaRPr lang="en-US" dirty="0"/>
          </a:p>
        </p:txBody>
      </p:sp>
      <p:sp>
        <p:nvSpPr>
          <p:cNvPr id="3" name="Content Placeholder 2"/>
          <p:cNvSpPr>
            <a:spLocks noGrp="1"/>
          </p:cNvSpPr>
          <p:nvPr>
            <p:ph idx="1"/>
          </p:nvPr>
        </p:nvSpPr>
        <p:spPr>
          <a:xfrm>
            <a:off x="419839" y="1371600"/>
            <a:ext cx="10972800" cy="4525963"/>
          </a:xfrm>
        </p:spPr>
        <p:txBody>
          <a:bodyPr>
            <a:normAutofit/>
          </a:bodyPr>
          <a:lstStyle>
            <a:lvl1pPr algn="l" defTabSz="59532" rtl="0" eaLnBrk="1" latinLnBrk="0">
              <a:lnSpc>
                <a:spcPct val="100000"/>
              </a:lnSpc>
              <a:spcBef>
                <a:spcPts val="1250"/>
              </a:spcBef>
              <a:defRPr kumimoji="0" lang="en-US" sz="1600" b="1" i="0" u="none" strike="noStrike" kern="1200" cap="none" spc="0" normalizeH="0" baseline="0" dirty="0" smtClean="0">
                <a:ln>
                  <a:noFill/>
                </a:ln>
                <a:solidFill>
                  <a:schemeClr val="bg1"/>
                </a:solidFill>
                <a:effectLst/>
                <a:uFillTx/>
                <a:latin typeface="Avenir Next" panose="020B0503020202020204"/>
                <a:ea typeface="+mn-ea"/>
                <a:cs typeface="Arial" panose="020B0604020202020204" pitchFamily="34" charset="0"/>
                <a:sym typeface="Avenir Next Demi Bold"/>
              </a:defRPr>
            </a:lvl1pPr>
            <a:lvl2pPr marL="516732" indent="-262732">
              <a:lnSpc>
                <a:spcPct val="100000"/>
              </a:lnSpc>
              <a:spcBef>
                <a:spcPts val="750"/>
              </a:spcBef>
              <a:buFont typeface="Arial" pitchFamily="34" charset="0"/>
              <a:buChar char="●"/>
              <a:tabLst>
                <a:tab pos="600869" algn="l"/>
              </a:tabLst>
              <a:defRPr kumimoji="0" lang="en-US" sz="1200" b="0" i="0" u="none" strike="noStrike" kern="1200" cap="none" spc="0" normalizeH="0" baseline="0" dirty="0" smtClean="0">
                <a:ln>
                  <a:noFill/>
                </a:ln>
                <a:solidFill>
                  <a:schemeClr val="bg1"/>
                </a:solidFill>
                <a:effectLst/>
                <a:uFillTx/>
                <a:latin typeface="Avenir Next" panose="020B0503020202020204"/>
                <a:ea typeface="+mn-ea"/>
                <a:cs typeface="Arial" panose="020B0604020202020204" pitchFamily="34" charset="0"/>
                <a:sym typeface="Avenir Next Medium"/>
              </a:defRPr>
            </a:lvl2pPr>
            <a:lvl3pPr marL="685800" marR="0" indent="-262732" algn="l" defTabSz="228600" rtl="0" eaLnBrk="1" fontAlgn="auto" latinLnBrk="0" hangingPunct="0">
              <a:lnSpc>
                <a:spcPct val="100000"/>
              </a:lnSpc>
              <a:spcBef>
                <a:spcPts val="750"/>
              </a:spcBef>
              <a:spcAft>
                <a:spcPts val="0"/>
              </a:spcAft>
              <a:buClrTx/>
              <a:buSzTx/>
              <a:buFont typeface="Arial" pitchFamily="34" charset="0"/>
              <a:buChar char="●"/>
              <a:tabLst>
                <a:tab pos="600869" algn="l"/>
              </a:tabLst>
              <a:defRPr kumimoji="0" lang="en-US" sz="1200" b="0" i="0" u="none" strike="noStrike" kern="1200" cap="none" spc="0" normalizeH="0" baseline="0" dirty="0" smtClean="0">
                <a:ln>
                  <a:noFill/>
                </a:ln>
                <a:solidFill>
                  <a:schemeClr val="bg1"/>
                </a:solidFill>
                <a:effectLst/>
                <a:uFillTx/>
                <a:latin typeface="Avenir Next" panose="020B0503020202020204"/>
                <a:ea typeface="+mn-ea"/>
                <a:cs typeface="Arial" panose="020B0604020202020204" pitchFamily="34" charset="0"/>
                <a:sym typeface="Avenir Next Medium"/>
              </a:defRPr>
            </a:lvl3pPr>
            <a:lvl4pPr algn="l" defTabSz="59532" rtl="0" eaLnBrk="1" latinLnBrk="0">
              <a:lnSpc>
                <a:spcPct val="100000"/>
              </a:lnSpc>
              <a:spcBef>
                <a:spcPts val="750"/>
              </a:spcBef>
              <a:buFont typeface="Arial" pitchFamily="34" charset="0"/>
              <a:buChar char="●"/>
              <a:defRPr kumimoji="0" lang="en-US" sz="1200" b="0" i="0" u="none" strike="noStrike" kern="1200" cap="none" spc="0" normalizeH="0" baseline="0" dirty="0" smtClean="0">
                <a:ln>
                  <a:noFill/>
                </a:ln>
                <a:solidFill>
                  <a:schemeClr val="bg1"/>
                </a:solidFill>
                <a:effectLst/>
                <a:uFillTx/>
                <a:latin typeface="Avenir Next" panose="020B0503020202020204"/>
                <a:ea typeface="+mn-ea"/>
                <a:cs typeface="Arial" panose="020B0604020202020204" pitchFamily="34" charset="0"/>
                <a:sym typeface="Avenir Next Medium"/>
              </a:defRPr>
            </a:lvl4pPr>
            <a:lvl5pPr algn="l" defTabSz="59532" rtl="0" eaLnBrk="1" latinLnBrk="0">
              <a:lnSpc>
                <a:spcPct val="100000"/>
              </a:lnSpc>
              <a:spcBef>
                <a:spcPts val="750"/>
              </a:spcBef>
              <a:buFont typeface="Arial" pitchFamily="34" charset="0"/>
              <a:buChar char="●"/>
              <a:defRPr kumimoji="0" lang="en-US" sz="1200" b="0" i="0" u="none" strike="noStrike" kern="1200" cap="none" spc="0" normalizeH="0" baseline="0" dirty="0" smtClean="0">
                <a:ln>
                  <a:noFill/>
                </a:ln>
                <a:solidFill>
                  <a:schemeClr val="bg1"/>
                </a:solidFill>
                <a:effectLst/>
                <a:uFillTx/>
                <a:latin typeface="Avenir Next" panose="020B0503020202020204"/>
                <a:ea typeface="+mn-ea"/>
                <a:cs typeface="Arial" panose="020B0604020202020204" pitchFamily="34" charset="0"/>
                <a:sym typeface="Avenir Next Medium"/>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lvl1pPr>
              <a:defRPr>
                <a:solidFill>
                  <a:schemeClr val="bg1"/>
                </a:solidFill>
              </a:defRPr>
            </a:lvl1pPr>
          </a:lstStyle>
          <a:p>
            <a:fld id="{17A254F3-891A-4FAE-BFC3-095FBF08A302}" type="datetimeFigureOut">
              <a:rPr lang="en-US" smtClean="0"/>
              <a:pPr/>
              <a:t>7/6/2026</a:t>
            </a:fld>
            <a:endParaRPr lang="en-US" dirty="0"/>
          </a:p>
        </p:txBody>
      </p:sp>
      <p:sp>
        <p:nvSpPr>
          <p:cNvPr id="6" name="Slide Number Placeholder 5"/>
          <p:cNvSpPr>
            <a:spLocks noGrp="1"/>
          </p:cNvSpPr>
          <p:nvPr>
            <p:ph type="sldNum" sz="quarter" idx="12"/>
          </p:nvPr>
        </p:nvSpPr>
        <p:spPr/>
        <p:txBody>
          <a:bodyPr/>
          <a:lstStyle>
            <a:lvl1pPr>
              <a:defRPr/>
            </a:lvl1pPr>
          </a:lstStyle>
          <a:p>
            <a:fld id="{0BA6C484-4593-4398-892A-29D659C24092}" type="slidenum">
              <a:rPr lang="en-US" smtClean="0"/>
              <a:pPr/>
              <a:t>‹#›</a:t>
            </a:fld>
            <a:endParaRPr lang="en-US" dirty="0"/>
          </a:p>
        </p:txBody>
      </p:sp>
      <p:pic>
        <p:nvPicPr>
          <p:cNvPr id="8" name="Logo-01.png" descr="Logo-01.png"/>
          <p:cNvPicPr>
            <a:picLocks noChangeAspect="1"/>
          </p:cNvPicPr>
          <p:nvPr/>
        </p:nvPicPr>
        <p:blipFill>
          <a:blip r:embed="rId2" cstate="print"/>
          <a:stretch>
            <a:fillRect/>
          </a:stretch>
        </p:blipFill>
        <p:spPr>
          <a:xfrm>
            <a:off x="10286455" y="5867400"/>
            <a:ext cx="1464818" cy="893341"/>
          </a:xfrm>
          <a:prstGeom prst="rect">
            <a:avLst/>
          </a:prstGeom>
          <a:ln w="12700">
            <a:miter lim="400000"/>
          </a:ln>
        </p:spPr>
      </p:pic>
    </p:spTree>
    <p:extLst>
      <p:ext uri="{BB962C8B-B14F-4D97-AF65-F5344CB8AC3E}">
        <p14:creationId xmlns:p14="http://schemas.microsoft.com/office/powerpoint/2010/main" val="1109684650"/>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951741" y="419100"/>
            <a:ext cx="10972800" cy="723900"/>
          </a:xfrm>
        </p:spPr>
        <p:txBody>
          <a:bodyPr>
            <a:normAutofit/>
          </a:bodyPr>
          <a:lstStyle>
            <a:lvl1pPr>
              <a:defRPr sz="3300"/>
            </a:lvl1pPr>
          </a:lstStyle>
          <a:p>
            <a:r>
              <a:rPr lang="en-US"/>
              <a:t>Click to edit Master title style</a:t>
            </a:r>
            <a:endParaRPr lang="en-US" dirty="0"/>
          </a:p>
        </p:txBody>
      </p:sp>
      <p:sp>
        <p:nvSpPr>
          <p:cNvPr id="3" name="Content Placeholder 2"/>
          <p:cNvSpPr>
            <a:spLocks noGrp="1"/>
          </p:cNvSpPr>
          <p:nvPr>
            <p:ph idx="1"/>
          </p:nvPr>
        </p:nvSpPr>
        <p:spPr>
          <a:xfrm>
            <a:off x="951741" y="1379537"/>
            <a:ext cx="10972800" cy="4525963"/>
          </a:xfrm>
        </p:spPr>
        <p:txBody>
          <a:bodyPr>
            <a:normAutofit/>
          </a:bodyPr>
          <a:lstStyle>
            <a:lvl1pPr algn="l" defTabSz="59532" rtl="0" eaLnBrk="1" latinLnBrk="0">
              <a:lnSpc>
                <a:spcPct val="100000"/>
              </a:lnSpc>
              <a:spcBef>
                <a:spcPts val="1250"/>
              </a:spcBef>
              <a:buFontTx/>
              <a:buNone/>
              <a:defRPr kumimoji="0" lang="en-US" sz="1600" b="0" i="0" u="none" strike="noStrike" kern="1200" cap="none" spc="0" normalizeH="0" baseline="0" dirty="0" smtClean="0">
                <a:ln>
                  <a:noFill/>
                </a:ln>
                <a:solidFill>
                  <a:srgbClr val="000000"/>
                </a:solidFill>
                <a:effectLst/>
                <a:uFillTx/>
                <a:latin typeface="Avenir Next" panose="020B0503020202020204"/>
                <a:ea typeface="+mn-ea"/>
                <a:cs typeface="Arial" panose="020B0604020202020204" pitchFamily="34" charset="0"/>
                <a:sym typeface="Avenir Next Demi Bold"/>
              </a:defRPr>
            </a:lvl1pPr>
            <a:lvl2pPr marL="516732" indent="-262732">
              <a:lnSpc>
                <a:spcPct val="100000"/>
              </a:lnSpc>
              <a:spcBef>
                <a:spcPts val="750"/>
              </a:spcBef>
              <a:buFont typeface="Arial" pitchFamily="34" charset="0"/>
              <a:buChar char="●"/>
              <a:tabLst>
                <a:tab pos="600869" algn="l"/>
              </a:tabLst>
              <a:defRPr kumimoji="0" lang="en-US" sz="1200" b="0" i="0" u="none" strike="noStrike" kern="1200" cap="none" spc="0" normalizeH="0" baseline="0" dirty="0" smtClean="0">
                <a:ln>
                  <a:noFill/>
                </a:ln>
                <a:solidFill>
                  <a:srgbClr val="000000"/>
                </a:solidFill>
                <a:effectLst/>
                <a:uFillTx/>
                <a:latin typeface="Avenir Next" panose="020B0503020202020204"/>
                <a:ea typeface="+mn-ea"/>
                <a:cs typeface="Arial" panose="020B0604020202020204" pitchFamily="34" charset="0"/>
                <a:sym typeface="Avenir Next Medium"/>
              </a:defRPr>
            </a:lvl2pPr>
            <a:lvl3pPr marL="685800" marR="0" indent="-262732" algn="l" defTabSz="228600" rtl="0" eaLnBrk="1" fontAlgn="auto" latinLnBrk="0" hangingPunct="0">
              <a:lnSpc>
                <a:spcPct val="100000"/>
              </a:lnSpc>
              <a:spcBef>
                <a:spcPts val="750"/>
              </a:spcBef>
              <a:spcAft>
                <a:spcPts val="0"/>
              </a:spcAft>
              <a:buClrTx/>
              <a:buSzTx/>
              <a:buFont typeface="Arial" pitchFamily="34" charset="0"/>
              <a:buChar char="●"/>
              <a:tabLst>
                <a:tab pos="600869" algn="l"/>
              </a:tabLst>
              <a:defRPr kumimoji="0" lang="en-US" sz="1200" b="0" i="0" u="none" strike="noStrike" kern="1200" cap="none" spc="0" normalizeH="0" baseline="0" dirty="0" smtClean="0">
                <a:ln>
                  <a:noFill/>
                </a:ln>
                <a:solidFill>
                  <a:srgbClr val="000000"/>
                </a:solidFill>
                <a:effectLst/>
                <a:uFillTx/>
                <a:latin typeface="Avenir Next" panose="020B0503020202020204"/>
                <a:ea typeface="+mn-ea"/>
                <a:cs typeface="Arial" panose="020B0604020202020204" pitchFamily="34" charset="0"/>
                <a:sym typeface="Avenir Next Medium"/>
              </a:defRPr>
            </a:lvl3pPr>
            <a:lvl4pPr algn="l" defTabSz="59532" rtl="0" eaLnBrk="1" latinLnBrk="0">
              <a:lnSpc>
                <a:spcPct val="100000"/>
              </a:lnSpc>
              <a:spcBef>
                <a:spcPts val="750"/>
              </a:spcBef>
              <a:buFontTx/>
              <a:buNone/>
              <a:defRPr kumimoji="0" lang="en-US" sz="1200" b="0" i="0" u="none" strike="noStrike" kern="1200" cap="none" spc="0" normalizeH="0" baseline="0" dirty="0" smtClean="0">
                <a:ln>
                  <a:noFill/>
                </a:ln>
                <a:solidFill>
                  <a:srgbClr val="000000"/>
                </a:solidFill>
                <a:effectLst/>
                <a:uFillTx/>
                <a:latin typeface="Avenir Next" panose="020B0503020202020204"/>
                <a:ea typeface="+mn-ea"/>
                <a:cs typeface="Arial" panose="020B0604020202020204" pitchFamily="34" charset="0"/>
                <a:sym typeface="Avenir Next Medium"/>
              </a:defRPr>
            </a:lvl4pPr>
            <a:lvl5pPr algn="l" defTabSz="59532" rtl="0" eaLnBrk="1" latinLnBrk="0">
              <a:lnSpc>
                <a:spcPct val="100000"/>
              </a:lnSpc>
              <a:spcBef>
                <a:spcPts val="750"/>
              </a:spcBef>
              <a:buFontTx/>
              <a:buNone/>
              <a:defRPr kumimoji="0" lang="en-US" sz="1200" b="0" i="0" u="none" strike="noStrike" kern="1200" cap="none" spc="0" normalizeH="0" baseline="0" dirty="0" smtClean="0">
                <a:ln>
                  <a:noFill/>
                </a:ln>
                <a:solidFill>
                  <a:srgbClr val="000000"/>
                </a:solidFill>
                <a:effectLst/>
                <a:uFillTx/>
                <a:latin typeface="Avenir Next" panose="020B0503020202020204"/>
                <a:ea typeface="+mn-ea"/>
                <a:cs typeface="Arial" panose="020B0604020202020204" pitchFamily="34" charset="0"/>
                <a:sym typeface="Avenir Next Medium"/>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p:cNvSpPr>
            <a:spLocks noGrp="1"/>
          </p:cNvSpPr>
          <p:nvPr>
            <p:ph type="sldNum" sz="quarter" idx="12"/>
          </p:nvPr>
        </p:nvSpPr>
        <p:spPr/>
        <p:txBody>
          <a:bodyPr/>
          <a:lstStyle>
            <a:lvl1pPr>
              <a:defRPr/>
            </a:lvl1pPr>
          </a:lstStyle>
          <a:p>
            <a:fld id="{0BA6C484-4593-4398-892A-29D659C24092}" type="slidenum">
              <a:rPr lang="en-US" smtClean="0"/>
              <a:pPr/>
              <a:t>‹#›</a:t>
            </a:fld>
            <a:endParaRPr lang="en-US" dirty="0"/>
          </a:p>
        </p:txBody>
      </p:sp>
      <p:pic>
        <p:nvPicPr>
          <p:cNvPr id="7" name="Image" descr="Image"/>
          <p:cNvPicPr>
            <a:picLocks noChangeAspect="1"/>
          </p:cNvPicPr>
          <p:nvPr/>
        </p:nvPicPr>
        <p:blipFill>
          <a:blip r:embed="rId2" cstate="print"/>
          <a:srcRect l="20755"/>
          <a:stretch>
            <a:fillRect/>
          </a:stretch>
        </p:blipFill>
        <p:spPr>
          <a:xfrm>
            <a:off x="-28304" y="-6239"/>
            <a:ext cx="893540" cy="6870478"/>
          </a:xfrm>
          <a:prstGeom prst="rect">
            <a:avLst/>
          </a:prstGeom>
          <a:ln w="12700">
            <a:miter lim="400000"/>
          </a:ln>
        </p:spPr>
      </p:pic>
      <p:pic>
        <p:nvPicPr>
          <p:cNvPr id="8" name="Logo-01.png" descr="Logo-01.png"/>
          <p:cNvPicPr>
            <a:picLocks noChangeAspect="1"/>
          </p:cNvPicPr>
          <p:nvPr/>
        </p:nvPicPr>
        <p:blipFill>
          <a:blip r:embed="rId3" cstate="print"/>
          <a:stretch>
            <a:fillRect/>
          </a:stretch>
        </p:blipFill>
        <p:spPr>
          <a:xfrm>
            <a:off x="10286455" y="5867400"/>
            <a:ext cx="1464818" cy="893341"/>
          </a:xfrm>
          <a:prstGeom prst="rect">
            <a:avLst/>
          </a:prstGeom>
          <a:ln w="12700">
            <a:miter lim="400000"/>
          </a:ln>
        </p:spPr>
      </p:pic>
      <p:sp>
        <p:nvSpPr>
          <p:cNvPr id="4" name="Date Placeholder 3"/>
          <p:cNvSpPr>
            <a:spLocks noGrp="1"/>
          </p:cNvSpPr>
          <p:nvPr>
            <p:ph type="dt" sz="half" idx="10"/>
          </p:nvPr>
        </p:nvSpPr>
        <p:spPr/>
        <p:txBody>
          <a:bodyPr/>
          <a:lstStyle>
            <a:lvl1pPr>
              <a:defRPr/>
            </a:lvl1pPr>
          </a:lstStyle>
          <a:p>
            <a:fld id="{17A254F3-891A-4FAE-BFC3-095FBF08A302}" type="datetimeFigureOut">
              <a:rPr lang="en-US" smtClean="0"/>
              <a:pPr/>
              <a:t>7/6/2026</a:t>
            </a:fld>
            <a:endParaRPr lang="en-US" dirty="0"/>
          </a:p>
        </p:txBody>
      </p:sp>
    </p:spTree>
    <p:extLst>
      <p:ext uri="{BB962C8B-B14F-4D97-AF65-F5344CB8AC3E}">
        <p14:creationId xmlns:p14="http://schemas.microsoft.com/office/powerpoint/2010/main" val="2437970008"/>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5" y="4406903"/>
            <a:ext cx="10363200" cy="1362075"/>
          </a:xfrm>
        </p:spPr>
        <p:txBody>
          <a:bodyPr anchor="t"/>
          <a:lstStyle>
            <a:lvl1pPr algn="l">
              <a:defRPr sz="2000" b="1" cap="all"/>
            </a:lvl1pPr>
          </a:lstStyle>
          <a:p>
            <a:r>
              <a:rPr lang="en-US"/>
              <a:t>Click to edit Master title style</a:t>
            </a:r>
          </a:p>
        </p:txBody>
      </p:sp>
      <p:sp>
        <p:nvSpPr>
          <p:cNvPr id="3" name="Text Placeholder 2"/>
          <p:cNvSpPr>
            <a:spLocks noGrp="1"/>
          </p:cNvSpPr>
          <p:nvPr>
            <p:ph type="body" idx="1"/>
          </p:nvPr>
        </p:nvSpPr>
        <p:spPr>
          <a:xfrm>
            <a:off x="963085" y="2906713"/>
            <a:ext cx="10363200" cy="1500187"/>
          </a:xfrm>
        </p:spPr>
        <p:txBody>
          <a:bodyPr anchor="b"/>
          <a:lstStyle>
            <a:lvl1pPr marL="0" indent="0">
              <a:buNone/>
              <a:defRPr sz="1000">
                <a:solidFill>
                  <a:schemeClr val="tx1">
                    <a:tint val="75000"/>
                  </a:schemeClr>
                </a:solidFill>
              </a:defRPr>
            </a:lvl1pPr>
            <a:lvl2pPr marL="228520" indent="0">
              <a:buNone/>
              <a:defRPr sz="900">
                <a:solidFill>
                  <a:schemeClr val="tx1">
                    <a:tint val="75000"/>
                  </a:schemeClr>
                </a:solidFill>
              </a:defRPr>
            </a:lvl2pPr>
            <a:lvl3pPr marL="457039" indent="0">
              <a:buNone/>
              <a:defRPr sz="800">
                <a:solidFill>
                  <a:schemeClr val="tx1">
                    <a:tint val="75000"/>
                  </a:schemeClr>
                </a:solidFill>
              </a:defRPr>
            </a:lvl3pPr>
            <a:lvl4pPr marL="685559" indent="0">
              <a:buNone/>
              <a:defRPr sz="700">
                <a:solidFill>
                  <a:schemeClr val="tx1">
                    <a:tint val="75000"/>
                  </a:schemeClr>
                </a:solidFill>
              </a:defRPr>
            </a:lvl4pPr>
            <a:lvl5pPr marL="914078" indent="0">
              <a:buNone/>
              <a:defRPr sz="700">
                <a:solidFill>
                  <a:schemeClr val="tx1">
                    <a:tint val="75000"/>
                  </a:schemeClr>
                </a:solidFill>
              </a:defRPr>
            </a:lvl5pPr>
            <a:lvl6pPr marL="1142598" indent="0">
              <a:buNone/>
              <a:defRPr sz="700">
                <a:solidFill>
                  <a:schemeClr val="tx1">
                    <a:tint val="75000"/>
                  </a:schemeClr>
                </a:solidFill>
              </a:defRPr>
            </a:lvl6pPr>
            <a:lvl7pPr marL="1371117" indent="0">
              <a:buNone/>
              <a:defRPr sz="700">
                <a:solidFill>
                  <a:schemeClr val="tx1">
                    <a:tint val="75000"/>
                  </a:schemeClr>
                </a:solidFill>
              </a:defRPr>
            </a:lvl7pPr>
            <a:lvl8pPr marL="1599636" indent="0">
              <a:buNone/>
              <a:defRPr sz="700">
                <a:solidFill>
                  <a:schemeClr val="tx1">
                    <a:tint val="75000"/>
                  </a:schemeClr>
                </a:solidFill>
              </a:defRPr>
            </a:lvl8pPr>
            <a:lvl9pPr marL="1828156" indent="0">
              <a:buNone/>
              <a:defRPr sz="7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lvl1pPr>
              <a:defRPr/>
            </a:lvl1pPr>
          </a:lstStyle>
          <a:p>
            <a:fld id="{17A254F3-891A-4FAE-BFC3-095FBF08A302}" type="datetimeFigureOut">
              <a:rPr lang="en-US" smtClean="0"/>
              <a:pPr/>
              <a:t>7/6/2026</a:t>
            </a:fld>
            <a:endParaRPr lang="en-US" dirty="0"/>
          </a:p>
        </p:txBody>
      </p:sp>
      <p:sp>
        <p:nvSpPr>
          <p:cNvPr id="6" name="Slide Number Placeholder 5"/>
          <p:cNvSpPr>
            <a:spLocks noGrp="1"/>
          </p:cNvSpPr>
          <p:nvPr>
            <p:ph type="sldNum" sz="quarter" idx="12"/>
          </p:nvPr>
        </p:nvSpPr>
        <p:spPr/>
        <p:txBody>
          <a:bodyPr/>
          <a:lstStyle>
            <a:lvl1pPr>
              <a:defRPr/>
            </a:lvl1pPr>
          </a:lstStyle>
          <a:p>
            <a:fld id="{0BA6C484-4593-4398-892A-29D659C24092}" type="slidenum">
              <a:rPr lang="en-US" smtClean="0"/>
              <a:pPr/>
              <a:t>‹#›</a:t>
            </a:fld>
            <a:endParaRPr lang="en-US" dirty="0"/>
          </a:p>
        </p:txBody>
      </p:sp>
    </p:spTree>
    <p:extLst>
      <p:ext uri="{BB962C8B-B14F-4D97-AF65-F5344CB8AC3E}">
        <p14:creationId xmlns:p14="http://schemas.microsoft.com/office/powerpoint/2010/main" val="3733071930"/>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1625600" y="3200403"/>
            <a:ext cx="14530918" cy="9051925"/>
          </a:xfrm>
        </p:spPr>
        <p:txBody>
          <a:bodyPr/>
          <a:lstStyle>
            <a:lvl1pPr>
              <a:defRPr sz="1400"/>
            </a:lvl1pPr>
            <a:lvl2pPr>
              <a:defRPr sz="1200"/>
            </a:lvl2pPr>
            <a:lvl3pPr>
              <a:defRPr sz="1000"/>
            </a:lvl3pPr>
            <a:lvl4pPr>
              <a:defRPr sz="900"/>
            </a:lvl4pPr>
            <a:lvl5pPr>
              <a:defRPr sz="900"/>
            </a:lvl5pPr>
            <a:lvl6pPr>
              <a:defRPr sz="900"/>
            </a:lvl6pPr>
            <a:lvl7pPr>
              <a:defRPr sz="900"/>
            </a:lvl7pPr>
            <a:lvl8pPr>
              <a:defRPr sz="900"/>
            </a:lvl8pPr>
            <a:lvl9pPr>
              <a:defRPr sz="9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p:cNvSpPr>
            <a:spLocks noGrp="1"/>
          </p:cNvSpPr>
          <p:nvPr>
            <p:ph type="title"/>
          </p:nvPr>
        </p:nvSpPr>
        <p:spPr/>
        <p:txBody>
          <a:bodyPr/>
          <a:lstStyle/>
          <a:p>
            <a:r>
              <a:rPr lang="en-US"/>
              <a:t>Click to edit Master title style</a:t>
            </a:r>
          </a:p>
        </p:txBody>
      </p:sp>
      <p:sp>
        <p:nvSpPr>
          <p:cNvPr id="4" name="Content Placeholder 3"/>
          <p:cNvSpPr>
            <a:spLocks noGrp="1"/>
          </p:cNvSpPr>
          <p:nvPr>
            <p:ph sz="half" idx="2"/>
          </p:nvPr>
        </p:nvSpPr>
        <p:spPr>
          <a:xfrm>
            <a:off x="16359720" y="3200403"/>
            <a:ext cx="14530916" cy="9051925"/>
          </a:xfrm>
        </p:spPr>
        <p:txBody>
          <a:bodyPr/>
          <a:lstStyle>
            <a:lvl1pPr>
              <a:defRPr sz="1400"/>
            </a:lvl1pPr>
            <a:lvl2pPr>
              <a:defRPr sz="1200"/>
            </a:lvl2pPr>
            <a:lvl3pPr>
              <a:defRPr sz="1000"/>
            </a:lvl3pPr>
            <a:lvl4pPr>
              <a:defRPr sz="900"/>
            </a:lvl4pPr>
            <a:lvl5pPr>
              <a:defRPr sz="900"/>
            </a:lvl5pPr>
            <a:lvl6pPr>
              <a:defRPr sz="900"/>
            </a:lvl6pPr>
            <a:lvl7pPr>
              <a:defRPr sz="900"/>
            </a:lvl7pPr>
            <a:lvl8pPr>
              <a:defRPr sz="900"/>
            </a:lvl8pPr>
            <a:lvl9pPr>
              <a:defRPr sz="9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lvl1pPr>
              <a:defRPr/>
            </a:lvl1pPr>
          </a:lstStyle>
          <a:p>
            <a:fld id="{17A254F3-891A-4FAE-BFC3-095FBF08A302}" type="datetimeFigureOut">
              <a:rPr lang="en-US" smtClean="0"/>
              <a:pPr/>
              <a:t>7/6/2026</a:t>
            </a:fld>
            <a:endParaRPr lang="en-US" dirty="0"/>
          </a:p>
        </p:txBody>
      </p:sp>
      <p:sp>
        <p:nvSpPr>
          <p:cNvPr id="6" name="Footer Placeholder 5"/>
          <p:cNvSpPr>
            <a:spLocks noGrp="1"/>
          </p:cNvSpPr>
          <p:nvPr>
            <p:ph type="ftr" sz="quarter" idx="11"/>
          </p:nvPr>
        </p:nvSpPr>
        <p:spPr/>
        <p:txBody>
          <a:bodyPr/>
          <a:lstStyle>
            <a:lvl1pPr>
              <a:defRPr/>
            </a:lvl1pPr>
          </a:lstStyle>
          <a:p>
            <a:endParaRPr lang="en-US" dirty="0"/>
          </a:p>
        </p:txBody>
      </p:sp>
      <p:sp>
        <p:nvSpPr>
          <p:cNvPr id="7" name="Slide Number Placeholder 6"/>
          <p:cNvSpPr>
            <a:spLocks noGrp="1"/>
          </p:cNvSpPr>
          <p:nvPr>
            <p:ph type="sldNum" sz="quarter" idx="12"/>
          </p:nvPr>
        </p:nvSpPr>
        <p:spPr/>
        <p:txBody>
          <a:bodyPr/>
          <a:lstStyle>
            <a:lvl1pPr>
              <a:defRPr/>
            </a:lvl1pPr>
          </a:lstStyle>
          <a:p>
            <a:fld id="{0BA6C484-4593-4398-892A-29D659C24092}" type="slidenum">
              <a:rPr lang="en-US" smtClean="0"/>
              <a:pPr/>
              <a:t>‹#›</a:t>
            </a:fld>
            <a:endParaRPr lang="en-US" dirty="0"/>
          </a:p>
        </p:txBody>
      </p:sp>
    </p:spTree>
    <p:extLst>
      <p:ext uri="{BB962C8B-B14F-4D97-AF65-F5344CB8AC3E}">
        <p14:creationId xmlns:p14="http://schemas.microsoft.com/office/powerpoint/2010/main" val="956654107"/>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8" cy="639762"/>
          </a:xfrm>
        </p:spPr>
        <p:txBody>
          <a:bodyPr anchor="b"/>
          <a:lstStyle>
            <a:lvl1pPr marL="0" indent="0">
              <a:buNone/>
              <a:defRPr sz="1200" b="1"/>
            </a:lvl1pPr>
            <a:lvl2pPr marL="228520" indent="0">
              <a:buNone/>
              <a:defRPr sz="1000" b="1"/>
            </a:lvl2pPr>
            <a:lvl3pPr marL="457039" indent="0">
              <a:buNone/>
              <a:defRPr sz="900" b="1"/>
            </a:lvl3pPr>
            <a:lvl4pPr marL="685559" indent="0">
              <a:buNone/>
              <a:defRPr sz="800" b="1"/>
            </a:lvl4pPr>
            <a:lvl5pPr marL="914078" indent="0">
              <a:buNone/>
              <a:defRPr sz="800" b="1"/>
            </a:lvl5pPr>
            <a:lvl6pPr marL="1142598" indent="0">
              <a:buNone/>
              <a:defRPr sz="800" b="1"/>
            </a:lvl6pPr>
            <a:lvl7pPr marL="1371117" indent="0">
              <a:buNone/>
              <a:defRPr sz="800" b="1"/>
            </a:lvl7pPr>
            <a:lvl8pPr marL="1599636" indent="0">
              <a:buNone/>
              <a:defRPr sz="800" b="1"/>
            </a:lvl8pPr>
            <a:lvl9pPr marL="1828156" indent="0">
              <a:buNone/>
              <a:defRPr sz="800" b="1"/>
            </a:lvl9pPr>
          </a:lstStyle>
          <a:p>
            <a:pPr lvl="0"/>
            <a:r>
              <a:rPr lang="en-US" dirty="0"/>
              <a:t>Click to edit Master text styles</a:t>
            </a:r>
          </a:p>
        </p:txBody>
      </p:sp>
      <p:sp>
        <p:nvSpPr>
          <p:cNvPr id="4" name="Content Placeholder 3"/>
          <p:cNvSpPr>
            <a:spLocks noGrp="1"/>
          </p:cNvSpPr>
          <p:nvPr>
            <p:ph sz="half" idx="2"/>
          </p:nvPr>
        </p:nvSpPr>
        <p:spPr>
          <a:xfrm>
            <a:off x="609600" y="2174875"/>
            <a:ext cx="5386918" cy="3951288"/>
          </a:xfrm>
        </p:spPr>
        <p:txBody>
          <a:bodyPr/>
          <a:lstStyle>
            <a:lvl1pPr>
              <a:defRPr sz="1200"/>
            </a:lvl1pPr>
            <a:lvl2pPr>
              <a:defRPr sz="1000"/>
            </a:lvl2pPr>
            <a:lvl3pPr>
              <a:defRPr sz="900"/>
            </a:lvl3pPr>
            <a:lvl4pPr>
              <a:defRPr sz="800"/>
            </a:lvl4pPr>
            <a:lvl5pPr>
              <a:defRPr sz="800"/>
            </a:lvl5pPr>
            <a:lvl6pPr>
              <a:defRPr sz="800"/>
            </a:lvl6pPr>
            <a:lvl7pPr>
              <a:defRPr sz="800"/>
            </a:lvl7pPr>
            <a:lvl8pPr>
              <a:defRPr sz="800"/>
            </a:lvl8pPr>
            <a:lvl9pPr>
              <a:defRPr sz="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193370" y="1535113"/>
            <a:ext cx="5389034" cy="639762"/>
          </a:xfrm>
        </p:spPr>
        <p:txBody>
          <a:bodyPr anchor="b"/>
          <a:lstStyle>
            <a:lvl1pPr marL="0" indent="0">
              <a:buNone/>
              <a:defRPr sz="1200" b="1"/>
            </a:lvl1pPr>
            <a:lvl2pPr marL="228520" indent="0">
              <a:buNone/>
              <a:defRPr sz="1000" b="1"/>
            </a:lvl2pPr>
            <a:lvl3pPr marL="457039" indent="0">
              <a:buNone/>
              <a:defRPr sz="900" b="1"/>
            </a:lvl3pPr>
            <a:lvl4pPr marL="685559" indent="0">
              <a:buNone/>
              <a:defRPr sz="800" b="1"/>
            </a:lvl4pPr>
            <a:lvl5pPr marL="914078" indent="0">
              <a:buNone/>
              <a:defRPr sz="800" b="1"/>
            </a:lvl5pPr>
            <a:lvl6pPr marL="1142598" indent="0">
              <a:buNone/>
              <a:defRPr sz="800" b="1"/>
            </a:lvl6pPr>
            <a:lvl7pPr marL="1371117" indent="0">
              <a:buNone/>
              <a:defRPr sz="800" b="1"/>
            </a:lvl7pPr>
            <a:lvl8pPr marL="1599636" indent="0">
              <a:buNone/>
              <a:defRPr sz="800" b="1"/>
            </a:lvl8pPr>
            <a:lvl9pPr marL="1828156" indent="0">
              <a:buNone/>
              <a:defRPr sz="800" b="1"/>
            </a:lvl9pPr>
          </a:lstStyle>
          <a:p>
            <a:pPr lvl="0"/>
            <a:r>
              <a:rPr lang="en-US" dirty="0"/>
              <a:t>Click to edit Master text styles</a:t>
            </a:r>
          </a:p>
        </p:txBody>
      </p:sp>
      <p:sp>
        <p:nvSpPr>
          <p:cNvPr id="6" name="Content Placeholder 5"/>
          <p:cNvSpPr>
            <a:spLocks noGrp="1"/>
          </p:cNvSpPr>
          <p:nvPr>
            <p:ph sz="quarter" idx="4"/>
          </p:nvPr>
        </p:nvSpPr>
        <p:spPr>
          <a:xfrm>
            <a:off x="6193370" y="2174875"/>
            <a:ext cx="5389034" cy="3951288"/>
          </a:xfrm>
        </p:spPr>
        <p:txBody>
          <a:bodyPr/>
          <a:lstStyle>
            <a:lvl1pPr>
              <a:defRPr sz="1200"/>
            </a:lvl1pPr>
            <a:lvl2pPr>
              <a:defRPr sz="1000"/>
            </a:lvl2pPr>
            <a:lvl3pPr>
              <a:defRPr sz="900"/>
            </a:lvl3pPr>
            <a:lvl4pPr>
              <a:defRPr sz="800"/>
            </a:lvl4pPr>
            <a:lvl5pPr>
              <a:defRPr sz="800"/>
            </a:lvl5pPr>
            <a:lvl6pPr>
              <a:defRPr sz="800"/>
            </a:lvl6pPr>
            <a:lvl7pPr>
              <a:defRPr sz="800"/>
            </a:lvl7pPr>
            <a:lvl8pPr>
              <a:defRPr sz="800"/>
            </a:lvl8pPr>
            <a:lvl9pPr>
              <a:defRPr sz="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lvl1pPr>
              <a:defRPr/>
            </a:lvl1pPr>
          </a:lstStyle>
          <a:p>
            <a:fld id="{17A254F3-891A-4FAE-BFC3-095FBF08A302}" type="datetimeFigureOut">
              <a:rPr lang="en-US" smtClean="0"/>
              <a:pPr/>
              <a:t>7/6/2026</a:t>
            </a:fld>
            <a:endParaRPr lang="en-US" dirty="0"/>
          </a:p>
        </p:txBody>
      </p:sp>
      <p:sp>
        <p:nvSpPr>
          <p:cNvPr id="8" name="Footer Placeholder 7"/>
          <p:cNvSpPr>
            <a:spLocks noGrp="1"/>
          </p:cNvSpPr>
          <p:nvPr>
            <p:ph type="ftr" sz="quarter" idx="11"/>
          </p:nvPr>
        </p:nvSpPr>
        <p:spPr/>
        <p:txBody>
          <a:bodyPr/>
          <a:lstStyle>
            <a:lvl1pPr>
              <a:defRPr/>
            </a:lvl1pPr>
          </a:lstStyle>
          <a:p>
            <a:endParaRPr lang="en-US" dirty="0"/>
          </a:p>
        </p:txBody>
      </p:sp>
      <p:sp>
        <p:nvSpPr>
          <p:cNvPr id="9" name="Slide Number Placeholder 8"/>
          <p:cNvSpPr>
            <a:spLocks noGrp="1"/>
          </p:cNvSpPr>
          <p:nvPr>
            <p:ph type="sldNum" sz="quarter" idx="12"/>
          </p:nvPr>
        </p:nvSpPr>
        <p:spPr/>
        <p:txBody>
          <a:bodyPr/>
          <a:lstStyle>
            <a:lvl1pPr>
              <a:defRPr/>
            </a:lvl1pPr>
          </a:lstStyle>
          <a:p>
            <a:fld id="{0BA6C484-4593-4398-892A-29D659C24092}" type="slidenum">
              <a:rPr lang="en-US" smtClean="0"/>
              <a:pPr/>
              <a:t>‹#›</a:t>
            </a:fld>
            <a:endParaRPr lang="en-US" dirty="0"/>
          </a:p>
        </p:txBody>
      </p:sp>
    </p:spTree>
    <p:extLst>
      <p:ext uri="{BB962C8B-B14F-4D97-AF65-F5344CB8AC3E}">
        <p14:creationId xmlns:p14="http://schemas.microsoft.com/office/powerpoint/2010/main" val="778493957"/>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lvl1pPr>
              <a:defRPr/>
            </a:lvl1pPr>
          </a:lstStyle>
          <a:p>
            <a:fld id="{17A254F3-891A-4FAE-BFC3-095FBF08A302}" type="datetimeFigureOut">
              <a:rPr lang="en-US" smtClean="0"/>
              <a:pPr/>
              <a:t>7/6/2026</a:t>
            </a:fld>
            <a:endParaRPr lang="en-US" dirty="0"/>
          </a:p>
        </p:txBody>
      </p:sp>
      <p:sp>
        <p:nvSpPr>
          <p:cNvPr id="4" name="Footer Placeholder 3"/>
          <p:cNvSpPr>
            <a:spLocks noGrp="1"/>
          </p:cNvSpPr>
          <p:nvPr>
            <p:ph type="ftr" sz="quarter" idx="11"/>
          </p:nvPr>
        </p:nvSpPr>
        <p:spPr/>
        <p:txBody>
          <a:bodyPr/>
          <a:lstStyle>
            <a:lvl1pPr>
              <a:defRPr/>
            </a:lvl1pPr>
          </a:lstStyle>
          <a:p>
            <a:endParaRPr lang="en-US" dirty="0"/>
          </a:p>
        </p:txBody>
      </p:sp>
      <p:sp>
        <p:nvSpPr>
          <p:cNvPr id="5" name="Slide Number Placeholder 4"/>
          <p:cNvSpPr>
            <a:spLocks noGrp="1"/>
          </p:cNvSpPr>
          <p:nvPr>
            <p:ph type="sldNum" sz="quarter" idx="12"/>
          </p:nvPr>
        </p:nvSpPr>
        <p:spPr/>
        <p:txBody>
          <a:bodyPr/>
          <a:lstStyle>
            <a:lvl1pPr>
              <a:defRPr/>
            </a:lvl1pPr>
          </a:lstStyle>
          <a:p>
            <a:fld id="{0BA6C484-4593-4398-892A-29D659C24092}" type="slidenum">
              <a:rPr lang="en-US" smtClean="0"/>
              <a:pPr/>
              <a:t>‹#›</a:t>
            </a:fld>
            <a:endParaRPr lang="en-US" dirty="0"/>
          </a:p>
        </p:txBody>
      </p:sp>
      <p:pic>
        <p:nvPicPr>
          <p:cNvPr id="6" name="Logo-01.png" descr="Logo-01.png">
            <a:extLst>
              <a:ext uri="{FF2B5EF4-FFF2-40B4-BE49-F238E27FC236}">
                <a16:creationId xmlns:a16="http://schemas.microsoft.com/office/drawing/2014/main" id="{DF5060EE-7787-4C40-BC57-3A48A10AA1F1}"/>
              </a:ext>
            </a:extLst>
          </p:cNvPr>
          <p:cNvPicPr>
            <a:picLocks noChangeAspect="1"/>
          </p:cNvPicPr>
          <p:nvPr/>
        </p:nvPicPr>
        <p:blipFill>
          <a:blip r:embed="rId2" cstate="print"/>
          <a:stretch>
            <a:fillRect/>
          </a:stretch>
        </p:blipFill>
        <p:spPr>
          <a:xfrm>
            <a:off x="10134790" y="5608976"/>
            <a:ext cx="1649095" cy="1005725"/>
          </a:xfrm>
          <a:prstGeom prst="rect">
            <a:avLst/>
          </a:prstGeom>
          <a:ln w="12700">
            <a:miter lim="400000"/>
          </a:ln>
        </p:spPr>
      </p:pic>
    </p:spTree>
    <p:extLst>
      <p:ext uri="{BB962C8B-B14F-4D97-AF65-F5344CB8AC3E}">
        <p14:creationId xmlns:p14="http://schemas.microsoft.com/office/powerpoint/2010/main" val="1468292006"/>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p:cSld name="Blank layout">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D531ED94-9B1C-472B-B9EB-4A52BAB59EBB}"/>
              </a:ext>
            </a:extLst>
          </p:cNvPr>
          <p:cNvSpPr>
            <a:spLocks noGrp="1"/>
          </p:cNvSpPr>
          <p:nvPr>
            <p:ph type="dt" sz="half" idx="10"/>
          </p:nvPr>
        </p:nvSpPr>
        <p:spPr/>
        <p:txBody>
          <a:bodyPr/>
          <a:lstStyle>
            <a:lvl1pPr>
              <a:defRPr/>
            </a:lvl1pPr>
          </a:lstStyle>
          <a:p>
            <a:fld id="{17A254F3-891A-4FAE-BFC3-095FBF08A302}" type="datetimeFigureOut">
              <a:rPr lang="en-US" smtClean="0"/>
              <a:pPr/>
              <a:t>7/6/2026</a:t>
            </a:fld>
            <a:endParaRPr lang="en-US" dirty="0"/>
          </a:p>
        </p:txBody>
      </p:sp>
      <p:sp>
        <p:nvSpPr>
          <p:cNvPr id="4" name="Footer Placeholder 3">
            <a:extLst>
              <a:ext uri="{FF2B5EF4-FFF2-40B4-BE49-F238E27FC236}">
                <a16:creationId xmlns:a16="http://schemas.microsoft.com/office/drawing/2014/main" id="{4E0BAC5B-5C15-4B6A-BE49-7D9724384155}"/>
              </a:ext>
            </a:extLst>
          </p:cNvPr>
          <p:cNvSpPr>
            <a:spLocks noGrp="1"/>
          </p:cNvSpPr>
          <p:nvPr>
            <p:ph type="ftr" sz="quarter" idx="11"/>
          </p:nvPr>
        </p:nvSpPr>
        <p:spPr/>
        <p:txBody>
          <a:bodyPr/>
          <a:lstStyle>
            <a:lvl1pPr>
              <a:defRPr/>
            </a:lvl1pPr>
          </a:lstStyle>
          <a:p>
            <a:endParaRPr lang="en-US" dirty="0"/>
          </a:p>
        </p:txBody>
      </p:sp>
      <p:sp>
        <p:nvSpPr>
          <p:cNvPr id="5" name="Slide Number Placeholder 4">
            <a:extLst>
              <a:ext uri="{FF2B5EF4-FFF2-40B4-BE49-F238E27FC236}">
                <a16:creationId xmlns:a16="http://schemas.microsoft.com/office/drawing/2014/main" id="{BE0833AE-AC42-4271-B671-B0711CC6F895}"/>
              </a:ext>
            </a:extLst>
          </p:cNvPr>
          <p:cNvSpPr>
            <a:spLocks noGrp="1"/>
          </p:cNvSpPr>
          <p:nvPr>
            <p:ph type="sldNum" sz="quarter" idx="12"/>
          </p:nvPr>
        </p:nvSpPr>
        <p:spPr/>
        <p:txBody>
          <a:bodyPr/>
          <a:lstStyle>
            <a:lvl1pPr>
              <a:defRPr/>
            </a:lvl1pPr>
          </a:lstStyle>
          <a:p>
            <a:fld id="{0BA6C484-4593-4398-892A-29D659C24092}" type="slidenum">
              <a:rPr lang="en-US" smtClean="0"/>
              <a:pPr/>
              <a:t>‹#›</a:t>
            </a:fld>
            <a:endParaRPr lang="en-US" dirty="0"/>
          </a:p>
        </p:txBody>
      </p:sp>
    </p:spTree>
    <p:extLst>
      <p:ext uri="{BB962C8B-B14F-4D97-AF65-F5344CB8AC3E}">
        <p14:creationId xmlns:p14="http://schemas.microsoft.com/office/powerpoint/2010/main" val="4014544049"/>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fld id="{17A254F3-891A-4FAE-BFC3-095FBF08A302}" type="datetimeFigureOut">
              <a:rPr lang="en-US" smtClean="0"/>
              <a:pPr/>
              <a:t>7/6/2026</a:t>
            </a:fld>
            <a:endParaRPr lang="en-US" dirty="0"/>
          </a:p>
        </p:txBody>
      </p:sp>
      <p:sp>
        <p:nvSpPr>
          <p:cNvPr id="3" name="Footer Placeholder 2"/>
          <p:cNvSpPr>
            <a:spLocks noGrp="1"/>
          </p:cNvSpPr>
          <p:nvPr>
            <p:ph type="ftr" sz="quarter" idx="11"/>
          </p:nvPr>
        </p:nvSpPr>
        <p:spPr/>
        <p:txBody>
          <a:bodyPr/>
          <a:lstStyle>
            <a:lvl1pPr>
              <a:defRPr/>
            </a:lvl1pPr>
          </a:lstStyle>
          <a:p>
            <a:endParaRPr lang="en-US" dirty="0"/>
          </a:p>
        </p:txBody>
      </p:sp>
      <p:sp>
        <p:nvSpPr>
          <p:cNvPr id="4" name="Slide Number Placeholder 3"/>
          <p:cNvSpPr>
            <a:spLocks noGrp="1"/>
          </p:cNvSpPr>
          <p:nvPr>
            <p:ph type="sldNum" sz="quarter" idx="12"/>
          </p:nvPr>
        </p:nvSpPr>
        <p:spPr/>
        <p:txBody>
          <a:bodyPr/>
          <a:lstStyle>
            <a:lvl1pPr>
              <a:defRPr/>
            </a:lvl1pPr>
          </a:lstStyle>
          <a:p>
            <a:fld id="{0BA6C484-4593-4398-892A-29D659C24092}" type="slidenum">
              <a:rPr lang="en-US" smtClean="0"/>
              <a:pPr/>
              <a:t>‹#›</a:t>
            </a:fld>
            <a:endParaRPr lang="en-US" dirty="0"/>
          </a:p>
        </p:txBody>
      </p:sp>
    </p:spTree>
    <p:extLst>
      <p:ext uri="{BB962C8B-B14F-4D97-AF65-F5344CB8AC3E}">
        <p14:creationId xmlns:p14="http://schemas.microsoft.com/office/powerpoint/2010/main" val="3233400464"/>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4" y="273050"/>
            <a:ext cx="4011084" cy="1162050"/>
          </a:xfrm>
        </p:spPr>
        <p:txBody>
          <a:bodyPr anchor="b"/>
          <a:lstStyle>
            <a:lvl1pPr algn="l">
              <a:defRPr sz="1000" b="1"/>
            </a:lvl1pPr>
          </a:lstStyle>
          <a:p>
            <a:r>
              <a:rPr lang="en-US"/>
              <a:t>Click to edit Master title style</a:t>
            </a:r>
          </a:p>
        </p:txBody>
      </p:sp>
      <p:sp>
        <p:nvSpPr>
          <p:cNvPr id="3" name="Content Placeholder 2"/>
          <p:cNvSpPr>
            <a:spLocks noGrp="1"/>
          </p:cNvSpPr>
          <p:nvPr>
            <p:ph idx="1"/>
          </p:nvPr>
        </p:nvSpPr>
        <p:spPr>
          <a:xfrm>
            <a:off x="4766734" y="273053"/>
            <a:ext cx="6815667" cy="5853113"/>
          </a:xfrm>
        </p:spPr>
        <p:txBody>
          <a:bodyPr/>
          <a:lstStyle>
            <a:lvl1pPr>
              <a:defRPr sz="1600"/>
            </a:lvl1pPr>
            <a:lvl2pPr>
              <a:defRPr sz="1400"/>
            </a:lvl2pPr>
            <a:lvl3pPr>
              <a:defRPr sz="1200"/>
            </a:lvl3pPr>
            <a:lvl4pPr>
              <a:defRPr sz="1000"/>
            </a:lvl4pPr>
            <a:lvl5pPr>
              <a:defRPr sz="1000"/>
            </a:lvl5pPr>
            <a:lvl6pPr>
              <a:defRPr sz="1000"/>
            </a:lvl6pPr>
            <a:lvl7pPr>
              <a:defRPr sz="1000"/>
            </a:lvl7pPr>
            <a:lvl8pPr>
              <a:defRPr sz="1000"/>
            </a:lvl8pPr>
            <a:lvl9pPr>
              <a:defRPr sz="1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609604" y="1435103"/>
            <a:ext cx="4011084" cy="4691063"/>
          </a:xfrm>
        </p:spPr>
        <p:txBody>
          <a:bodyPr/>
          <a:lstStyle>
            <a:lvl1pPr marL="0" indent="0">
              <a:buNone/>
              <a:defRPr sz="700"/>
            </a:lvl1pPr>
            <a:lvl2pPr marL="228520" indent="0">
              <a:buNone/>
              <a:defRPr sz="600"/>
            </a:lvl2pPr>
            <a:lvl3pPr marL="457039" indent="0">
              <a:buNone/>
              <a:defRPr sz="500"/>
            </a:lvl3pPr>
            <a:lvl4pPr marL="685559" indent="0">
              <a:buNone/>
              <a:defRPr sz="450"/>
            </a:lvl4pPr>
            <a:lvl5pPr marL="914078" indent="0">
              <a:buNone/>
              <a:defRPr sz="450"/>
            </a:lvl5pPr>
            <a:lvl6pPr marL="1142598" indent="0">
              <a:buNone/>
              <a:defRPr sz="450"/>
            </a:lvl6pPr>
            <a:lvl7pPr marL="1371117" indent="0">
              <a:buNone/>
              <a:defRPr sz="450"/>
            </a:lvl7pPr>
            <a:lvl8pPr marL="1599636" indent="0">
              <a:buNone/>
              <a:defRPr sz="450"/>
            </a:lvl8pPr>
            <a:lvl9pPr marL="1828156" indent="0">
              <a:buNone/>
              <a:defRPr sz="450"/>
            </a:lvl9pPr>
          </a:lstStyle>
          <a:p>
            <a:pPr lvl="0"/>
            <a:r>
              <a:rPr lang="en-US" dirty="0"/>
              <a:t>Click to edit Master text styles</a:t>
            </a:r>
          </a:p>
        </p:txBody>
      </p:sp>
      <p:sp>
        <p:nvSpPr>
          <p:cNvPr id="5" name="Date Placeholder 4"/>
          <p:cNvSpPr>
            <a:spLocks noGrp="1"/>
          </p:cNvSpPr>
          <p:nvPr>
            <p:ph type="dt" sz="half" idx="10"/>
          </p:nvPr>
        </p:nvSpPr>
        <p:spPr/>
        <p:txBody>
          <a:bodyPr/>
          <a:lstStyle>
            <a:lvl1pPr>
              <a:defRPr/>
            </a:lvl1pPr>
          </a:lstStyle>
          <a:p>
            <a:fld id="{17A254F3-891A-4FAE-BFC3-095FBF08A302}" type="datetimeFigureOut">
              <a:rPr lang="en-US" smtClean="0"/>
              <a:pPr/>
              <a:t>7/6/2026</a:t>
            </a:fld>
            <a:endParaRPr lang="en-US" dirty="0"/>
          </a:p>
        </p:txBody>
      </p:sp>
      <p:sp>
        <p:nvSpPr>
          <p:cNvPr id="6" name="Footer Placeholder 5"/>
          <p:cNvSpPr>
            <a:spLocks noGrp="1"/>
          </p:cNvSpPr>
          <p:nvPr>
            <p:ph type="ftr" sz="quarter" idx="11"/>
          </p:nvPr>
        </p:nvSpPr>
        <p:spPr/>
        <p:txBody>
          <a:bodyPr/>
          <a:lstStyle>
            <a:lvl1pPr>
              <a:defRPr/>
            </a:lvl1pPr>
          </a:lstStyle>
          <a:p>
            <a:endParaRPr lang="en-US" dirty="0"/>
          </a:p>
        </p:txBody>
      </p:sp>
      <p:sp>
        <p:nvSpPr>
          <p:cNvPr id="7" name="Slide Number Placeholder 6"/>
          <p:cNvSpPr>
            <a:spLocks noGrp="1"/>
          </p:cNvSpPr>
          <p:nvPr>
            <p:ph type="sldNum" sz="quarter" idx="12"/>
          </p:nvPr>
        </p:nvSpPr>
        <p:spPr/>
        <p:txBody>
          <a:bodyPr/>
          <a:lstStyle>
            <a:lvl1pPr>
              <a:defRPr/>
            </a:lvl1pPr>
          </a:lstStyle>
          <a:p>
            <a:fld id="{0BA6C484-4593-4398-892A-29D659C24092}" type="slidenum">
              <a:rPr lang="en-US" smtClean="0"/>
              <a:pPr/>
              <a:t>‹#›</a:t>
            </a:fld>
            <a:endParaRPr lang="en-US" dirty="0"/>
          </a:p>
        </p:txBody>
      </p:sp>
    </p:spTree>
    <p:extLst>
      <p:ext uri="{BB962C8B-B14F-4D97-AF65-F5344CB8AC3E}">
        <p14:creationId xmlns:p14="http://schemas.microsoft.com/office/powerpoint/2010/main" val="2666415417"/>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8" y="4800600"/>
            <a:ext cx="7315200" cy="566738"/>
          </a:xfrm>
        </p:spPr>
        <p:txBody>
          <a:bodyPr anchor="b"/>
          <a:lstStyle>
            <a:lvl1pPr algn="l">
              <a:defRPr sz="1000" b="1"/>
            </a:lvl1pPr>
          </a:lstStyle>
          <a:p>
            <a:r>
              <a:rPr lang="en-US"/>
              <a:t>Click to edit Master title style</a:t>
            </a:r>
          </a:p>
        </p:txBody>
      </p:sp>
      <p:sp>
        <p:nvSpPr>
          <p:cNvPr id="3" name="Picture Placeholder 2"/>
          <p:cNvSpPr>
            <a:spLocks noGrp="1"/>
          </p:cNvSpPr>
          <p:nvPr>
            <p:ph type="pic" idx="1"/>
          </p:nvPr>
        </p:nvSpPr>
        <p:spPr>
          <a:xfrm>
            <a:off x="2389718" y="612775"/>
            <a:ext cx="7315200" cy="4114800"/>
          </a:xfrm>
        </p:spPr>
        <p:txBody>
          <a:bodyPr/>
          <a:lstStyle>
            <a:lvl1pPr marL="0" indent="0">
              <a:buNone/>
              <a:defRPr sz="1600"/>
            </a:lvl1pPr>
            <a:lvl2pPr marL="228520" indent="0">
              <a:buNone/>
              <a:defRPr sz="1400"/>
            </a:lvl2pPr>
            <a:lvl3pPr marL="457039" indent="0">
              <a:buNone/>
              <a:defRPr sz="1200"/>
            </a:lvl3pPr>
            <a:lvl4pPr marL="685559" indent="0">
              <a:buNone/>
              <a:defRPr sz="1000"/>
            </a:lvl4pPr>
            <a:lvl5pPr marL="914078" indent="0">
              <a:buNone/>
              <a:defRPr sz="1000"/>
            </a:lvl5pPr>
            <a:lvl6pPr marL="1142598" indent="0">
              <a:buNone/>
              <a:defRPr sz="1000"/>
            </a:lvl6pPr>
            <a:lvl7pPr marL="1371117" indent="0">
              <a:buNone/>
              <a:defRPr sz="1000"/>
            </a:lvl7pPr>
            <a:lvl8pPr marL="1599636" indent="0">
              <a:buNone/>
              <a:defRPr sz="1000"/>
            </a:lvl8pPr>
            <a:lvl9pPr marL="1828156" indent="0">
              <a:buNone/>
              <a:defRPr sz="1000"/>
            </a:lvl9pPr>
          </a:lstStyle>
          <a:p>
            <a:r>
              <a:rPr lang="en-US" dirty="0"/>
              <a:t>Click icon to add picture</a:t>
            </a:r>
          </a:p>
        </p:txBody>
      </p:sp>
      <p:sp>
        <p:nvSpPr>
          <p:cNvPr id="4" name="Text Placeholder 3"/>
          <p:cNvSpPr>
            <a:spLocks noGrp="1"/>
          </p:cNvSpPr>
          <p:nvPr>
            <p:ph type="body" sz="half" idx="2"/>
          </p:nvPr>
        </p:nvSpPr>
        <p:spPr>
          <a:xfrm>
            <a:off x="2389718" y="5367338"/>
            <a:ext cx="7315200" cy="804862"/>
          </a:xfrm>
        </p:spPr>
        <p:txBody>
          <a:bodyPr/>
          <a:lstStyle>
            <a:lvl1pPr marL="0" indent="0">
              <a:buNone/>
              <a:defRPr sz="700"/>
            </a:lvl1pPr>
            <a:lvl2pPr marL="228520" indent="0">
              <a:buNone/>
              <a:defRPr sz="600"/>
            </a:lvl2pPr>
            <a:lvl3pPr marL="457039" indent="0">
              <a:buNone/>
              <a:defRPr sz="500"/>
            </a:lvl3pPr>
            <a:lvl4pPr marL="685559" indent="0">
              <a:buNone/>
              <a:defRPr sz="450"/>
            </a:lvl4pPr>
            <a:lvl5pPr marL="914078" indent="0">
              <a:buNone/>
              <a:defRPr sz="450"/>
            </a:lvl5pPr>
            <a:lvl6pPr marL="1142598" indent="0">
              <a:buNone/>
              <a:defRPr sz="450"/>
            </a:lvl6pPr>
            <a:lvl7pPr marL="1371117" indent="0">
              <a:buNone/>
              <a:defRPr sz="450"/>
            </a:lvl7pPr>
            <a:lvl8pPr marL="1599636" indent="0">
              <a:buNone/>
              <a:defRPr sz="450"/>
            </a:lvl8pPr>
            <a:lvl9pPr marL="1828156" indent="0">
              <a:buNone/>
              <a:defRPr sz="450"/>
            </a:lvl9pPr>
          </a:lstStyle>
          <a:p>
            <a:pPr lvl="0"/>
            <a:r>
              <a:rPr lang="en-US" dirty="0"/>
              <a:t>Click to edit Master text styles</a:t>
            </a:r>
          </a:p>
        </p:txBody>
      </p:sp>
      <p:sp>
        <p:nvSpPr>
          <p:cNvPr id="5" name="Date Placeholder 4"/>
          <p:cNvSpPr>
            <a:spLocks noGrp="1"/>
          </p:cNvSpPr>
          <p:nvPr>
            <p:ph type="dt" sz="half" idx="10"/>
          </p:nvPr>
        </p:nvSpPr>
        <p:spPr/>
        <p:txBody>
          <a:bodyPr/>
          <a:lstStyle>
            <a:lvl1pPr>
              <a:defRPr/>
            </a:lvl1pPr>
          </a:lstStyle>
          <a:p>
            <a:fld id="{17A254F3-891A-4FAE-BFC3-095FBF08A302}" type="datetimeFigureOut">
              <a:rPr lang="en-US" smtClean="0"/>
              <a:pPr/>
              <a:t>7/6/2026</a:t>
            </a:fld>
            <a:endParaRPr lang="en-US" dirty="0"/>
          </a:p>
        </p:txBody>
      </p:sp>
      <p:sp>
        <p:nvSpPr>
          <p:cNvPr id="6" name="Footer Placeholder 5"/>
          <p:cNvSpPr>
            <a:spLocks noGrp="1"/>
          </p:cNvSpPr>
          <p:nvPr>
            <p:ph type="ftr" sz="quarter" idx="11"/>
          </p:nvPr>
        </p:nvSpPr>
        <p:spPr/>
        <p:txBody>
          <a:bodyPr/>
          <a:lstStyle>
            <a:lvl1pPr>
              <a:defRPr/>
            </a:lvl1pPr>
          </a:lstStyle>
          <a:p>
            <a:endParaRPr lang="en-US" dirty="0"/>
          </a:p>
        </p:txBody>
      </p:sp>
      <p:sp>
        <p:nvSpPr>
          <p:cNvPr id="7" name="Slide Number Placeholder 6"/>
          <p:cNvSpPr>
            <a:spLocks noGrp="1"/>
          </p:cNvSpPr>
          <p:nvPr>
            <p:ph type="sldNum" sz="quarter" idx="12"/>
          </p:nvPr>
        </p:nvSpPr>
        <p:spPr/>
        <p:txBody>
          <a:bodyPr/>
          <a:lstStyle>
            <a:lvl1pPr>
              <a:defRPr/>
            </a:lvl1pPr>
          </a:lstStyle>
          <a:p>
            <a:fld id="{0BA6C484-4593-4398-892A-29D659C24092}" type="slidenum">
              <a:rPr lang="en-US" smtClean="0"/>
              <a:pPr/>
              <a:t>‹#›</a:t>
            </a:fld>
            <a:endParaRPr lang="en-US" dirty="0"/>
          </a:p>
        </p:txBody>
      </p:sp>
    </p:spTree>
    <p:extLst>
      <p:ext uri="{BB962C8B-B14F-4D97-AF65-F5344CB8AC3E}">
        <p14:creationId xmlns:p14="http://schemas.microsoft.com/office/powerpoint/2010/main" val="2498747475"/>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lvl1pPr>
              <a:defRPr/>
            </a:lvl1pPr>
            <a:lvl2pPr>
              <a:defRPr/>
            </a:lvl2pPr>
            <a:lvl3pPr>
              <a:defRPr/>
            </a:lvl3pPr>
            <a:lvl4pPr>
              <a:defRPr/>
            </a:lvl4pPr>
            <a:lvl5pP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lvl1pPr>
              <a:defRPr/>
            </a:lvl1pPr>
          </a:lstStyle>
          <a:p>
            <a:fld id="{17A254F3-891A-4FAE-BFC3-095FBF08A302}" type="datetimeFigureOut">
              <a:rPr lang="en-US" smtClean="0"/>
              <a:pPr/>
              <a:t>7/6/2026</a:t>
            </a:fld>
            <a:endParaRPr lang="en-US" dirty="0"/>
          </a:p>
        </p:txBody>
      </p:sp>
      <p:sp>
        <p:nvSpPr>
          <p:cNvPr id="5" name="Footer Placeholder 4"/>
          <p:cNvSpPr>
            <a:spLocks noGrp="1"/>
          </p:cNvSpPr>
          <p:nvPr>
            <p:ph type="ftr" sz="quarter" idx="11"/>
          </p:nvPr>
        </p:nvSpPr>
        <p:spPr/>
        <p:txBody>
          <a:bodyPr/>
          <a:lstStyle>
            <a:lvl1pPr>
              <a:defRPr/>
            </a:lvl1pPr>
          </a:lstStyle>
          <a:p>
            <a:endParaRPr lang="en-US" dirty="0"/>
          </a:p>
        </p:txBody>
      </p:sp>
      <p:sp>
        <p:nvSpPr>
          <p:cNvPr id="6" name="Slide Number Placeholder 5"/>
          <p:cNvSpPr>
            <a:spLocks noGrp="1"/>
          </p:cNvSpPr>
          <p:nvPr>
            <p:ph type="sldNum" sz="quarter" idx="12"/>
          </p:nvPr>
        </p:nvSpPr>
        <p:spPr/>
        <p:txBody>
          <a:bodyPr/>
          <a:lstStyle>
            <a:lvl1pPr>
              <a:defRPr/>
            </a:lvl1pPr>
          </a:lstStyle>
          <a:p>
            <a:fld id="{0BA6C484-4593-4398-892A-29D659C24092}" type="slidenum">
              <a:rPr lang="en-US" smtClean="0"/>
              <a:pPr/>
              <a:t>‹#›</a:t>
            </a:fld>
            <a:endParaRPr lang="en-US" dirty="0"/>
          </a:p>
        </p:txBody>
      </p:sp>
    </p:spTree>
    <p:extLst>
      <p:ext uri="{BB962C8B-B14F-4D97-AF65-F5344CB8AC3E}">
        <p14:creationId xmlns:p14="http://schemas.microsoft.com/office/powerpoint/2010/main" val="3314465471"/>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3575434" y="549275"/>
            <a:ext cx="7315200" cy="1170305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625602" y="549275"/>
            <a:ext cx="21746634" cy="11703050"/>
          </a:xfrm>
        </p:spPr>
        <p:txBody>
          <a:bodyPr vert="eaVert"/>
          <a:lstStyle>
            <a:lvl1pPr>
              <a:defRPr/>
            </a:lvl1pPr>
            <a:lvl2pPr>
              <a:defRPr/>
            </a:lvl2pPr>
            <a:lvl3pPr>
              <a:defRPr/>
            </a:lvl3pPr>
            <a:lvl4pPr>
              <a:defRPr/>
            </a:lvl4pPr>
            <a:lvl5pP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lvl1pPr>
              <a:defRPr/>
            </a:lvl1pPr>
          </a:lstStyle>
          <a:p>
            <a:fld id="{17A254F3-891A-4FAE-BFC3-095FBF08A302}" type="datetimeFigureOut">
              <a:rPr lang="en-US" smtClean="0"/>
              <a:pPr/>
              <a:t>7/6/2026</a:t>
            </a:fld>
            <a:endParaRPr lang="en-US" dirty="0"/>
          </a:p>
        </p:txBody>
      </p:sp>
      <p:sp>
        <p:nvSpPr>
          <p:cNvPr id="5" name="Footer Placeholder 4"/>
          <p:cNvSpPr>
            <a:spLocks noGrp="1"/>
          </p:cNvSpPr>
          <p:nvPr>
            <p:ph type="ftr" sz="quarter" idx="11"/>
          </p:nvPr>
        </p:nvSpPr>
        <p:spPr/>
        <p:txBody>
          <a:bodyPr/>
          <a:lstStyle>
            <a:lvl1pPr>
              <a:defRPr/>
            </a:lvl1pPr>
          </a:lstStyle>
          <a:p>
            <a:endParaRPr lang="en-US" dirty="0"/>
          </a:p>
        </p:txBody>
      </p:sp>
      <p:sp>
        <p:nvSpPr>
          <p:cNvPr id="6" name="Slide Number Placeholder 5"/>
          <p:cNvSpPr>
            <a:spLocks noGrp="1"/>
          </p:cNvSpPr>
          <p:nvPr>
            <p:ph type="sldNum" sz="quarter" idx="12"/>
          </p:nvPr>
        </p:nvSpPr>
        <p:spPr/>
        <p:txBody>
          <a:bodyPr/>
          <a:lstStyle>
            <a:lvl1pPr>
              <a:defRPr/>
            </a:lvl1pPr>
          </a:lstStyle>
          <a:p>
            <a:fld id="{0BA6C484-4593-4398-892A-29D659C24092}" type="slidenum">
              <a:rPr lang="en-US" smtClean="0"/>
              <a:pPr/>
              <a:t>‹#›</a:t>
            </a:fld>
            <a:endParaRPr lang="en-US" dirty="0"/>
          </a:p>
        </p:txBody>
      </p:sp>
    </p:spTree>
    <p:extLst>
      <p:ext uri="{BB962C8B-B14F-4D97-AF65-F5344CB8AC3E}">
        <p14:creationId xmlns:p14="http://schemas.microsoft.com/office/powerpoint/2010/main" val="1605679444"/>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p:cSld name="1_Two Content">
    <p:spTree>
      <p:nvGrpSpPr>
        <p:cNvPr id="1" name=""/>
        <p:cNvGrpSpPr/>
        <p:nvPr/>
      </p:nvGrpSpPr>
      <p:grpSpPr>
        <a:xfrm>
          <a:off x="0" y="0"/>
          <a:ext cx="0" cy="0"/>
          <a:chOff x="0" y="0"/>
          <a:chExt cx="0" cy="0"/>
        </a:xfrm>
      </p:grpSpPr>
      <p:cxnSp>
        <p:nvCxnSpPr>
          <p:cNvPr id="3" name="Straight Connector 2"/>
          <p:cNvCxnSpPr/>
          <p:nvPr/>
        </p:nvCxnSpPr>
        <p:spPr>
          <a:xfrm>
            <a:off x="412263" y="746125"/>
            <a:ext cx="11271738" cy="0"/>
          </a:xfrm>
          <a:prstGeom prst="line">
            <a:avLst/>
          </a:prstGeom>
          <a:ln w="12700">
            <a:solidFill>
              <a:srgbClr val="5225B5"/>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4" name="Rectangle 3"/>
          <p:cNvSpPr/>
          <p:nvPr/>
        </p:nvSpPr>
        <p:spPr>
          <a:xfrm>
            <a:off x="1" y="6640514"/>
            <a:ext cx="12229124" cy="230187"/>
          </a:xfrm>
          <a:prstGeom prst="rect">
            <a:avLst/>
          </a:prstGeom>
          <a:solidFill>
            <a:srgbClr val="5225B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sz="1800" dirty="0">
              <a:latin typeface="Avenir Next" panose="020B0503020202020204"/>
            </a:endParaRPr>
          </a:p>
        </p:txBody>
      </p:sp>
      <p:sp>
        <p:nvSpPr>
          <p:cNvPr id="5" name="TextBox 4"/>
          <p:cNvSpPr txBox="1">
            <a:spLocks noChangeArrowheads="1"/>
          </p:cNvSpPr>
          <p:nvPr/>
        </p:nvSpPr>
        <p:spPr bwMode="auto">
          <a:xfrm>
            <a:off x="11760202" y="6642100"/>
            <a:ext cx="402492" cy="195814"/>
          </a:xfrm>
          <a:prstGeom prst="rect">
            <a:avLst/>
          </a:prstGeom>
          <a:noFill/>
          <a:ln>
            <a:noFill/>
          </a:ln>
        </p:spPr>
        <p:txBody>
          <a:bodyPr lIns="36000" tIns="36000" rIns="36000" bIns="36000">
            <a:spAutoFit/>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algn="r" eaLnBrk="1" hangingPunct="1">
              <a:defRPr/>
            </a:pPr>
            <a:fld id="{A390292B-1EE1-45BA-9B7F-95FA99B5F10F}" type="slidenum">
              <a:rPr lang="en-IN" altLang="en-US" sz="800" smtClean="0">
                <a:solidFill>
                  <a:schemeClr val="bg1"/>
                </a:solidFill>
                <a:latin typeface="Avenir Next" panose="020B0503020202020204"/>
              </a:rPr>
              <a:pPr algn="r" eaLnBrk="1" hangingPunct="1">
                <a:defRPr/>
              </a:pPr>
              <a:t>‹#›</a:t>
            </a:fld>
            <a:endParaRPr lang="en-IN" altLang="en-US" sz="800" dirty="0">
              <a:solidFill>
                <a:schemeClr val="bg1"/>
              </a:solidFill>
              <a:latin typeface="Avenir Next" panose="020B0503020202020204"/>
            </a:endParaRPr>
          </a:p>
        </p:txBody>
      </p:sp>
      <p:sp>
        <p:nvSpPr>
          <p:cNvPr id="6" name="Text Box 20"/>
          <p:cNvSpPr txBox="1">
            <a:spLocks noChangeArrowheads="1"/>
          </p:cNvSpPr>
          <p:nvPr/>
        </p:nvSpPr>
        <p:spPr bwMode="auto">
          <a:xfrm>
            <a:off x="8083063" y="6659563"/>
            <a:ext cx="3874477" cy="180690"/>
          </a:xfrm>
          <a:prstGeom prst="rect">
            <a:avLst/>
          </a:prstGeom>
          <a:noFill/>
          <a:ln>
            <a:noFill/>
          </a:ln>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r" fontAlgn="auto">
              <a:lnSpc>
                <a:spcPct val="80000"/>
              </a:lnSpc>
              <a:spcBef>
                <a:spcPct val="50000"/>
              </a:spcBef>
              <a:spcAft>
                <a:spcPts val="0"/>
              </a:spcAft>
              <a:defRPr/>
            </a:pPr>
            <a:r>
              <a:rPr lang="en-US" sz="700" dirty="0">
                <a:solidFill>
                  <a:schemeClr val="bg1"/>
                </a:solidFill>
                <a:latin typeface="Avenir Next" panose="020B0503020202020204"/>
              </a:rPr>
              <a:t>Dr. Reddy’s Laboratories Ltd. </a:t>
            </a:r>
          </a:p>
        </p:txBody>
      </p:sp>
      <p:sp>
        <p:nvSpPr>
          <p:cNvPr id="19" name="Title 1"/>
          <p:cNvSpPr>
            <a:spLocks noGrp="1"/>
          </p:cNvSpPr>
          <p:nvPr>
            <p:ph type="title"/>
          </p:nvPr>
        </p:nvSpPr>
        <p:spPr>
          <a:xfrm>
            <a:off x="488463" y="365132"/>
            <a:ext cx="11271312" cy="681795"/>
          </a:xfrm>
          <a:prstGeom prst="rect">
            <a:avLst/>
          </a:prstGeom>
        </p:spPr>
        <p:txBody>
          <a:bodyPr/>
          <a:lstStyle>
            <a:lvl1pPr>
              <a:defRPr b="1"/>
            </a:lvl1pPr>
          </a:lstStyle>
          <a:p>
            <a:r>
              <a:rPr lang="en-US"/>
              <a:t>Click to edit Master title style</a:t>
            </a:r>
            <a:endParaRPr lang="en-US" dirty="0"/>
          </a:p>
        </p:txBody>
      </p:sp>
    </p:spTree>
    <p:extLst>
      <p:ext uri="{BB962C8B-B14F-4D97-AF65-F5344CB8AC3E}">
        <p14:creationId xmlns:p14="http://schemas.microsoft.com/office/powerpoint/2010/main" val="941985405"/>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p:cSld name="Table Single">
    <p:spTree>
      <p:nvGrpSpPr>
        <p:cNvPr id="1" name=""/>
        <p:cNvGrpSpPr/>
        <p:nvPr/>
      </p:nvGrpSpPr>
      <p:grpSpPr>
        <a:xfrm>
          <a:off x="0" y="0"/>
          <a:ext cx="0" cy="0"/>
          <a:chOff x="0" y="0"/>
          <a:chExt cx="0" cy="0"/>
        </a:xfrm>
      </p:grpSpPr>
      <p:sp>
        <p:nvSpPr>
          <p:cNvPr id="2" name="Title 1"/>
          <p:cNvSpPr>
            <a:spLocks noGrp="1"/>
          </p:cNvSpPr>
          <p:nvPr>
            <p:ph type="title"/>
          </p:nvPr>
        </p:nvSpPr>
        <p:spPr>
          <a:xfrm>
            <a:off x="203204" y="30164"/>
            <a:ext cx="9535583" cy="798512"/>
          </a:xfrm>
          <a:prstGeom prst="rect">
            <a:avLst/>
          </a:prstGeom>
        </p:spPr>
        <p:txBody>
          <a:bodyPr/>
          <a:lstStyle/>
          <a:p>
            <a:r>
              <a:rPr lang="en-US"/>
              <a:t>Click to edit Master title style</a:t>
            </a:r>
          </a:p>
        </p:txBody>
      </p:sp>
      <p:sp>
        <p:nvSpPr>
          <p:cNvPr id="12" name="Table Placeholder 11"/>
          <p:cNvSpPr>
            <a:spLocks noGrp="1"/>
          </p:cNvSpPr>
          <p:nvPr>
            <p:ph type="tbl" sz="quarter" idx="10"/>
          </p:nvPr>
        </p:nvSpPr>
        <p:spPr>
          <a:xfrm>
            <a:off x="609600" y="1412876"/>
            <a:ext cx="10973125" cy="4387851"/>
          </a:xfrm>
          <a:prstGeom prst="rect">
            <a:avLst/>
          </a:prstGeom>
        </p:spPr>
        <p:txBody>
          <a:bodyPr/>
          <a:lstStyle>
            <a:lvl1pPr>
              <a:defRPr/>
            </a:lvl1pPr>
          </a:lstStyle>
          <a:p>
            <a:pPr lvl="0"/>
            <a:r>
              <a:rPr lang="en-US" noProof="0" dirty="0"/>
              <a:t>Click icon to add table</a:t>
            </a:r>
          </a:p>
        </p:txBody>
      </p:sp>
      <p:sp>
        <p:nvSpPr>
          <p:cNvPr id="4" name="Slide Number Placeholder 5"/>
          <p:cNvSpPr>
            <a:spLocks noGrp="1"/>
          </p:cNvSpPr>
          <p:nvPr>
            <p:ph type="sldNum" sz="quarter" idx="11"/>
          </p:nvPr>
        </p:nvSpPr>
        <p:spPr>
          <a:xfrm>
            <a:off x="101603" y="6661150"/>
            <a:ext cx="575733" cy="196850"/>
          </a:xfrm>
          <a:prstGeom prst="rect">
            <a:avLst/>
          </a:prstGeom>
        </p:spPr>
        <p:txBody>
          <a:bodyPr/>
          <a:lstStyle>
            <a:lvl1pPr>
              <a:defRPr/>
            </a:lvl1pPr>
          </a:lstStyle>
          <a:p>
            <a:fld id="{0BA6C484-4593-4398-892A-29D659C24092}" type="slidenum">
              <a:rPr lang="en-US" smtClean="0"/>
              <a:pPr/>
              <a:t>‹#›</a:t>
            </a:fld>
            <a:endParaRPr lang="en-US" dirty="0"/>
          </a:p>
        </p:txBody>
      </p:sp>
    </p:spTree>
    <p:extLst>
      <p:ext uri="{BB962C8B-B14F-4D97-AF65-F5344CB8AC3E}">
        <p14:creationId xmlns:p14="http://schemas.microsoft.com/office/powerpoint/2010/main" val="1191969054"/>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userDrawn="1">
  <p:cSld name="Title &amp; Subtitle">
    <p:bg>
      <p:bgPr>
        <a:solidFill>
          <a:srgbClr val="FFFFFF"/>
        </a:solidFill>
        <a:effectLst/>
      </p:bgPr>
    </p:bg>
    <p:spTree>
      <p:nvGrpSpPr>
        <p:cNvPr id="1" name=""/>
        <p:cNvGrpSpPr/>
        <p:nvPr/>
      </p:nvGrpSpPr>
      <p:grpSpPr>
        <a:xfrm>
          <a:off x="0" y="0"/>
          <a:ext cx="0" cy="0"/>
          <a:chOff x="0" y="0"/>
          <a:chExt cx="0" cy="0"/>
        </a:xfrm>
      </p:grpSpPr>
      <p:sp>
        <p:nvSpPr>
          <p:cNvPr id="13" name="Slide Number"/>
          <p:cNvSpPr txBox="1">
            <a:spLocks noGrp="1"/>
          </p:cNvSpPr>
          <p:nvPr>
            <p:ph type="sldNum" sz="quarter" idx="2"/>
          </p:nvPr>
        </p:nvSpPr>
        <p:spPr>
          <a:xfrm>
            <a:off x="5979517" y="6540500"/>
            <a:ext cx="226619" cy="230530"/>
          </a:xfrm>
          <a:prstGeom prst="rect">
            <a:avLst/>
          </a:prstGeom>
        </p:spPr>
        <p:txBody>
          <a:bodyPr/>
          <a:lstStyle/>
          <a:p>
            <a:fld id="{86CB4B4D-7CA3-9044-876B-883B54F8677D}" type="slidenum">
              <a:t>‹#›</a:t>
            </a:fld>
            <a:endParaRPr dirty="0"/>
          </a:p>
        </p:txBody>
      </p:sp>
      <p:sp>
        <p:nvSpPr>
          <p:cNvPr id="4" name="Picture Placeholder 3"/>
          <p:cNvSpPr>
            <a:spLocks noGrp="1"/>
          </p:cNvSpPr>
          <p:nvPr>
            <p:ph type="pic" sz="quarter" idx="14"/>
          </p:nvPr>
        </p:nvSpPr>
        <p:spPr>
          <a:xfrm>
            <a:off x="10097396" y="5740401"/>
            <a:ext cx="1485005" cy="1030629"/>
          </a:xfrm>
          <a:prstGeom prst="rect">
            <a:avLst/>
          </a:prstGeom>
          <a:blipFill>
            <a:blip r:embed="rId2"/>
            <a:stretch>
              <a:fillRect/>
            </a:stretch>
          </a:blipFill>
        </p:spPr>
        <p:txBody>
          <a:bodyPr/>
          <a:lstStyle>
            <a:lvl1pPr marL="0" indent="0">
              <a:buNone/>
              <a:defRPr/>
            </a:lvl1pPr>
          </a:lstStyle>
          <a:p>
            <a:endParaRPr lang="en-IN" dirty="0"/>
          </a:p>
        </p:txBody>
      </p:sp>
      <p:sp>
        <p:nvSpPr>
          <p:cNvPr id="7" name="Picture Placeholder 6"/>
          <p:cNvSpPr>
            <a:spLocks noGrp="1"/>
          </p:cNvSpPr>
          <p:nvPr>
            <p:ph type="pic" sz="quarter" idx="15"/>
          </p:nvPr>
        </p:nvSpPr>
        <p:spPr>
          <a:xfrm>
            <a:off x="343694" y="6324601"/>
            <a:ext cx="5635822" cy="446429"/>
          </a:xfrm>
          <a:prstGeom prst="rect">
            <a:avLst/>
          </a:prstGeom>
          <a:blipFill>
            <a:blip r:embed="rId3"/>
            <a:stretch>
              <a:fillRect/>
            </a:stretch>
          </a:blipFill>
        </p:spPr>
        <p:txBody>
          <a:bodyPr/>
          <a:lstStyle>
            <a:lvl1pPr marL="0" indent="0">
              <a:buNone/>
              <a:defRPr/>
            </a:lvl1pPr>
          </a:lstStyle>
          <a:p>
            <a:endParaRPr lang="en-IN" dirty="0"/>
          </a:p>
        </p:txBody>
      </p:sp>
    </p:spTree>
    <p:extLst>
      <p:ext uri="{BB962C8B-B14F-4D97-AF65-F5344CB8AC3E}">
        <p14:creationId xmlns:p14="http://schemas.microsoft.com/office/powerpoint/2010/main" val="803121654"/>
      </p:ext>
    </p:extLst>
  </p:cSld>
  <p:clrMapOvr>
    <a:masterClrMapping/>
  </p:clrMapOvr>
  <p:transition spd="med"/>
</p:sldLayout>
</file>

<file path=ppt/slideLayouts/slideLayout101.xml><?xml version="1.0" encoding="utf-8"?>
<p:sldLayout xmlns:a="http://schemas.openxmlformats.org/drawingml/2006/main" xmlns:r="http://schemas.openxmlformats.org/officeDocument/2006/relationships" xmlns:p="http://schemas.openxmlformats.org/presentationml/2006/main" userDrawn="1">
  <p:cSld name="Heading L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46B049-BB6E-0F2F-0271-31607BD25A8C}"/>
              </a:ext>
            </a:extLst>
          </p:cNvPr>
          <p:cNvSpPr>
            <a:spLocks noGrp="1"/>
          </p:cNvSpPr>
          <p:nvPr>
            <p:ph type="title" hasCustomPrompt="1"/>
          </p:nvPr>
        </p:nvSpPr>
        <p:spPr>
          <a:xfrm>
            <a:off x="547309" y="502285"/>
            <a:ext cx="10512805" cy="996315"/>
          </a:xfrm>
        </p:spPr>
        <p:txBody>
          <a:bodyPr anchor="t"/>
          <a:lstStyle>
            <a:lvl1pPr>
              <a:lnSpc>
                <a:spcPct val="100000"/>
              </a:lnSpc>
              <a:defRPr sz="3000" b="0">
                <a:latin typeface="+mj-lt"/>
              </a:defRPr>
            </a:lvl1pPr>
          </a:lstStyle>
          <a:p>
            <a:r>
              <a:rPr lang="en-US"/>
              <a:t>Add text</a:t>
            </a:r>
            <a:endParaRPr lang="en-GB"/>
          </a:p>
        </p:txBody>
      </p:sp>
      <p:sp>
        <p:nvSpPr>
          <p:cNvPr id="3" name="Date Placeholder 2">
            <a:extLst>
              <a:ext uri="{FF2B5EF4-FFF2-40B4-BE49-F238E27FC236}">
                <a16:creationId xmlns:a16="http://schemas.microsoft.com/office/drawing/2014/main" id="{22F4FE95-2471-70B7-BFDA-FB51132829D2}"/>
              </a:ext>
            </a:extLst>
          </p:cNvPr>
          <p:cNvSpPr>
            <a:spLocks noGrp="1"/>
          </p:cNvSpPr>
          <p:nvPr>
            <p:ph type="dt" sz="half" idx="10"/>
          </p:nvPr>
        </p:nvSpPr>
        <p:spPr>
          <a:xfrm>
            <a:off x="5257800" y="6081712"/>
            <a:ext cx="1854200" cy="365125"/>
          </a:xfrm>
        </p:spPr>
        <p:txBody>
          <a:bodyPr/>
          <a:lstStyle>
            <a:lvl1pPr algn="ctr">
              <a:defRPr/>
            </a:lvl1pPr>
          </a:lstStyle>
          <a:p>
            <a:endParaRPr lang="en-GB"/>
          </a:p>
        </p:txBody>
      </p:sp>
      <p:sp>
        <p:nvSpPr>
          <p:cNvPr id="4" name="Footer Placeholder 3">
            <a:extLst>
              <a:ext uri="{FF2B5EF4-FFF2-40B4-BE49-F238E27FC236}">
                <a16:creationId xmlns:a16="http://schemas.microsoft.com/office/drawing/2014/main" id="{9B8823DC-7ED7-F97B-8B12-FD86D9DAB762}"/>
              </a:ext>
            </a:extLst>
          </p:cNvPr>
          <p:cNvSpPr>
            <a:spLocks noGrp="1"/>
          </p:cNvSpPr>
          <p:nvPr>
            <p:ph type="ftr" sz="quarter" idx="11"/>
          </p:nvPr>
        </p:nvSpPr>
        <p:spPr>
          <a:xfrm>
            <a:off x="547309" y="6081712"/>
            <a:ext cx="4114800" cy="365125"/>
          </a:xfrm>
        </p:spPr>
        <p:txBody>
          <a:bodyPr/>
          <a:lstStyle>
            <a:lvl1pPr algn="l">
              <a:defRPr/>
            </a:lvl1pPr>
          </a:lstStyle>
          <a:p>
            <a:endParaRPr lang="en-GB"/>
          </a:p>
        </p:txBody>
      </p:sp>
      <p:pic>
        <p:nvPicPr>
          <p:cNvPr id="9" name="Graphic 8">
            <a:extLst>
              <a:ext uri="{FF2B5EF4-FFF2-40B4-BE49-F238E27FC236}">
                <a16:creationId xmlns:a16="http://schemas.microsoft.com/office/drawing/2014/main" id="{0C317224-0583-549E-C923-A41FE19D5FA9}"/>
              </a:ext>
            </a:extLst>
          </p:cNvPr>
          <p:cNvPicPr>
            <a:picLocks noChangeAspect="1"/>
          </p:cNvPicPr>
          <p:nvPr userDrawn="1"/>
        </p:nvPicPr>
        <p:blipFill>
          <a:blip>
            <a:extLst>
              <a:ext uri="{96DAC541-7B7A-43D3-8B79-37D633B846F1}">
                <asvg:svgBlip xmlns="" xmlns:asvg="http://schemas.microsoft.com/office/drawing/2016/SVG/main" r:embed="rId3"/>
              </a:ext>
            </a:extLst>
          </a:blip>
          <a:stretch>
            <a:fillRect/>
          </a:stretch>
        </p:blipFill>
        <p:spPr>
          <a:xfrm>
            <a:off x="11113709" y="389997"/>
            <a:ext cx="382965" cy="332278"/>
          </a:xfrm>
          <a:prstGeom prst="rect">
            <a:avLst/>
          </a:prstGeom>
        </p:spPr>
      </p:pic>
      <p:sp>
        <p:nvSpPr>
          <p:cNvPr id="14" name="Slide Number Placeholder 5">
            <a:extLst>
              <a:ext uri="{FF2B5EF4-FFF2-40B4-BE49-F238E27FC236}">
                <a16:creationId xmlns:a16="http://schemas.microsoft.com/office/drawing/2014/main" id="{48AA018D-88D6-60DF-02BC-2525104BA548}"/>
              </a:ext>
            </a:extLst>
          </p:cNvPr>
          <p:cNvSpPr>
            <a:spLocks noGrp="1"/>
          </p:cNvSpPr>
          <p:nvPr>
            <p:ph type="sldNum" sz="quarter" idx="4"/>
          </p:nvPr>
        </p:nvSpPr>
        <p:spPr>
          <a:xfrm rot="16200000">
            <a:off x="11482389" y="5854695"/>
            <a:ext cx="581022" cy="838204"/>
          </a:xfrm>
          <a:prstGeom prst="rect">
            <a:avLst/>
          </a:prstGeom>
          <a:noFill/>
        </p:spPr>
        <p:txBody>
          <a:bodyPr vert="vert" lIns="72000" tIns="0" rIns="72000" bIns="0" rtlCol="0" anchor="ctr">
            <a:noAutofit/>
          </a:bodyPr>
          <a:lstStyle>
            <a:lvl1pPr>
              <a:defRPr lang="en-GB" sz="1200" smtClean="0"/>
            </a:lvl1pPr>
          </a:lstStyle>
          <a:p>
            <a:fld id="{61716058-D27E-424A-8609-64EA3BA6CA0F}" type="slidenum">
              <a:rPr lang="en-GB" smtClean="0"/>
              <a:pPr/>
              <a:t>‹#›</a:t>
            </a:fld>
            <a:endParaRPr lang="en-GB"/>
          </a:p>
        </p:txBody>
      </p:sp>
      <p:sp>
        <p:nvSpPr>
          <p:cNvPr id="5" name="Rectangle 4">
            <a:extLst>
              <a:ext uri="{FF2B5EF4-FFF2-40B4-BE49-F238E27FC236}">
                <a16:creationId xmlns:a16="http://schemas.microsoft.com/office/drawing/2014/main" id="{67B59B96-7450-3182-6088-8307DE9F71FF}"/>
              </a:ext>
            </a:extLst>
          </p:cNvPr>
          <p:cNvSpPr/>
          <p:nvPr userDrawn="1"/>
        </p:nvSpPr>
        <p:spPr>
          <a:xfrm>
            <a:off x="0" y="6659880"/>
            <a:ext cx="12192000" cy="198120"/>
          </a:xfrm>
          <a:prstGeom prst="rect">
            <a:avLst/>
          </a:prstGeom>
          <a:gradFill flip="none" rotWithShape="1">
            <a:gsLst>
              <a:gs pos="0">
                <a:srgbClr val="4C9DA0"/>
              </a:gs>
              <a:gs pos="100000">
                <a:srgbClr val="8AC28B"/>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custDataLst>
      <p:tags r:id="rId1"/>
    </p:custDataLst>
    <p:extLst>
      <p:ext uri="{BB962C8B-B14F-4D97-AF65-F5344CB8AC3E}">
        <p14:creationId xmlns:p14="http://schemas.microsoft.com/office/powerpoint/2010/main" val="96468312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7" name="Rectangle 6"/>
          <p:cNvSpPr/>
          <p:nvPr userDrawn="1"/>
        </p:nvSpPr>
        <p:spPr bwMode="gray">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latin typeface="Avenir Next" panose="020B0503020202020204"/>
            </a:endParaRPr>
          </a:p>
        </p:txBody>
      </p:sp>
      <p:sp>
        <p:nvSpPr>
          <p:cNvPr id="2" name="Title 1"/>
          <p:cNvSpPr>
            <a:spLocks noGrp="1"/>
          </p:cNvSpPr>
          <p:nvPr>
            <p:ph type="ctrTitle" hasCustomPrompt="1"/>
          </p:nvPr>
        </p:nvSpPr>
        <p:spPr bwMode="gray">
          <a:xfrm>
            <a:off x="1199457" y="1365251"/>
            <a:ext cx="7633396" cy="3983963"/>
          </a:xfrm>
        </p:spPr>
        <p:txBody>
          <a:bodyPr>
            <a:normAutofit/>
          </a:bodyPr>
          <a:lstStyle>
            <a:lvl1pPr>
              <a:defRPr kumimoji="0" lang="de-DE" sz="8000" b="0" i="0" u="none" strike="noStrike" kern="0" cap="none" spc="-200" normalizeH="0" baseline="0" noProof="0" smtClean="0">
                <a:ln>
                  <a:noFill/>
                </a:ln>
                <a:solidFill>
                  <a:sysClr val="window" lastClr="FFFFFF"/>
                </a:solidFill>
                <a:effectLst/>
                <a:uLnTx/>
                <a:uFillTx/>
                <a:latin typeface="Avenir Next" panose="020B0503020202020204"/>
              </a:defRPr>
            </a:lvl1pPr>
          </a:lstStyle>
          <a:p>
            <a:r>
              <a:rPr lang="en-US" dirty="0"/>
              <a:t>A title for this presentation can be </a:t>
            </a:r>
            <a:br>
              <a:rPr lang="en-US" dirty="0"/>
            </a:br>
            <a:r>
              <a:rPr lang="en-US" dirty="0"/>
              <a:t>very long.</a:t>
            </a:r>
          </a:p>
        </p:txBody>
      </p:sp>
      <p:sp>
        <p:nvSpPr>
          <p:cNvPr id="11" name="Subtitle 2"/>
          <p:cNvSpPr>
            <a:spLocks noGrp="1"/>
          </p:cNvSpPr>
          <p:nvPr>
            <p:ph type="subTitle" idx="1" hasCustomPrompt="1"/>
          </p:nvPr>
        </p:nvSpPr>
        <p:spPr bwMode="gray">
          <a:xfrm>
            <a:off x="1199456" y="6021917"/>
            <a:ext cx="4703929" cy="327299"/>
          </a:xfrm>
        </p:spPr>
        <p:txBody>
          <a:bodyPr anchor="b"/>
          <a:lstStyle>
            <a:lvl1pPr marL="0" indent="0" algn="l">
              <a:buNone/>
              <a:defRPr baseline="0">
                <a:solidFill>
                  <a:schemeClr val="bg1"/>
                </a:solidFil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dirty="0"/>
              <a:t>Speaker, Date, Location</a:t>
            </a:r>
          </a:p>
        </p:txBody>
      </p:sp>
      <p:sp>
        <p:nvSpPr>
          <p:cNvPr id="3" name="Date Placeholder 2"/>
          <p:cNvSpPr>
            <a:spLocks noGrp="1"/>
          </p:cNvSpPr>
          <p:nvPr>
            <p:ph type="dt" sz="half" idx="10"/>
          </p:nvPr>
        </p:nvSpPr>
        <p:spPr>
          <a:xfrm>
            <a:off x="10848530" y="7077405"/>
            <a:ext cx="624069" cy="96011"/>
          </a:xfrm>
        </p:spPr>
        <p:txBody>
          <a:bodyPr/>
          <a:lstStyle>
            <a:lvl1pPr>
              <a:defRPr sz="400">
                <a:solidFill>
                  <a:schemeClr val="bg1">
                    <a:lumMod val="75000"/>
                    <a:alpha val="0"/>
                  </a:schemeClr>
                </a:solidFill>
              </a:defRPr>
            </a:lvl1pPr>
          </a:lstStyle>
          <a:p>
            <a:fld id="{2BDAF14C-55C0-4FB7-8670-808BA7F24B13}" type="datetime1">
              <a:rPr lang="en-US" smtClean="0"/>
              <a:t>7/6/2026</a:t>
            </a:fld>
            <a:endParaRPr lang="en-US"/>
          </a:p>
        </p:txBody>
      </p:sp>
      <p:sp>
        <p:nvSpPr>
          <p:cNvPr id="4" name="Footer Placeholder 3"/>
          <p:cNvSpPr>
            <a:spLocks noGrp="1"/>
          </p:cNvSpPr>
          <p:nvPr>
            <p:ph type="ftr" sz="quarter" idx="11"/>
          </p:nvPr>
        </p:nvSpPr>
        <p:spPr>
          <a:xfrm>
            <a:off x="9215967" y="7077405"/>
            <a:ext cx="1632563" cy="96011"/>
          </a:xfrm>
        </p:spPr>
        <p:txBody>
          <a:bodyPr/>
          <a:lstStyle>
            <a:lvl1pPr>
              <a:defRPr sz="400">
                <a:solidFill>
                  <a:schemeClr val="bg1">
                    <a:lumMod val="75000"/>
                    <a:alpha val="0"/>
                  </a:schemeClr>
                </a:solidFill>
              </a:defRPr>
            </a:lvl1pPr>
          </a:lstStyle>
          <a:p>
            <a:r>
              <a:rPr lang="en-US"/>
              <a:t>Title of the presentation</a:t>
            </a:r>
          </a:p>
        </p:txBody>
      </p:sp>
      <p:sp>
        <p:nvSpPr>
          <p:cNvPr id="5" name="Slide Number Placeholder 4"/>
          <p:cNvSpPr>
            <a:spLocks noGrp="1"/>
          </p:cNvSpPr>
          <p:nvPr>
            <p:ph type="sldNum" sz="quarter" idx="12"/>
          </p:nvPr>
        </p:nvSpPr>
        <p:spPr>
          <a:xfrm>
            <a:off x="11472598" y="7077405"/>
            <a:ext cx="287601" cy="96011"/>
          </a:xfrm>
        </p:spPr>
        <p:txBody>
          <a:bodyPr/>
          <a:lstStyle>
            <a:lvl1pPr>
              <a:defRPr sz="400">
                <a:solidFill>
                  <a:schemeClr val="bg1">
                    <a:lumMod val="75000"/>
                    <a:alpha val="0"/>
                  </a:schemeClr>
                </a:solidFill>
              </a:defRPr>
            </a:lvl1pPr>
          </a:lstStyle>
          <a:p>
            <a:fld id="{FCB53D23-1D79-480C-B3BE-829293F4503C}" type="slidenum">
              <a:rPr lang="en-US" smtClean="0"/>
              <a:pPr/>
              <a:t>‹#›</a:t>
            </a:fld>
            <a:endParaRPr lang="en-US"/>
          </a:p>
        </p:txBody>
      </p:sp>
      <p:sp>
        <p:nvSpPr>
          <p:cNvPr id="9" name="Text Placeholder 3096"/>
          <p:cNvSpPr>
            <a:spLocks noGrp="1"/>
          </p:cNvSpPr>
          <p:nvPr>
            <p:ph type="body" sz="quarter" idx="13" hasCustomPrompt="1"/>
          </p:nvPr>
        </p:nvSpPr>
        <p:spPr bwMode="gray">
          <a:xfrm>
            <a:off x="7907163" y="5889883"/>
            <a:ext cx="2232375" cy="484941"/>
          </a:xfrm>
          <a:custGeom>
            <a:avLst/>
            <a:gdLst/>
            <a:ahLst/>
            <a:cxnLst/>
            <a:rect l="l" t="t" r="r" b="b"/>
            <a:pathLst>
              <a:path w="1674281" h="363706">
                <a:moveTo>
                  <a:pt x="1468832" y="327565"/>
                </a:moveTo>
                <a:cubicBezTo>
                  <a:pt x="1477584" y="327565"/>
                  <a:pt x="1484679" y="334660"/>
                  <a:pt x="1484679" y="343412"/>
                </a:cubicBezTo>
                <a:cubicBezTo>
                  <a:pt x="1484679" y="352164"/>
                  <a:pt x="1477584" y="359259"/>
                  <a:pt x="1468832" y="359259"/>
                </a:cubicBezTo>
                <a:cubicBezTo>
                  <a:pt x="1460080" y="359259"/>
                  <a:pt x="1452985" y="352164"/>
                  <a:pt x="1452985" y="343412"/>
                </a:cubicBezTo>
                <a:cubicBezTo>
                  <a:pt x="1452985" y="334660"/>
                  <a:pt x="1460080" y="327565"/>
                  <a:pt x="1468832" y="327565"/>
                </a:cubicBezTo>
                <a:close/>
                <a:moveTo>
                  <a:pt x="255178" y="271128"/>
                </a:moveTo>
                <a:cubicBezTo>
                  <a:pt x="267845" y="271128"/>
                  <a:pt x="278114" y="281272"/>
                  <a:pt x="278114" y="293786"/>
                </a:cubicBezTo>
                <a:cubicBezTo>
                  <a:pt x="278114" y="306300"/>
                  <a:pt x="267845" y="316444"/>
                  <a:pt x="255178" y="316444"/>
                </a:cubicBezTo>
                <a:cubicBezTo>
                  <a:pt x="242511" y="316444"/>
                  <a:pt x="232242" y="306300"/>
                  <a:pt x="232242" y="293786"/>
                </a:cubicBezTo>
                <a:cubicBezTo>
                  <a:pt x="232242" y="281272"/>
                  <a:pt x="242511" y="271128"/>
                  <a:pt x="255178" y="271128"/>
                </a:cubicBezTo>
                <a:close/>
                <a:moveTo>
                  <a:pt x="1514147" y="224423"/>
                </a:moveTo>
                <a:cubicBezTo>
                  <a:pt x="1539174" y="224423"/>
                  <a:pt x="1559463" y="244712"/>
                  <a:pt x="1559463" y="269739"/>
                </a:cubicBezTo>
                <a:cubicBezTo>
                  <a:pt x="1559463" y="294766"/>
                  <a:pt x="1539174" y="315055"/>
                  <a:pt x="1514147" y="315055"/>
                </a:cubicBezTo>
                <a:cubicBezTo>
                  <a:pt x="1489120" y="315055"/>
                  <a:pt x="1468831" y="294766"/>
                  <a:pt x="1468831" y="269739"/>
                </a:cubicBezTo>
                <a:cubicBezTo>
                  <a:pt x="1468831" y="244712"/>
                  <a:pt x="1489120" y="224423"/>
                  <a:pt x="1514147" y="224423"/>
                </a:cubicBezTo>
                <a:close/>
                <a:moveTo>
                  <a:pt x="1397939" y="220530"/>
                </a:moveTo>
                <a:cubicBezTo>
                  <a:pt x="1387805" y="220530"/>
                  <a:pt x="1379590" y="228745"/>
                  <a:pt x="1379590" y="238879"/>
                </a:cubicBezTo>
                <a:cubicBezTo>
                  <a:pt x="1379590" y="249013"/>
                  <a:pt x="1387805" y="257228"/>
                  <a:pt x="1397939" y="257228"/>
                </a:cubicBezTo>
                <a:cubicBezTo>
                  <a:pt x="1408073" y="257228"/>
                  <a:pt x="1416288" y="249013"/>
                  <a:pt x="1416288" y="238879"/>
                </a:cubicBezTo>
                <a:cubicBezTo>
                  <a:pt x="1416288" y="228745"/>
                  <a:pt x="1408073" y="220530"/>
                  <a:pt x="1397939" y="220530"/>
                </a:cubicBezTo>
                <a:close/>
                <a:moveTo>
                  <a:pt x="801885" y="218028"/>
                </a:moveTo>
                <a:cubicBezTo>
                  <a:pt x="784996" y="218028"/>
                  <a:pt x="771304" y="233774"/>
                  <a:pt x="771304" y="253197"/>
                </a:cubicBezTo>
                <a:cubicBezTo>
                  <a:pt x="771304" y="272620"/>
                  <a:pt x="784996" y="288366"/>
                  <a:pt x="801885" y="288366"/>
                </a:cubicBezTo>
                <a:cubicBezTo>
                  <a:pt x="818774" y="288366"/>
                  <a:pt x="832466" y="272620"/>
                  <a:pt x="832466" y="253197"/>
                </a:cubicBezTo>
                <a:cubicBezTo>
                  <a:pt x="832466" y="233774"/>
                  <a:pt x="818774" y="218028"/>
                  <a:pt x="801885" y="218028"/>
                </a:cubicBezTo>
                <a:close/>
                <a:moveTo>
                  <a:pt x="653202" y="218028"/>
                </a:moveTo>
                <a:cubicBezTo>
                  <a:pt x="636101" y="218028"/>
                  <a:pt x="622290" y="230520"/>
                  <a:pt x="622290" y="252866"/>
                </a:cubicBezTo>
                <a:cubicBezTo>
                  <a:pt x="622290" y="275219"/>
                  <a:pt x="635446" y="288365"/>
                  <a:pt x="653202" y="288365"/>
                </a:cubicBezTo>
                <a:cubicBezTo>
                  <a:pt x="670296" y="288365"/>
                  <a:pt x="683452" y="275219"/>
                  <a:pt x="683452" y="252866"/>
                </a:cubicBezTo>
                <a:cubicBezTo>
                  <a:pt x="683452" y="230520"/>
                  <a:pt x="670296" y="218028"/>
                  <a:pt x="653202" y="218028"/>
                </a:cubicBezTo>
                <a:close/>
                <a:moveTo>
                  <a:pt x="509279" y="214692"/>
                </a:moveTo>
                <a:cubicBezTo>
                  <a:pt x="491497" y="214692"/>
                  <a:pt x="482276" y="227766"/>
                  <a:pt x="481617" y="238879"/>
                </a:cubicBezTo>
                <a:lnTo>
                  <a:pt x="536941" y="238879"/>
                </a:lnTo>
                <a:cubicBezTo>
                  <a:pt x="536283" y="226459"/>
                  <a:pt x="528379" y="214692"/>
                  <a:pt x="509279" y="214692"/>
                </a:cubicBezTo>
                <a:close/>
                <a:moveTo>
                  <a:pt x="885707" y="191061"/>
                </a:moveTo>
                <a:lnTo>
                  <a:pt x="911313" y="191061"/>
                </a:lnTo>
                <a:cubicBezTo>
                  <a:pt x="914596" y="191061"/>
                  <a:pt x="918525" y="193685"/>
                  <a:pt x="919844" y="196965"/>
                </a:cubicBezTo>
                <a:lnTo>
                  <a:pt x="950697" y="263934"/>
                </a:lnTo>
                <a:lnTo>
                  <a:pt x="978268" y="196965"/>
                </a:lnTo>
                <a:cubicBezTo>
                  <a:pt x="980233" y="193685"/>
                  <a:pt x="984175" y="191061"/>
                  <a:pt x="987445" y="191061"/>
                </a:cubicBezTo>
                <a:lnTo>
                  <a:pt x="1011732" y="191061"/>
                </a:lnTo>
                <a:cubicBezTo>
                  <a:pt x="1014356" y="191061"/>
                  <a:pt x="1015675" y="193685"/>
                  <a:pt x="1013710" y="196965"/>
                </a:cubicBezTo>
                <a:lnTo>
                  <a:pt x="941507" y="358458"/>
                </a:lnTo>
                <a:cubicBezTo>
                  <a:pt x="939529" y="361082"/>
                  <a:pt x="936260" y="363706"/>
                  <a:pt x="932976" y="363706"/>
                </a:cubicBezTo>
                <a:lnTo>
                  <a:pt x="908689" y="363706"/>
                </a:lnTo>
                <a:cubicBezTo>
                  <a:pt x="906065" y="363706"/>
                  <a:pt x="904746" y="361082"/>
                  <a:pt x="906065" y="357802"/>
                </a:cubicBezTo>
                <a:lnTo>
                  <a:pt x="932317" y="299379"/>
                </a:lnTo>
                <a:lnTo>
                  <a:pt x="883083" y="196965"/>
                </a:lnTo>
                <a:cubicBezTo>
                  <a:pt x="881118" y="193685"/>
                  <a:pt x="882437" y="191061"/>
                  <a:pt x="885707" y="191061"/>
                </a:cubicBezTo>
                <a:close/>
                <a:moveTo>
                  <a:pt x="230778" y="190505"/>
                </a:moveTo>
                <a:cubicBezTo>
                  <a:pt x="233393" y="190505"/>
                  <a:pt x="236014" y="190505"/>
                  <a:pt x="238636" y="191165"/>
                </a:cubicBezTo>
                <a:lnTo>
                  <a:pt x="238636" y="224594"/>
                </a:lnTo>
                <a:cubicBezTo>
                  <a:pt x="234703" y="223934"/>
                  <a:pt x="231426" y="223286"/>
                  <a:pt x="228156" y="223286"/>
                </a:cubicBezTo>
                <a:cubicBezTo>
                  <a:pt x="211122" y="223286"/>
                  <a:pt x="196709" y="231805"/>
                  <a:pt x="196709" y="258683"/>
                </a:cubicBezTo>
                <a:lnTo>
                  <a:pt x="196709" y="309150"/>
                </a:lnTo>
                <a:cubicBezTo>
                  <a:pt x="196709" y="312426"/>
                  <a:pt x="194087" y="315054"/>
                  <a:pt x="190810" y="315054"/>
                </a:cubicBezTo>
                <a:lnTo>
                  <a:pt x="168539" y="315054"/>
                </a:lnTo>
                <a:cubicBezTo>
                  <a:pt x="165917" y="315054"/>
                  <a:pt x="163295" y="312426"/>
                  <a:pt x="163295" y="309150"/>
                </a:cubicBezTo>
                <a:lnTo>
                  <a:pt x="163295" y="197056"/>
                </a:lnTo>
                <a:cubicBezTo>
                  <a:pt x="163295" y="193781"/>
                  <a:pt x="165917" y="191165"/>
                  <a:pt x="168539" y="191165"/>
                </a:cubicBezTo>
                <a:lnTo>
                  <a:pt x="190154" y="191165"/>
                </a:lnTo>
                <a:cubicBezTo>
                  <a:pt x="192776" y="191813"/>
                  <a:pt x="195398" y="193781"/>
                  <a:pt x="195398" y="197056"/>
                </a:cubicBezTo>
                <a:lnTo>
                  <a:pt x="195398" y="209511"/>
                </a:lnTo>
                <a:cubicBezTo>
                  <a:pt x="203256" y="193133"/>
                  <a:pt x="220291" y="190505"/>
                  <a:pt x="230778" y="190505"/>
                </a:cubicBezTo>
                <a:close/>
                <a:moveTo>
                  <a:pt x="1102405" y="187725"/>
                </a:moveTo>
                <a:cubicBezTo>
                  <a:pt x="1133291" y="187725"/>
                  <a:pt x="1146442" y="204803"/>
                  <a:pt x="1150382" y="217935"/>
                </a:cubicBezTo>
                <a:cubicBezTo>
                  <a:pt x="1150382" y="220561"/>
                  <a:pt x="1149072" y="223187"/>
                  <a:pt x="1146442" y="224494"/>
                </a:cubicBezTo>
                <a:lnTo>
                  <a:pt x="1128031" y="228440"/>
                </a:lnTo>
                <a:cubicBezTo>
                  <a:pt x="1125411" y="229094"/>
                  <a:pt x="1122781" y="227121"/>
                  <a:pt x="1122116" y="224494"/>
                </a:cubicBezTo>
                <a:cubicBezTo>
                  <a:pt x="1119495" y="218588"/>
                  <a:pt x="1114235" y="212682"/>
                  <a:pt x="1103060" y="212682"/>
                </a:cubicBezTo>
                <a:cubicBezTo>
                  <a:pt x="1093859" y="212682"/>
                  <a:pt x="1087279" y="217935"/>
                  <a:pt x="1087279" y="225147"/>
                </a:cubicBezTo>
                <a:cubicBezTo>
                  <a:pt x="1087279" y="231067"/>
                  <a:pt x="1091884" y="235000"/>
                  <a:pt x="1098454" y="236319"/>
                </a:cubicBezTo>
                <a:lnTo>
                  <a:pt x="1116200" y="240252"/>
                </a:lnTo>
                <a:cubicBezTo>
                  <a:pt x="1140527" y="244852"/>
                  <a:pt x="1153012" y="259957"/>
                  <a:pt x="1153012" y="277675"/>
                </a:cubicBezTo>
                <a:cubicBezTo>
                  <a:pt x="1153012" y="298032"/>
                  <a:pt x="1137241" y="318390"/>
                  <a:pt x="1104370" y="318390"/>
                </a:cubicBezTo>
                <a:cubicBezTo>
                  <a:pt x="1072163" y="318390"/>
                  <a:pt x="1058367" y="300005"/>
                  <a:pt x="1054417" y="286220"/>
                </a:cubicBezTo>
                <a:cubicBezTo>
                  <a:pt x="1053762" y="282928"/>
                  <a:pt x="1055072" y="280301"/>
                  <a:pt x="1058367" y="279648"/>
                </a:cubicBezTo>
                <a:lnTo>
                  <a:pt x="1079398" y="275048"/>
                </a:lnTo>
                <a:cubicBezTo>
                  <a:pt x="1080708" y="274395"/>
                  <a:pt x="1082028" y="275048"/>
                  <a:pt x="1082028" y="277021"/>
                </a:cubicBezTo>
                <a:lnTo>
                  <a:pt x="1082028" y="276368"/>
                </a:lnTo>
                <a:cubicBezTo>
                  <a:pt x="1083994" y="285554"/>
                  <a:pt x="1091229" y="292780"/>
                  <a:pt x="1104370" y="292780"/>
                </a:cubicBezTo>
                <a:cubicBezTo>
                  <a:pt x="1115545" y="292780"/>
                  <a:pt x="1120806" y="287527"/>
                  <a:pt x="1120806" y="280968"/>
                </a:cubicBezTo>
                <a:cubicBezTo>
                  <a:pt x="1120806" y="275048"/>
                  <a:pt x="1116865" y="270462"/>
                  <a:pt x="1107655" y="268489"/>
                </a:cubicBezTo>
                <a:lnTo>
                  <a:pt x="1091229" y="265209"/>
                </a:lnTo>
                <a:cubicBezTo>
                  <a:pt x="1066913" y="259957"/>
                  <a:pt x="1056392" y="245505"/>
                  <a:pt x="1056392" y="227774"/>
                </a:cubicBezTo>
                <a:cubicBezTo>
                  <a:pt x="1056392" y="206110"/>
                  <a:pt x="1076113" y="187725"/>
                  <a:pt x="1102405" y="187725"/>
                </a:cubicBezTo>
                <a:close/>
                <a:moveTo>
                  <a:pt x="508673" y="187725"/>
                </a:moveTo>
                <a:cubicBezTo>
                  <a:pt x="546760" y="187725"/>
                  <a:pt x="569746" y="212016"/>
                  <a:pt x="569746" y="251411"/>
                </a:cubicBezTo>
                <a:lnTo>
                  <a:pt x="569746" y="256011"/>
                </a:lnTo>
                <a:cubicBezTo>
                  <a:pt x="569746" y="259290"/>
                  <a:pt x="567122" y="261917"/>
                  <a:pt x="563842" y="261917"/>
                </a:cubicBezTo>
                <a:lnTo>
                  <a:pt x="481095" y="261917"/>
                </a:lnTo>
                <a:cubicBezTo>
                  <a:pt x="481751" y="278341"/>
                  <a:pt x="495540" y="290153"/>
                  <a:pt x="511953" y="290153"/>
                </a:cubicBezTo>
                <a:cubicBezTo>
                  <a:pt x="525743" y="290153"/>
                  <a:pt x="534283" y="284247"/>
                  <a:pt x="538220" y="275048"/>
                </a:cubicBezTo>
                <a:cubicBezTo>
                  <a:pt x="540200" y="273088"/>
                  <a:pt x="542168" y="271769"/>
                  <a:pt x="544792" y="272422"/>
                </a:cubicBezTo>
                <a:lnTo>
                  <a:pt x="562518" y="277675"/>
                </a:lnTo>
                <a:cubicBezTo>
                  <a:pt x="565154" y="278341"/>
                  <a:pt x="566466" y="280968"/>
                  <a:pt x="566466" y="283594"/>
                </a:cubicBezTo>
                <a:cubicBezTo>
                  <a:pt x="559237" y="303285"/>
                  <a:pt x="540200" y="318390"/>
                  <a:pt x="511953" y="318390"/>
                </a:cubicBezTo>
                <a:cubicBezTo>
                  <a:pt x="477803" y="318390"/>
                  <a:pt x="448256" y="294099"/>
                  <a:pt x="448256" y="252731"/>
                </a:cubicBezTo>
                <a:cubicBezTo>
                  <a:pt x="448256" y="213335"/>
                  <a:pt x="477147" y="187725"/>
                  <a:pt x="508673" y="187725"/>
                </a:cubicBezTo>
                <a:close/>
                <a:moveTo>
                  <a:pt x="34576" y="168821"/>
                </a:moveTo>
                <a:lnTo>
                  <a:pt x="34576" y="283083"/>
                </a:lnTo>
                <a:lnTo>
                  <a:pt x="51640" y="283083"/>
                </a:lnTo>
                <a:cubicBezTo>
                  <a:pt x="81181" y="283083"/>
                  <a:pt x="105469" y="264698"/>
                  <a:pt x="105469" y="225952"/>
                </a:cubicBezTo>
                <a:cubicBezTo>
                  <a:pt x="105469" y="187206"/>
                  <a:pt x="81181" y="168821"/>
                  <a:pt x="52299" y="168821"/>
                </a:cubicBezTo>
                <a:close/>
                <a:moveTo>
                  <a:pt x="348450" y="166596"/>
                </a:moveTo>
                <a:lnTo>
                  <a:pt x="348450" y="216638"/>
                </a:lnTo>
                <a:lnTo>
                  <a:pt x="376668" y="216638"/>
                </a:lnTo>
                <a:cubicBezTo>
                  <a:pt x="394389" y="216638"/>
                  <a:pt x="404886" y="206104"/>
                  <a:pt x="404886" y="191617"/>
                </a:cubicBezTo>
                <a:cubicBezTo>
                  <a:pt x="404886" y="176474"/>
                  <a:pt x="394389" y="166596"/>
                  <a:pt x="376668" y="166596"/>
                </a:cubicBezTo>
                <a:close/>
                <a:moveTo>
                  <a:pt x="319598" y="136571"/>
                </a:moveTo>
                <a:cubicBezTo>
                  <a:pt x="319598" y="136571"/>
                  <a:pt x="319598" y="136571"/>
                  <a:pt x="383173" y="136571"/>
                </a:cubicBezTo>
                <a:cubicBezTo>
                  <a:pt x="417910" y="136571"/>
                  <a:pt x="440194" y="160850"/>
                  <a:pt x="440194" y="191691"/>
                </a:cubicBezTo>
                <a:cubicBezTo>
                  <a:pt x="440194" y="216626"/>
                  <a:pt x="425120" y="234999"/>
                  <a:pt x="402180" y="242217"/>
                </a:cubicBezTo>
                <a:lnTo>
                  <a:pt x="436917" y="309148"/>
                </a:lnTo>
                <a:cubicBezTo>
                  <a:pt x="438883" y="312429"/>
                  <a:pt x="437573" y="315054"/>
                  <a:pt x="434296" y="315054"/>
                </a:cubicBezTo>
                <a:cubicBezTo>
                  <a:pt x="434296" y="315054"/>
                  <a:pt x="434296" y="315054"/>
                  <a:pt x="407424" y="315054"/>
                </a:cubicBezTo>
                <a:cubicBezTo>
                  <a:pt x="404146" y="315054"/>
                  <a:pt x="400214" y="312429"/>
                  <a:pt x="398903" y="309148"/>
                </a:cubicBezTo>
                <a:cubicBezTo>
                  <a:pt x="398903" y="309148"/>
                  <a:pt x="398903" y="309148"/>
                  <a:pt x="364494" y="246154"/>
                </a:cubicBezTo>
                <a:lnTo>
                  <a:pt x="348436" y="246154"/>
                </a:lnTo>
                <a:cubicBezTo>
                  <a:pt x="348436" y="246154"/>
                  <a:pt x="348436" y="246154"/>
                  <a:pt x="348436" y="309148"/>
                </a:cubicBezTo>
                <a:cubicBezTo>
                  <a:pt x="348436" y="312429"/>
                  <a:pt x="345815" y="315054"/>
                  <a:pt x="343193" y="315054"/>
                </a:cubicBezTo>
                <a:cubicBezTo>
                  <a:pt x="343193" y="315054"/>
                  <a:pt x="343193" y="315054"/>
                  <a:pt x="319598" y="315054"/>
                </a:cubicBezTo>
                <a:cubicBezTo>
                  <a:pt x="316321" y="315054"/>
                  <a:pt x="313699" y="312429"/>
                  <a:pt x="313699" y="309148"/>
                </a:cubicBezTo>
                <a:cubicBezTo>
                  <a:pt x="313699" y="309148"/>
                  <a:pt x="313699" y="309148"/>
                  <a:pt x="313699" y="142477"/>
                </a:cubicBezTo>
                <a:cubicBezTo>
                  <a:pt x="313699" y="139196"/>
                  <a:pt x="316321" y="136571"/>
                  <a:pt x="319598" y="136571"/>
                </a:cubicBezTo>
                <a:close/>
                <a:moveTo>
                  <a:pt x="5471" y="136571"/>
                </a:moveTo>
                <a:lnTo>
                  <a:pt x="53474" y="136571"/>
                </a:lnTo>
                <a:cubicBezTo>
                  <a:pt x="104120" y="136571"/>
                  <a:pt x="141610" y="169376"/>
                  <a:pt x="141610" y="225813"/>
                </a:cubicBezTo>
                <a:cubicBezTo>
                  <a:pt x="141610" y="282249"/>
                  <a:pt x="104120" y="315054"/>
                  <a:pt x="52821" y="315054"/>
                </a:cubicBezTo>
                <a:lnTo>
                  <a:pt x="5471" y="315054"/>
                </a:lnTo>
                <a:cubicBezTo>
                  <a:pt x="2344" y="315054"/>
                  <a:pt x="-183" y="312691"/>
                  <a:pt x="10" y="309608"/>
                </a:cubicBezTo>
                <a:lnTo>
                  <a:pt x="10" y="142017"/>
                </a:lnTo>
                <a:close/>
                <a:moveTo>
                  <a:pt x="837088" y="133235"/>
                </a:moveTo>
                <a:lnTo>
                  <a:pt x="858794" y="133235"/>
                </a:lnTo>
                <a:cubicBezTo>
                  <a:pt x="862087" y="133235"/>
                  <a:pt x="864715" y="135210"/>
                  <a:pt x="864715" y="138496"/>
                </a:cubicBezTo>
                <a:lnTo>
                  <a:pt x="864715" y="194337"/>
                </a:lnTo>
                <a:lnTo>
                  <a:pt x="864715" y="309952"/>
                </a:lnTo>
                <a:cubicBezTo>
                  <a:pt x="864715" y="312573"/>
                  <a:pt x="862087" y="315213"/>
                  <a:pt x="859458" y="315213"/>
                </a:cubicBezTo>
                <a:lnTo>
                  <a:pt x="836438" y="315213"/>
                </a:lnTo>
                <a:cubicBezTo>
                  <a:pt x="835110" y="315213"/>
                  <a:pt x="833796" y="313884"/>
                  <a:pt x="833796" y="313238"/>
                </a:cubicBezTo>
                <a:cubicBezTo>
                  <a:pt x="833145" y="311262"/>
                  <a:pt x="833145" y="308641"/>
                  <a:pt x="832482" y="306001"/>
                </a:cubicBezTo>
                <a:lnTo>
                  <a:pt x="832482" y="301405"/>
                </a:lnTo>
                <a:lnTo>
                  <a:pt x="832482" y="300759"/>
                </a:lnTo>
                <a:cubicBezTo>
                  <a:pt x="827224" y="310616"/>
                  <a:pt x="814719" y="317834"/>
                  <a:pt x="797619" y="317834"/>
                </a:cubicBezTo>
                <a:cubicBezTo>
                  <a:pt x="762757" y="317834"/>
                  <a:pt x="737108" y="290236"/>
                  <a:pt x="737108" y="252800"/>
                </a:cubicBezTo>
                <a:cubicBezTo>
                  <a:pt x="737108" y="216674"/>
                  <a:pt x="762106" y="188412"/>
                  <a:pt x="796969" y="188412"/>
                </a:cubicBezTo>
                <a:cubicBezTo>
                  <a:pt x="818011" y="188412"/>
                  <a:pt x="828539" y="196959"/>
                  <a:pt x="831831" y="203530"/>
                </a:cubicBezTo>
                <a:lnTo>
                  <a:pt x="831831" y="201555"/>
                </a:lnTo>
                <a:lnTo>
                  <a:pt x="831831" y="138496"/>
                </a:lnTo>
                <a:lnTo>
                  <a:pt x="831831" y="137832"/>
                </a:lnTo>
                <a:cubicBezTo>
                  <a:pt x="832482" y="135210"/>
                  <a:pt x="834460" y="133235"/>
                  <a:pt x="837088" y="133235"/>
                </a:cubicBezTo>
                <a:close/>
                <a:moveTo>
                  <a:pt x="688631" y="133235"/>
                </a:moveTo>
                <a:lnTo>
                  <a:pt x="710337" y="133235"/>
                </a:lnTo>
                <a:cubicBezTo>
                  <a:pt x="713630" y="133235"/>
                  <a:pt x="716258" y="135210"/>
                  <a:pt x="716258" y="138496"/>
                </a:cubicBezTo>
                <a:lnTo>
                  <a:pt x="716258" y="194337"/>
                </a:lnTo>
                <a:lnTo>
                  <a:pt x="716258" y="309952"/>
                </a:lnTo>
                <a:cubicBezTo>
                  <a:pt x="715595" y="312573"/>
                  <a:pt x="713630" y="315213"/>
                  <a:pt x="710337" y="315213"/>
                </a:cubicBezTo>
                <a:lnTo>
                  <a:pt x="684688" y="313238"/>
                </a:lnTo>
                <a:cubicBezTo>
                  <a:pt x="684688" y="311262"/>
                  <a:pt x="684025" y="308641"/>
                  <a:pt x="684025" y="306001"/>
                </a:cubicBezTo>
                <a:lnTo>
                  <a:pt x="684025" y="301405"/>
                </a:lnTo>
                <a:lnTo>
                  <a:pt x="684025" y="300759"/>
                </a:lnTo>
                <a:cubicBezTo>
                  <a:pt x="678104" y="310616"/>
                  <a:pt x="665611" y="317834"/>
                  <a:pt x="649162" y="317834"/>
                </a:cubicBezTo>
                <a:cubicBezTo>
                  <a:pt x="613649" y="317834"/>
                  <a:pt x="588651" y="290236"/>
                  <a:pt x="588651" y="252800"/>
                </a:cubicBezTo>
                <a:cubicBezTo>
                  <a:pt x="588651" y="216674"/>
                  <a:pt x="612986" y="188412"/>
                  <a:pt x="647848" y="188412"/>
                </a:cubicBezTo>
                <a:cubicBezTo>
                  <a:pt x="669554" y="188412"/>
                  <a:pt x="679418" y="196959"/>
                  <a:pt x="683374" y="203530"/>
                </a:cubicBezTo>
                <a:lnTo>
                  <a:pt x="683374" y="201555"/>
                </a:lnTo>
                <a:lnTo>
                  <a:pt x="682710" y="201555"/>
                </a:lnTo>
                <a:lnTo>
                  <a:pt x="682710" y="138496"/>
                </a:lnTo>
                <a:lnTo>
                  <a:pt x="683374" y="137832"/>
                </a:lnTo>
                <a:cubicBezTo>
                  <a:pt x="683374" y="135210"/>
                  <a:pt x="686003" y="133235"/>
                  <a:pt x="688631" y="133235"/>
                </a:cubicBezTo>
                <a:close/>
                <a:moveTo>
                  <a:pt x="1488849" y="132679"/>
                </a:moveTo>
                <a:cubicBezTo>
                  <a:pt x="1507888" y="132679"/>
                  <a:pt x="1523323" y="148114"/>
                  <a:pt x="1523323" y="167153"/>
                </a:cubicBezTo>
                <a:cubicBezTo>
                  <a:pt x="1523323" y="186192"/>
                  <a:pt x="1507888" y="201627"/>
                  <a:pt x="1488849" y="201627"/>
                </a:cubicBezTo>
                <a:cubicBezTo>
                  <a:pt x="1469810" y="201627"/>
                  <a:pt x="1454375" y="186192"/>
                  <a:pt x="1454375" y="167153"/>
                </a:cubicBezTo>
                <a:cubicBezTo>
                  <a:pt x="1454375" y="148114"/>
                  <a:pt x="1469810" y="132679"/>
                  <a:pt x="1488849" y="132679"/>
                </a:cubicBezTo>
                <a:close/>
                <a:moveTo>
                  <a:pt x="1047090" y="131289"/>
                </a:moveTo>
                <a:cubicBezTo>
                  <a:pt x="1058220" y="131289"/>
                  <a:pt x="1067385" y="140472"/>
                  <a:pt x="1067385" y="151622"/>
                </a:cubicBezTo>
                <a:cubicBezTo>
                  <a:pt x="1067385" y="154245"/>
                  <a:pt x="1066731" y="156869"/>
                  <a:pt x="1066076" y="158837"/>
                </a:cubicBezTo>
                <a:cubicBezTo>
                  <a:pt x="1066076" y="159492"/>
                  <a:pt x="1066076" y="159492"/>
                  <a:pt x="1066076" y="160148"/>
                </a:cubicBezTo>
                <a:cubicBezTo>
                  <a:pt x="1047090" y="196878"/>
                  <a:pt x="1047090" y="196878"/>
                  <a:pt x="1044472" y="198846"/>
                </a:cubicBezTo>
                <a:lnTo>
                  <a:pt x="1034733" y="198846"/>
                </a:lnTo>
                <a:cubicBezTo>
                  <a:pt x="1033421" y="198846"/>
                  <a:pt x="1033347" y="198846"/>
                  <a:pt x="1033342" y="198846"/>
                </a:cubicBezTo>
                <a:cubicBezTo>
                  <a:pt x="1032033" y="198846"/>
                  <a:pt x="1030723" y="198190"/>
                  <a:pt x="1031378" y="196222"/>
                </a:cubicBezTo>
                <a:cubicBezTo>
                  <a:pt x="1042330" y="171698"/>
                  <a:pt x="1042505" y="171305"/>
                  <a:pt x="1042508" y="171299"/>
                </a:cubicBezTo>
                <a:cubicBezTo>
                  <a:pt x="1033342" y="169331"/>
                  <a:pt x="1026795" y="161460"/>
                  <a:pt x="1026795" y="151622"/>
                </a:cubicBezTo>
                <a:cubicBezTo>
                  <a:pt x="1026795" y="140472"/>
                  <a:pt x="1035961" y="131289"/>
                  <a:pt x="1047090" y="131289"/>
                </a:cubicBezTo>
                <a:close/>
                <a:moveTo>
                  <a:pt x="1600469" y="114330"/>
                </a:moveTo>
                <a:cubicBezTo>
                  <a:pt x="1633710" y="114330"/>
                  <a:pt x="1660658" y="141340"/>
                  <a:pt x="1660658" y="174659"/>
                </a:cubicBezTo>
                <a:cubicBezTo>
                  <a:pt x="1660658" y="207978"/>
                  <a:pt x="1633710" y="234988"/>
                  <a:pt x="1600469" y="234988"/>
                </a:cubicBezTo>
                <a:cubicBezTo>
                  <a:pt x="1567228" y="234988"/>
                  <a:pt x="1540280" y="207978"/>
                  <a:pt x="1540280" y="174659"/>
                </a:cubicBezTo>
                <a:cubicBezTo>
                  <a:pt x="1540280" y="141340"/>
                  <a:pt x="1567228" y="114330"/>
                  <a:pt x="1600469" y="114330"/>
                </a:cubicBezTo>
                <a:close/>
                <a:moveTo>
                  <a:pt x="1642449" y="40102"/>
                </a:moveTo>
                <a:cubicBezTo>
                  <a:pt x="1660029" y="40102"/>
                  <a:pt x="1674281" y="54167"/>
                  <a:pt x="1674281" y="71517"/>
                </a:cubicBezTo>
                <a:cubicBezTo>
                  <a:pt x="1674281" y="88867"/>
                  <a:pt x="1660029" y="102932"/>
                  <a:pt x="1642449" y="102932"/>
                </a:cubicBezTo>
                <a:cubicBezTo>
                  <a:pt x="1624869" y="102932"/>
                  <a:pt x="1610617" y="88867"/>
                  <a:pt x="1610617" y="71517"/>
                </a:cubicBezTo>
                <a:cubicBezTo>
                  <a:pt x="1610617" y="54167"/>
                  <a:pt x="1624869" y="40102"/>
                  <a:pt x="1642449" y="40102"/>
                </a:cubicBezTo>
                <a:close/>
                <a:moveTo>
                  <a:pt x="1345930" y="10485"/>
                </a:moveTo>
                <a:cubicBezTo>
                  <a:pt x="1358385" y="11126"/>
                  <a:pt x="1370207" y="14435"/>
                  <a:pt x="1380695" y="19026"/>
                </a:cubicBezTo>
                <a:cubicBezTo>
                  <a:pt x="1413516" y="34114"/>
                  <a:pt x="1436482" y="66283"/>
                  <a:pt x="1437138" y="104360"/>
                </a:cubicBezTo>
                <a:lnTo>
                  <a:pt x="1437138" y="353208"/>
                </a:lnTo>
                <a:cubicBezTo>
                  <a:pt x="1437138" y="359116"/>
                  <a:pt x="1432549" y="363706"/>
                  <a:pt x="1427305" y="363706"/>
                </a:cubicBezTo>
                <a:cubicBezTo>
                  <a:pt x="1424661" y="363706"/>
                  <a:pt x="1422694" y="363065"/>
                  <a:pt x="1420727" y="361749"/>
                </a:cubicBezTo>
                <a:cubicBezTo>
                  <a:pt x="1371518" y="318406"/>
                  <a:pt x="1269799" y="221898"/>
                  <a:pt x="1244866" y="185779"/>
                </a:cubicBezTo>
                <a:cubicBezTo>
                  <a:pt x="1225178" y="156243"/>
                  <a:pt x="1218623" y="120765"/>
                  <a:pt x="1226489" y="91229"/>
                </a:cubicBezTo>
                <a:cubicBezTo>
                  <a:pt x="1238966" y="43295"/>
                  <a:pt x="1285554" y="7852"/>
                  <a:pt x="1345930" y="10485"/>
                </a:cubicBezTo>
                <a:close/>
                <a:moveTo>
                  <a:pt x="1520342" y="0"/>
                </a:moveTo>
                <a:lnTo>
                  <a:pt x="1522408" y="0"/>
                </a:lnTo>
                <a:cubicBezTo>
                  <a:pt x="1553869" y="356"/>
                  <a:pt x="1579201" y="26215"/>
                  <a:pt x="1579201" y="58033"/>
                </a:cubicBezTo>
                <a:cubicBezTo>
                  <a:pt x="1579201" y="90200"/>
                  <a:pt x="1553311" y="116276"/>
                  <a:pt x="1521375" y="116276"/>
                </a:cubicBezTo>
                <a:cubicBezTo>
                  <a:pt x="1489439" y="116276"/>
                  <a:pt x="1463549" y="90200"/>
                  <a:pt x="1463549" y="58033"/>
                </a:cubicBezTo>
                <a:cubicBezTo>
                  <a:pt x="1463549" y="26215"/>
                  <a:pt x="1488881" y="356"/>
                  <a:pt x="1520342" y="0"/>
                </a:cubicBezTo>
                <a:close/>
              </a:path>
            </a:pathLst>
          </a:custGeom>
          <a:solidFill>
            <a:schemeClr val="bg1"/>
          </a:solidFill>
        </p:spPr>
        <p:txBody>
          <a:bodyPr/>
          <a:lstStyle>
            <a:lvl1pPr marL="0" indent="0">
              <a:lnSpc>
                <a:spcPct val="100000"/>
              </a:lnSpc>
              <a:spcBef>
                <a:spcPts val="0"/>
              </a:spcBef>
              <a:spcAft>
                <a:spcPts val="0"/>
              </a:spcAft>
              <a:buFont typeface="Arial" panose="020B0604020202020204" pitchFamily="34" charset="0"/>
              <a:buNone/>
              <a:defRPr sz="533" b="0">
                <a:solidFill>
                  <a:schemeClr val="accent1"/>
                </a:solidFill>
              </a:defRPr>
            </a:lvl1pPr>
            <a:lvl2pPr marL="0" indent="0">
              <a:lnSpc>
                <a:spcPct val="100000"/>
              </a:lnSpc>
              <a:spcBef>
                <a:spcPts val="0"/>
              </a:spcBef>
              <a:spcAft>
                <a:spcPts val="0"/>
              </a:spcAft>
              <a:buFont typeface="Arial" panose="020B0604020202020204" pitchFamily="34" charset="0"/>
              <a:buNone/>
              <a:defRPr sz="533" b="0">
                <a:solidFill>
                  <a:schemeClr val="accent1"/>
                </a:solidFill>
              </a:defRPr>
            </a:lvl2pPr>
            <a:lvl3pPr marL="0" indent="0">
              <a:lnSpc>
                <a:spcPct val="100000"/>
              </a:lnSpc>
              <a:spcBef>
                <a:spcPts val="0"/>
              </a:spcBef>
              <a:spcAft>
                <a:spcPts val="0"/>
              </a:spcAft>
              <a:buNone/>
              <a:defRPr sz="533" b="0">
                <a:solidFill>
                  <a:schemeClr val="accent1"/>
                </a:solidFill>
              </a:defRPr>
            </a:lvl3pPr>
            <a:lvl4pPr marL="0" indent="0">
              <a:lnSpc>
                <a:spcPct val="100000"/>
              </a:lnSpc>
              <a:spcBef>
                <a:spcPts val="0"/>
              </a:spcBef>
              <a:spcAft>
                <a:spcPts val="0"/>
              </a:spcAft>
              <a:buNone/>
              <a:defRPr sz="533" b="0">
                <a:solidFill>
                  <a:schemeClr val="accent1"/>
                </a:solidFill>
              </a:defRPr>
            </a:lvl4pPr>
            <a:lvl5pPr marL="0" indent="0">
              <a:lnSpc>
                <a:spcPct val="100000"/>
              </a:lnSpc>
              <a:spcBef>
                <a:spcPts val="0"/>
              </a:spcBef>
              <a:spcAft>
                <a:spcPts val="0"/>
              </a:spcAft>
              <a:buNone/>
              <a:defRPr sz="533" b="0">
                <a:solidFill>
                  <a:schemeClr val="accent1"/>
                </a:solidFill>
              </a:defRPr>
            </a:lvl5pPr>
            <a:lvl6pPr marL="0" indent="0">
              <a:lnSpc>
                <a:spcPct val="100000"/>
              </a:lnSpc>
              <a:spcBef>
                <a:spcPts val="0"/>
              </a:spcBef>
              <a:spcAft>
                <a:spcPts val="0"/>
              </a:spcAft>
              <a:buFont typeface="Arial" panose="020B0604020202020204" pitchFamily="34" charset="0"/>
              <a:buNone/>
              <a:defRPr sz="533" b="0">
                <a:solidFill>
                  <a:schemeClr val="accent1"/>
                </a:solidFill>
              </a:defRPr>
            </a:lvl6pPr>
            <a:lvl7pPr marL="0" indent="0">
              <a:lnSpc>
                <a:spcPct val="100000"/>
              </a:lnSpc>
              <a:spcBef>
                <a:spcPts val="0"/>
              </a:spcBef>
              <a:spcAft>
                <a:spcPts val="0"/>
              </a:spcAft>
              <a:buFont typeface="Arial" panose="020B0604020202020204" pitchFamily="34" charset="0"/>
              <a:buNone/>
              <a:defRPr sz="533" b="0">
                <a:solidFill>
                  <a:schemeClr val="accent1"/>
                </a:solidFill>
              </a:defRPr>
            </a:lvl7pPr>
            <a:lvl8pPr marL="0" indent="0">
              <a:lnSpc>
                <a:spcPct val="100000"/>
              </a:lnSpc>
              <a:spcBef>
                <a:spcPts val="0"/>
              </a:spcBef>
              <a:spcAft>
                <a:spcPts val="0"/>
              </a:spcAft>
              <a:buFont typeface="Arial" panose="020B0604020202020204" pitchFamily="34" charset="0"/>
              <a:buNone/>
              <a:defRPr sz="533" b="0">
                <a:solidFill>
                  <a:schemeClr val="accent1"/>
                </a:solidFill>
              </a:defRPr>
            </a:lvl8pPr>
            <a:lvl9pPr marL="0" indent="0">
              <a:lnSpc>
                <a:spcPct val="100000"/>
              </a:lnSpc>
              <a:spcBef>
                <a:spcPts val="0"/>
              </a:spcBef>
              <a:spcAft>
                <a:spcPts val="0"/>
              </a:spcAft>
              <a:buFont typeface="Arial" panose="020B0604020202020204" pitchFamily="34" charset="0"/>
              <a:buNone/>
              <a:defRPr sz="533" b="0">
                <a:solidFill>
                  <a:schemeClr val="accent1"/>
                </a:solidFill>
              </a:defRPr>
            </a:lvl9pPr>
          </a:lstStyle>
          <a:p>
            <a:pPr lvl="0"/>
            <a:r>
              <a:rPr lang="de-DE" dirty="0"/>
              <a:t> </a:t>
            </a:r>
          </a:p>
        </p:txBody>
      </p:sp>
      <p:pic>
        <p:nvPicPr>
          <p:cNvPr id="12" name="Picture 11"/>
          <p:cNvPicPr>
            <a:picLocks noChangeAspect="1"/>
          </p:cNvPicPr>
          <p:nvPr userDrawn="1"/>
        </p:nvPicPr>
        <p:blipFill rotWithShape="1">
          <a:blip r:embed="rId3">
            <a:extLst>
              <a:ext uri="{28A0092B-C50C-407E-A947-70E740481C1C}">
                <a14:useLocalDpi xmlns:a14="http://schemas.microsoft.com/office/drawing/2010/main" val="0"/>
              </a:ext>
            </a:extLst>
          </a:blip>
          <a:srcRect l="23944" t="34639" r="23144" b="43493"/>
          <a:stretch/>
        </p:blipFill>
        <p:spPr>
          <a:xfrm>
            <a:off x="10416480" y="5992799"/>
            <a:ext cx="1248139" cy="364527"/>
          </a:xfrm>
          <a:prstGeom prst="rect">
            <a:avLst/>
          </a:prstGeom>
        </p:spPr>
      </p:pic>
    </p:spTree>
    <p:custDataLst>
      <p:tags r:id="rId1"/>
    </p:custDataLst>
    <p:extLst>
      <p:ext uri="{BB962C8B-B14F-4D97-AF65-F5344CB8AC3E}">
        <p14:creationId xmlns:p14="http://schemas.microsoft.com/office/powerpoint/2010/main" val="1905122084"/>
      </p:ext>
    </p:extLst>
  </p:cSld>
  <p:clrMapOvr>
    <a:masterClrMapping/>
  </p:clrMapOvr>
  <p:transition>
    <p:fade/>
  </p:transition>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Title Slide with Image">
    <p:spTree>
      <p:nvGrpSpPr>
        <p:cNvPr id="1" name=""/>
        <p:cNvGrpSpPr/>
        <p:nvPr/>
      </p:nvGrpSpPr>
      <p:grpSpPr>
        <a:xfrm>
          <a:off x="0" y="0"/>
          <a:ext cx="0" cy="0"/>
          <a:chOff x="0" y="0"/>
          <a:chExt cx="0" cy="0"/>
        </a:xfrm>
      </p:grpSpPr>
      <p:sp>
        <p:nvSpPr>
          <p:cNvPr id="65" name="Picture Placeholder 3"/>
          <p:cNvSpPr>
            <a:spLocks noGrp="1"/>
          </p:cNvSpPr>
          <p:nvPr>
            <p:ph type="pic" sz="quarter" idx="10" hasCustomPrompt="1"/>
          </p:nvPr>
        </p:nvSpPr>
        <p:spPr bwMode="gray">
          <a:xfrm>
            <a:off x="0" y="0"/>
            <a:ext cx="12192000" cy="6858000"/>
          </a:xfrm>
          <a:prstGeom prst="rect">
            <a:avLst/>
          </a:prstGeom>
          <a:solidFill>
            <a:schemeClr val="tx1">
              <a:lumMod val="50000"/>
              <a:lumOff val="50000"/>
            </a:schemeClr>
          </a:solidFill>
        </p:spPr>
        <p:txBody>
          <a:bodyPr tIns="0" bIns="720000" anchor="ctr" anchorCtr="0"/>
          <a:lstStyle>
            <a:lvl1pPr algn="ctr">
              <a:defRPr sz="1200" baseline="0">
                <a:solidFill>
                  <a:schemeClr val="bg1"/>
                </a:solidFill>
              </a:defRPr>
            </a:lvl1pPr>
          </a:lstStyle>
          <a:p>
            <a:r>
              <a:rPr lang="de-DE" dirty="0"/>
              <a:t>Click </a:t>
            </a:r>
            <a:r>
              <a:rPr lang="de-DE" dirty="0" err="1"/>
              <a:t>the</a:t>
            </a:r>
            <a:r>
              <a:rPr lang="de-DE" dirty="0"/>
              <a:t> </a:t>
            </a:r>
            <a:r>
              <a:rPr lang="de-DE" dirty="0" err="1"/>
              <a:t>icon</a:t>
            </a:r>
            <a:r>
              <a:rPr lang="de-DE" dirty="0"/>
              <a:t> </a:t>
            </a:r>
            <a:br>
              <a:rPr lang="de-DE" dirty="0"/>
            </a:br>
            <a:r>
              <a:rPr lang="de-DE" dirty="0" err="1"/>
              <a:t>to</a:t>
            </a:r>
            <a:r>
              <a:rPr lang="de-DE" dirty="0"/>
              <a:t> </a:t>
            </a:r>
            <a:r>
              <a:rPr lang="de-DE" dirty="0" err="1"/>
              <a:t>add</a:t>
            </a:r>
            <a:r>
              <a:rPr lang="de-DE" dirty="0"/>
              <a:t> an </a:t>
            </a:r>
            <a:r>
              <a:rPr lang="de-DE" dirty="0" err="1"/>
              <a:t>image</a:t>
            </a:r>
            <a:endParaRPr lang="en-US" dirty="0"/>
          </a:p>
        </p:txBody>
      </p:sp>
      <p:sp>
        <p:nvSpPr>
          <p:cNvPr id="11" name="Subtitle 2"/>
          <p:cNvSpPr>
            <a:spLocks noGrp="1"/>
          </p:cNvSpPr>
          <p:nvPr>
            <p:ph type="subTitle" idx="1" hasCustomPrompt="1"/>
          </p:nvPr>
        </p:nvSpPr>
        <p:spPr bwMode="gray">
          <a:xfrm>
            <a:off x="1199456" y="6021917"/>
            <a:ext cx="4703929" cy="327299"/>
          </a:xfrm>
        </p:spPr>
        <p:txBody>
          <a:bodyPr anchor="b"/>
          <a:lstStyle>
            <a:lvl1pPr marL="0" indent="0" algn="l">
              <a:buNone/>
              <a:defRPr baseline="0">
                <a:solidFill>
                  <a:schemeClr val="bg1"/>
                </a:solidFil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dirty="0"/>
              <a:t>Speaker, Date, Location</a:t>
            </a:r>
          </a:p>
        </p:txBody>
      </p:sp>
      <p:sp>
        <p:nvSpPr>
          <p:cNvPr id="6" name="Title 1"/>
          <p:cNvSpPr>
            <a:spLocks noGrp="1"/>
          </p:cNvSpPr>
          <p:nvPr>
            <p:ph type="ctrTitle" hasCustomPrompt="1"/>
          </p:nvPr>
        </p:nvSpPr>
        <p:spPr bwMode="gray">
          <a:xfrm>
            <a:off x="1199457" y="1365251"/>
            <a:ext cx="7633396" cy="3983963"/>
          </a:xfrm>
        </p:spPr>
        <p:txBody>
          <a:bodyPr>
            <a:normAutofit/>
          </a:bodyPr>
          <a:lstStyle>
            <a:lvl1pPr>
              <a:defRPr kumimoji="0" lang="de-DE" sz="8000" b="0" i="0" u="none" strike="noStrike" kern="0" cap="none" spc="-200" normalizeH="0" baseline="0" noProof="0" smtClean="0">
                <a:ln>
                  <a:noFill/>
                </a:ln>
                <a:solidFill>
                  <a:sysClr val="window" lastClr="FFFFFF"/>
                </a:solidFill>
                <a:effectLst/>
                <a:uLnTx/>
                <a:uFillTx/>
                <a:latin typeface="Avenir Next" panose="020B0503020202020204"/>
              </a:defRPr>
            </a:lvl1pPr>
          </a:lstStyle>
          <a:p>
            <a:r>
              <a:rPr lang="en-US" dirty="0"/>
              <a:t>A title for this presentation can be </a:t>
            </a:r>
            <a:br>
              <a:rPr lang="en-US" dirty="0"/>
            </a:br>
            <a:r>
              <a:rPr lang="en-US" dirty="0"/>
              <a:t>very long.</a:t>
            </a:r>
          </a:p>
        </p:txBody>
      </p:sp>
      <p:sp>
        <p:nvSpPr>
          <p:cNvPr id="10" name="Date Placeholder 2"/>
          <p:cNvSpPr>
            <a:spLocks noGrp="1"/>
          </p:cNvSpPr>
          <p:nvPr>
            <p:ph type="dt" sz="half" idx="12"/>
          </p:nvPr>
        </p:nvSpPr>
        <p:spPr>
          <a:xfrm>
            <a:off x="10848530" y="7077405"/>
            <a:ext cx="624069" cy="96011"/>
          </a:xfrm>
        </p:spPr>
        <p:txBody>
          <a:bodyPr/>
          <a:lstStyle>
            <a:lvl1pPr>
              <a:defRPr sz="400">
                <a:solidFill>
                  <a:schemeClr val="bg1">
                    <a:lumMod val="75000"/>
                    <a:alpha val="0"/>
                  </a:schemeClr>
                </a:solidFill>
              </a:defRPr>
            </a:lvl1pPr>
          </a:lstStyle>
          <a:p>
            <a:fld id="{843532AC-5C6E-48ED-9C2D-72CE0CAA70EB}" type="datetime1">
              <a:rPr lang="en-US" smtClean="0"/>
              <a:t>7/6/2026</a:t>
            </a:fld>
            <a:endParaRPr lang="en-US"/>
          </a:p>
        </p:txBody>
      </p:sp>
      <p:sp>
        <p:nvSpPr>
          <p:cNvPr id="12" name="Footer Placeholder 3"/>
          <p:cNvSpPr>
            <a:spLocks noGrp="1"/>
          </p:cNvSpPr>
          <p:nvPr>
            <p:ph type="ftr" sz="quarter" idx="13"/>
          </p:nvPr>
        </p:nvSpPr>
        <p:spPr>
          <a:xfrm>
            <a:off x="9215967" y="7077405"/>
            <a:ext cx="1632563" cy="96011"/>
          </a:xfrm>
        </p:spPr>
        <p:txBody>
          <a:bodyPr/>
          <a:lstStyle>
            <a:lvl1pPr>
              <a:defRPr sz="400">
                <a:solidFill>
                  <a:schemeClr val="bg1">
                    <a:lumMod val="75000"/>
                    <a:alpha val="0"/>
                  </a:schemeClr>
                </a:solidFill>
              </a:defRPr>
            </a:lvl1pPr>
          </a:lstStyle>
          <a:p>
            <a:r>
              <a:rPr lang="en-US"/>
              <a:t>Title of the presentation</a:t>
            </a:r>
          </a:p>
        </p:txBody>
      </p:sp>
      <p:sp>
        <p:nvSpPr>
          <p:cNvPr id="13" name="Slide Number Placeholder 4"/>
          <p:cNvSpPr>
            <a:spLocks noGrp="1"/>
          </p:cNvSpPr>
          <p:nvPr>
            <p:ph type="sldNum" sz="quarter" idx="14"/>
          </p:nvPr>
        </p:nvSpPr>
        <p:spPr>
          <a:xfrm>
            <a:off x="11472598" y="7077405"/>
            <a:ext cx="287601" cy="96011"/>
          </a:xfrm>
        </p:spPr>
        <p:txBody>
          <a:bodyPr/>
          <a:lstStyle>
            <a:lvl1pPr>
              <a:defRPr sz="400">
                <a:solidFill>
                  <a:schemeClr val="bg1">
                    <a:lumMod val="75000"/>
                    <a:alpha val="0"/>
                  </a:schemeClr>
                </a:solidFill>
              </a:defRPr>
            </a:lvl1pPr>
          </a:lstStyle>
          <a:p>
            <a:fld id="{FCB53D23-1D79-480C-B3BE-829293F4503C}" type="slidenum">
              <a:rPr lang="en-US" smtClean="0"/>
              <a:pPr/>
              <a:t>‹#›</a:t>
            </a:fld>
            <a:endParaRPr lang="en-US"/>
          </a:p>
        </p:txBody>
      </p:sp>
      <p:sp>
        <p:nvSpPr>
          <p:cNvPr id="9" name="Text Placeholder 3096"/>
          <p:cNvSpPr>
            <a:spLocks noGrp="1"/>
          </p:cNvSpPr>
          <p:nvPr>
            <p:ph type="body" sz="quarter" idx="15" hasCustomPrompt="1"/>
          </p:nvPr>
        </p:nvSpPr>
        <p:spPr bwMode="gray">
          <a:xfrm>
            <a:off x="7907163" y="5889883"/>
            <a:ext cx="2232375" cy="484941"/>
          </a:xfrm>
          <a:custGeom>
            <a:avLst/>
            <a:gdLst/>
            <a:ahLst/>
            <a:cxnLst/>
            <a:rect l="l" t="t" r="r" b="b"/>
            <a:pathLst>
              <a:path w="1674281" h="363706">
                <a:moveTo>
                  <a:pt x="1468832" y="327565"/>
                </a:moveTo>
                <a:cubicBezTo>
                  <a:pt x="1477584" y="327565"/>
                  <a:pt x="1484679" y="334660"/>
                  <a:pt x="1484679" y="343412"/>
                </a:cubicBezTo>
                <a:cubicBezTo>
                  <a:pt x="1484679" y="352164"/>
                  <a:pt x="1477584" y="359259"/>
                  <a:pt x="1468832" y="359259"/>
                </a:cubicBezTo>
                <a:cubicBezTo>
                  <a:pt x="1460080" y="359259"/>
                  <a:pt x="1452985" y="352164"/>
                  <a:pt x="1452985" y="343412"/>
                </a:cubicBezTo>
                <a:cubicBezTo>
                  <a:pt x="1452985" y="334660"/>
                  <a:pt x="1460080" y="327565"/>
                  <a:pt x="1468832" y="327565"/>
                </a:cubicBezTo>
                <a:close/>
                <a:moveTo>
                  <a:pt x="255178" y="271128"/>
                </a:moveTo>
                <a:cubicBezTo>
                  <a:pt x="267845" y="271128"/>
                  <a:pt x="278114" y="281272"/>
                  <a:pt x="278114" y="293786"/>
                </a:cubicBezTo>
                <a:cubicBezTo>
                  <a:pt x="278114" y="306300"/>
                  <a:pt x="267845" y="316444"/>
                  <a:pt x="255178" y="316444"/>
                </a:cubicBezTo>
                <a:cubicBezTo>
                  <a:pt x="242511" y="316444"/>
                  <a:pt x="232242" y="306300"/>
                  <a:pt x="232242" y="293786"/>
                </a:cubicBezTo>
                <a:cubicBezTo>
                  <a:pt x="232242" y="281272"/>
                  <a:pt x="242511" y="271128"/>
                  <a:pt x="255178" y="271128"/>
                </a:cubicBezTo>
                <a:close/>
                <a:moveTo>
                  <a:pt x="1514147" y="224423"/>
                </a:moveTo>
                <a:cubicBezTo>
                  <a:pt x="1539174" y="224423"/>
                  <a:pt x="1559463" y="244712"/>
                  <a:pt x="1559463" y="269739"/>
                </a:cubicBezTo>
                <a:cubicBezTo>
                  <a:pt x="1559463" y="294766"/>
                  <a:pt x="1539174" y="315055"/>
                  <a:pt x="1514147" y="315055"/>
                </a:cubicBezTo>
                <a:cubicBezTo>
                  <a:pt x="1489120" y="315055"/>
                  <a:pt x="1468831" y="294766"/>
                  <a:pt x="1468831" y="269739"/>
                </a:cubicBezTo>
                <a:cubicBezTo>
                  <a:pt x="1468831" y="244712"/>
                  <a:pt x="1489120" y="224423"/>
                  <a:pt x="1514147" y="224423"/>
                </a:cubicBezTo>
                <a:close/>
                <a:moveTo>
                  <a:pt x="1397939" y="220530"/>
                </a:moveTo>
                <a:cubicBezTo>
                  <a:pt x="1387805" y="220530"/>
                  <a:pt x="1379590" y="228745"/>
                  <a:pt x="1379590" y="238879"/>
                </a:cubicBezTo>
                <a:cubicBezTo>
                  <a:pt x="1379590" y="249013"/>
                  <a:pt x="1387805" y="257228"/>
                  <a:pt x="1397939" y="257228"/>
                </a:cubicBezTo>
                <a:cubicBezTo>
                  <a:pt x="1408073" y="257228"/>
                  <a:pt x="1416288" y="249013"/>
                  <a:pt x="1416288" y="238879"/>
                </a:cubicBezTo>
                <a:cubicBezTo>
                  <a:pt x="1416288" y="228745"/>
                  <a:pt x="1408073" y="220530"/>
                  <a:pt x="1397939" y="220530"/>
                </a:cubicBezTo>
                <a:close/>
                <a:moveTo>
                  <a:pt x="801885" y="218028"/>
                </a:moveTo>
                <a:cubicBezTo>
                  <a:pt x="784996" y="218028"/>
                  <a:pt x="771304" y="233774"/>
                  <a:pt x="771304" y="253197"/>
                </a:cubicBezTo>
                <a:cubicBezTo>
                  <a:pt x="771304" y="272620"/>
                  <a:pt x="784996" y="288366"/>
                  <a:pt x="801885" y="288366"/>
                </a:cubicBezTo>
                <a:cubicBezTo>
                  <a:pt x="818774" y="288366"/>
                  <a:pt x="832466" y="272620"/>
                  <a:pt x="832466" y="253197"/>
                </a:cubicBezTo>
                <a:cubicBezTo>
                  <a:pt x="832466" y="233774"/>
                  <a:pt x="818774" y="218028"/>
                  <a:pt x="801885" y="218028"/>
                </a:cubicBezTo>
                <a:close/>
                <a:moveTo>
                  <a:pt x="653202" y="218028"/>
                </a:moveTo>
                <a:cubicBezTo>
                  <a:pt x="636101" y="218028"/>
                  <a:pt x="622290" y="230520"/>
                  <a:pt x="622290" y="252866"/>
                </a:cubicBezTo>
                <a:cubicBezTo>
                  <a:pt x="622290" y="275219"/>
                  <a:pt x="635446" y="288365"/>
                  <a:pt x="653202" y="288365"/>
                </a:cubicBezTo>
                <a:cubicBezTo>
                  <a:pt x="670296" y="288365"/>
                  <a:pt x="683452" y="275219"/>
                  <a:pt x="683452" y="252866"/>
                </a:cubicBezTo>
                <a:cubicBezTo>
                  <a:pt x="683452" y="230520"/>
                  <a:pt x="670296" y="218028"/>
                  <a:pt x="653202" y="218028"/>
                </a:cubicBezTo>
                <a:close/>
                <a:moveTo>
                  <a:pt x="509279" y="214692"/>
                </a:moveTo>
                <a:cubicBezTo>
                  <a:pt x="491497" y="214692"/>
                  <a:pt x="482276" y="227766"/>
                  <a:pt x="481617" y="238879"/>
                </a:cubicBezTo>
                <a:lnTo>
                  <a:pt x="536941" y="238879"/>
                </a:lnTo>
                <a:cubicBezTo>
                  <a:pt x="536283" y="226459"/>
                  <a:pt x="528379" y="214692"/>
                  <a:pt x="509279" y="214692"/>
                </a:cubicBezTo>
                <a:close/>
                <a:moveTo>
                  <a:pt x="885707" y="191061"/>
                </a:moveTo>
                <a:lnTo>
                  <a:pt x="911313" y="191061"/>
                </a:lnTo>
                <a:cubicBezTo>
                  <a:pt x="914596" y="191061"/>
                  <a:pt x="918525" y="193685"/>
                  <a:pt x="919844" y="196965"/>
                </a:cubicBezTo>
                <a:lnTo>
                  <a:pt x="950697" y="263934"/>
                </a:lnTo>
                <a:lnTo>
                  <a:pt x="978268" y="196965"/>
                </a:lnTo>
                <a:cubicBezTo>
                  <a:pt x="980233" y="193685"/>
                  <a:pt x="984175" y="191061"/>
                  <a:pt x="987445" y="191061"/>
                </a:cubicBezTo>
                <a:lnTo>
                  <a:pt x="1011732" y="191061"/>
                </a:lnTo>
                <a:cubicBezTo>
                  <a:pt x="1014356" y="191061"/>
                  <a:pt x="1015675" y="193685"/>
                  <a:pt x="1013710" y="196965"/>
                </a:cubicBezTo>
                <a:lnTo>
                  <a:pt x="941507" y="358458"/>
                </a:lnTo>
                <a:cubicBezTo>
                  <a:pt x="939529" y="361082"/>
                  <a:pt x="936260" y="363706"/>
                  <a:pt x="932976" y="363706"/>
                </a:cubicBezTo>
                <a:lnTo>
                  <a:pt x="908689" y="363706"/>
                </a:lnTo>
                <a:cubicBezTo>
                  <a:pt x="906065" y="363706"/>
                  <a:pt x="904746" y="361082"/>
                  <a:pt x="906065" y="357802"/>
                </a:cubicBezTo>
                <a:lnTo>
                  <a:pt x="932317" y="299379"/>
                </a:lnTo>
                <a:lnTo>
                  <a:pt x="883083" y="196965"/>
                </a:lnTo>
                <a:cubicBezTo>
                  <a:pt x="881118" y="193685"/>
                  <a:pt x="882437" y="191061"/>
                  <a:pt x="885707" y="191061"/>
                </a:cubicBezTo>
                <a:close/>
                <a:moveTo>
                  <a:pt x="230778" y="190505"/>
                </a:moveTo>
                <a:cubicBezTo>
                  <a:pt x="233393" y="190505"/>
                  <a:pt x="236014" y="190505"/>
                  <a:pt x="238636" y="191165"/>
                </a:cubicBezTo>
                <a:lnTo>
                  <a:pt x="238636" y="224594"/>
                </a:lnTo>
                <a:cubicBezTo>
                  <a:pt x="234703" y="223934"/>
                  <a:pt x="231426" y="223286"/>
                  <a:pt x="228156" y="223286"/>
                </a:cubicBezTo>
                <a:cubicBezTo>
                  <a:pt x="211122" y="223286"/>
                  <a:pt x="196709" y="231805"/>
                  <a:pt x="196709" y="258683"/>
                </a:cubicBezTo>
                <a:lnTo>
                  <a:pt x="196709" y="309150"/>
                </a:lnTo>
                <a:cubicBezTo>
                  <a:pt x="196709" y="312426"/>
                  <a:pt x="194087" y="315054"/>
                  <a:pt x="190810" y="315054"/>
                </a:cubicBezTo>
                <a:lnTo>
                  <a:pt x="168539" y="315054"/>
                </a:lnTo>
                <a:cubicBezTo>
                  <a:pt x="165917" y="315054"/>
                  <a:pt x="163295" y="312426"/>
                  <a:pt x="163295" y="309150"/>
                </a:cubicBezTo>
                <a:lnTo>
                  <a:pt x="163295" y="197056"/>
                </a:lnTo>
                <a:cubicBezTo>
                  <a:pt x="163295" y="193781"/>
                  <a:pt x="165917" y="191165"/>
                  <a:pt x="168539" y="191165"/>
                </a:cubicBezTo>
                <a:lnTo>
                  <a:pt x="190154" y="191165"/>
                </a:lnTo>
                <a:cubicBezTo>
                  <a:pt x="192776" y="191813"/>
                  <a:pt x="195398" y="193781"/>
                  <a:pt x="195398" y="197056"/>
                </a:cubicBezTo>
                <a:lnTo>
                  <a:pt x="195398" y="209511"/>
                </a:lnTo>
                <a:cubicBezTo>
                  <a:pt x="203256" y="193133"/>
                  <a:pt x="220291" y="190505"/>
                  <a:pt x="230778" y="190505"/>
                </a:cubicBezTo>
                <a:close/>
                <a:moveTo>
                  <a:pt x="1102405" y="187725"/>
                </a:moveTo>
                <a:cubicBezTo>
                  <a:pt x="1133291" y="187725"/>
                  <a:pt x="1146442" y="204803"/>
                  <a:pt x="1150382" y="217935"/>
                </a:cubicBezTo>
                <a:cubicBezTo>
                  <a:pt x="1150382" y="220561"/>
                  <a:pt x="1149072" y="223187"/>
                  <a:pt x="1146442" y="224494"/>
                </a:cubicBezTo>
                <a:lnTo>
                  <a:pt x="1128031" y="228440"/>
                </a:lnTo>
                <a:cubicBezTo>
                  <a:pt x="1125411" y="229094"/>
                  <a:pt x="1122781" y="227121"/>
                  <a:pt x="1122116" y="224494"/>
                </a:cubicBezTo>
                <a:cubicBezTo>
                  <a:pt x="1119495" y="218588"/>
                  <a:pt x="1114235" y="212682"/>
                  <a:pt x="1103060" y="212682"/>
                </a:cubicBezTo>
                <a:cubicBezTo>
                  <a:pt x="1093859" y="212682"/>
                  <a:pt x="1087279" y="217935"/>
                  <a:pt x="1087279" y="225147"/>
                </a:cubicBezTo>
                <a:cubicBezTo>
                  <a:pt x="1087279" y="231067"/>
                  <a:pt x="1091884" y="235000"/>
                  <a:pt x="1098454" y="236319"/>
                </a:cubicBezTo>
                <a:lnTo>
                  <a:pt x="1116200" y="240252"/>
                </a:lnTo>
                <a:cubicBezTo>
                  <a:pt x="1140527" y="244852"/>
                  <a:pt x="1153012" y="259957"/>
                  <a:pt x="1153012" y="277675"/>
                </a:cubicBezTo>
                <a:cubicBezTo>
                  <a:pt x="1153012" y="298032"/>
                  <a:pt x="1137241" y="318390"/>
                  <a:pt x="1104370" y="318390"/>
                </a:cubicBezTo>
                <a:cubicBezTo>
                  <a:pt x="1072163" y="318390"/>
                  <a:pt x="1058367" y="300005"/>
                  <a:pt x="1054417" y="286220"/>
                </a:cubicBezTo>
                <a:cubicBezTo>
                  <a:pt x="1053762" y="282928"/>
                  <a:pt x="1055072" y="280301"/>
                  <a:pt x="1058367" y="279648"/>
                </a:cubicBezTo>
                <a:lnTo>
                  <a:pt x="1079398" y="275048"/>
                </a:lnTo>
                <a:cubicBezTo>
                  <a:pt x="1080708" y="274395"/>
                  <a:pt x="1082028" y="275048"/>
                  <a:pt x="1082028" y="277021"/>
                </a:cubicBezTo>
                <a:lnTo>
                  <a:pt x="1082028" y="276368"/>
                </a:lnTo>
                <a:cubicBezTo>
                  <a:pt x="1083994" y="285554"/>
                  <a:pt x="1091229" y="292780"/>
                  <a:pt x="1104370" y="292780"/>
                </a:cubicBezTo>
                <a:cubicBezTo>
                  <a:pt x="1115545" y="292780"/>
                  <a:pt x="1120806" y="287527"/>
                  <a:pt x="1120806" y="280968"/>
                </a:cubicBezTo>
                <a:cubicBezTo>
                  <a:pt x="1120806" y="275048"/>
                  <a:pt x="1116865" y="270462"/>
                  <a:pt x="1107655" y="268489"/>
                </a:cubicBezTo>
                <a:lnTo>
                  <a:pt x="1091229" y="265209"/>
                </a:lnTo>
                <a:cubicBezTo>
                  <a:pt x="1066913" y="259957"/>
                  <a:pt x="1056392" y="245505"/>
                  <a:pt x="1056392" y="227774"/>
                </a:cubicBezTo>
                <a:cubicBezTo>
                  <a:pt x="1056392" y="206110"/>
                  <a:pt x="1076113" y="187725"/>
                  <a:pt x="1102405" y="187725"/>
                </a:cubicBezTo>
                <a:close/>
                <a:moveTo>
                  <a:pt x="508673" y="187725"/>
                </a:moveTo>
                <a:cubicBezTo>
                  <a:pt x="546760" y="187725"/>
                  <a:pt x="569746" y="212016"/>
                  <a:pt x="569746" y="251411"/>
                </a:cubicBezTo>
                <a:lnTo>
                  <a:pt x="569746" y="256011"/>
                </a:lnTo>
                <a:cubicBezTo>
                  <a:pt x="569746" y="259290"/>
                  <a:pt x="567122" y="261917"/>
                  <a:pt x="563842" y="261917"/>
                </a:cubicBezTo>
                <a:lnTo>
                  <a:pt x="481095" y="261917"/>
                </a:lnTo>
                <a:cubicBezTo>
                  <a:pt x="481751" y="278341"/>
                  <a:pt x="495540" y="290153"/>
                  <a:pt x="511953" y="290153"/>
                </a:cubicBezTo>
                <a:cubicBezTo>
                  <a:pt x="525743" y="290153"/>
                  <a:pt x="534283" y="284247"/>
                  <a:pt x="538220" y="275048"/>
                </a:cubicBezTo>
                <a:cubicBezTo>
                  <a:pt x="540200" y="273088"/>
                  <a:pt x="542168" y="271769"/>
                  <a:pt x="544792" y="272422"/>
                </a:cubicBezTo>
                <a:lnTo>
                  <a:pt x="562518" y="277675"/>
                </a:lnTo>
                <a:cubicBezTo>
                  <a:pt x="565154" y="278341"/>
                  <a:pt x="566466" y="280968"/>
                  <a:pt x="566466" y="283594"/>
                </a:cubicBezTo>
                <a:cubicBezTo>
                  <a:pt x="559237" y="303285"/>
                  <a:pt x="540200" y="318390"/>
                  <a:pt x="511953" y="318390"/>
                </a:cubicBezTo>
                <a:cubicBezTo>
                  <a:pt x="477803" y="318390"/>
                  <a:pt x="448256" y="294099"/>
                  <a:pt x="448256" y="252731"/>
                </a:cubicBezTo>
                <a:cubicBezTo>
                  <a:pt x="448256" y="213335"/>
                  <a:pt x="477147" y="187725"/>
                  <a:pt x="508673" y="187725"/>
                </a:cubicBezTo>
                <a:close/>
                <a:moveTo>
                  <a:pt x="34576" y="168821"/>
                </a:moveTo>
                <a:lnTo>
                  <a:pt x="34576" y="283083"/>
                </a:lnTo>
                <a:lnTo>
                  <a:pt x="51640" y="283083"/>
                </a:lnTo>
                <a:cubicBezTo>
                  <a:pt x="81181" y="283083"/>
                  <a:pt x="105469" y="264698"/>
                  <a:pt x="105469" y="225952"/>
                </a:cubicBezTo>
                <a:cubicBezTo>
                  <a:pt x="105469" y="187206"/>
                  <a:pt x="81181" y="168821"/>
                  <a:pt x="52299" y="168821"/>
                </a:cubicBezTo>
                <a:close/>
                <a:moveTo>
                  <a:pt x="348450" y="166596"/>
                </a:moveTo>
                <a:lnTo>
                  <a:pt x="348450" y="216638"/>
                </a:lnTo>
                <a:lnTo>
                  <a:pt x="376668" y="216638"/>
                </a:lnTo>
                <a:cubicBezTo>
                  <a:pt x="394389" y="216638"/>
                  <a:pt x="404886" y="206104"/>
                  <a:pt x="404886" y="191617"/>
                </a:cubicBezTo>
                <a:cubicBezTo>
                  <a:pt x="404886" y="176474"/>
                  <a:pt x="394389" y="166596"/>
                  <a:pt x="376668" y="166596"/>
                </a:cubicBezTo>
                <a:close/>
                <a:moveTo>
                  <a:pt x="319598" y="136571"/>
                </a:moveTo>
                <a:cubicBezTo>
                  <a:pt x="319598" y="136571"/>
                  <a:pt x="319598" y="136571"/>
                  <a:pt x="383173" y="136571"/>
                </a:cubicBezTo>
                <a:cubicBezTo>
                  <a:pt x="417910" y="136571"/>
                  <a:pt x="440194" y="160850"/>
                  <a:pt x="440194" y="191691"/>
                </a:cubicBezTo>
                <a:cubicBezTo>
                  <a:pt x="440194" y="216626"/>
                  <a:pt x="425120" y="234999"/>
                  <a:pt x="402180" y="242217"/>
                </a:cubicBezTo>
                <a:lnTo>
                  <a:pt x="436917" y="309148"/>
                </a:lnTo>
                <a:cubicBezTo>
                  <a:pt x="438883" y="312429"/>
                  <a:pt x="437573" y="315054"/>
                  <a:pt x="434296" y="315054"/>
                </a:cubicBezTo>
                <a:cubicBezTo>
                  <a:pt x="434296" y="315054"/>
                  <a:pt x="434296" y="315054"/>
                  <a:pt x="407424" y="315054"/>
                </a:cubicBezTo>
                <a:cubicBezTo>
                  <a:pt x="404146" y="315054"/>
                  <a:pt x="400214" y="312429"/>
                  <a:pt x="398903" y="309148"/>
                </a:cubicBezTo>
                <a:cubicBezTo>
                  <a:pt x="398903" y="309148"/>
                  <a:pt x="398903" y="309148"/>
                  <a:pt x="364494" y="246154"/>
                </a:cubicBezTo>
                <a:lnTo>
                  <a:pt x="348436" y="246154"/>
                </a:lnTo>
                <a:cubicBezTo>
                  <a:pt x="348436" y="246154"/>
                  <a:pt x="348436" y="246154"/>
                  <a:pt x="348436" y="309148"/>
                </a:cubicBezTo>
                <a:cubicBezTo>
                  <a:pt x="348436" y="312429"/>
                  <a:pt x="345815" y="315054"/>
                  <a:pt x="343193" y="315054"/>
                </a:cubicBezTo>
                <a:cubicBezTo>
                  <a:pt x="343193" y="315054"/>
                  <a:pt x="343193" y="315054"/>
                  <a:pt x="319598" y="315054"/>
                </a:cubicBezTo>
                <a:cubicBezTo>
                  <a:pt x="316321" y="315054"/>
                  <a:pt x="313699" y="312429"/>
                  <a:pt x="313699" y="309148"/>
                </a:cubicBezTo>
                <a:cubicBezTo>
                  <a:pt x="313699" y="309148"/>
                  <a:pt x="313699" y="309148"/>
                  <a:pt x="313699" y="142477"/>
                </a:cubicBezTo>
                <a:cubicBezTo>
                  <a:pt x="313699" y="139196"/>
                  <a:pt x="316321" y="136571"/>
                  <a:pt x="319598" y="136571"/>
                </a:cubicBezTo>
                <a:close/>
                <a:moveTo>
                  <a:pt x="5471" y="136571"/>
                </a:moveTo>
                <a:lnTo>
                  <a:pt x="53474" y="136571"/>
                </a:lnTo>
                <a:cubicBezTo>
                  <a:pt x="104120" y="136571"/>
                  <a:pt x="141610" y="169376"/>
                  <a:pt x="141610" y="225813"/>
                </a:cubicBezTo>
                <a:cubicBezTo>
                  <a:pt x="141610" y="282249"/>
                  <a:pt x="104120" y="315054"/>
                  <a:pt x="52821" y="315054"/>
                </a:cubicBezTo>
                <a:lnTo>
                  <a:pt x="5471" y="315054"/>
                </a:lnTo>
                <a:cubicBezTo>
                  <a:pt x="2344" y="315054"/>
                  <a:pt x="-183" y="312691"/>
                  <a:pt x="10" y="309608"/>
                </a:cubicBezTo>
                <a:lnTo>
                  <a:pt x="10" y="142017"/>
                </a:lnTo>
                <a:close/>
                <a:moveTo>
                  <a:pt x="837088" y="133235"/>
                </a:moveTo>
                <a:lnTo>
                  <a:pt x="858794" y="133235"/>
                </a:lnTo>
                <a:cubicBezTo>
                  <a:pt x="862087" y="133235"/>
                  <a:pt x="864715" y="135210"/>
                  <a:pt x="864715" y="138496"/>
                </a:cubicBezTo>
                <a:lnTo>
                  <a:pt x="864715" y="194337"/>
                </a:lnTo>
                <a:lnTo>
                  <a:pt x="864715" y="309952"/>
                </a:lnTo>
                <a:cubicBezTo>
                  <a:pt x="864715" y="312573"/>
                  <a:pt x="862087" y="315213"/>
                  <a:pt x="859458" y="315213"/>
                </a:cubicBezTo>
                <a:lnTo>
                  <a:pt x="836438" y="315213"/>
                </a:lnTo>
                <a:cubicBezTo>
                  <a:pt x="835110" y="315213"/>
                  <a:pt x="833796" y="313884"/>
                  <a:pt x="833796" y="313238"/>
                </a:cubicBezTo>
                <a:cubicBezTo>
                  <a:pt x="833145" y="311262"/>
                  <a:pt x="833145" y="308641"/>
                  <a:pt x="832482" y="306001"/>
                </a:cubicBezTo>
                <a:lnTo>
                  <a:pt x="832482" y="301405"/>
                </a:lnTo>
                <a:lnTo>
                  <a:pt x="832482" y="300759"/>
                </a:lnTo>
                <a:cubicBezTo>
                  <a:pt x="827224" y="310616"/>
                  <a:pt x="814719" y="317834"/>
                  <a:pt x="797619" y="317834"/>
                </a:cubicBezTo>
                <a:cubicBezTo>
                  <a:pt x="762757" y="317834"/>
                  <a:pt x="737108" y="290236"/>
                  <a:pt x="737108" y="252800"/>
                </a:cubicBezTo>
                <a:cubicBezTo>
                  <a:pt x="737108" y="216674"/>
                  <a:pt x="762106" y="188412"/>
                  <a:pt x="796969" y="188412"/>
                </a:cubicBezTo>
                <a:cubicBezTo>
                  <a:pt x="818011" y="188412"/>
                  <a:pt x="828539" y="196959"/>
                  <a:pt x="831831" y="203530"/>
                </a:cubicBezTo>
                <a:lnTo>
                  <a:pt x="831831" y="201555"/>
                </a:lnTo>
                <a:lnTo>
                  <a:pt x="831831" y="138496"/>
                </a:lnTo>
                <a:lnTo>
                  <a:pt x="831831" y="137832"/>
                </a:lnTo>
                <a:cubicBezTo>
                  <a:pt x="832482" y="135210"/>
                  <a:pt x="834460" y="133235"/>
                  <a:pt x="837088" y="133235"/>
                </a:cubicBezTo>
                <a:close/>
                <a:moveTo>
                  <a:pt x="688631" y="133235"/>
                </a:moveTo>
                <a:lnTo>
                  <a:pt x="710337" y="133235"/>
                </a:lnTo>
                <a:cubicBezTo>
                  <a:pt x="713630" y="133235"/>
                  <a:pt x="716258" y="135210"/>
                  <a:pt x="716258" y="138496"/>
                </a:cubicBezTo>
                <a:lnTo>
                  <a:pt x="716258" y="194337"/>
                </a:lnTo>
                <a:lnTo>
                  <a:pt x="716258" y="309952"/>
                </a:lnTo>
                <a:cubicBezTo>
                  <a:pt x="715595" y="312573"/>
                  <a:pt x="713630" y="315213"/>
                  <a:pt x="710337" y="315213"/>
                </a:cubicBezTo>
                <a:lnTo>
                  <a:pt x="684688" y="313238"/>
                </a:lnTo>
                <a:cubicBezTo>
                  <a:pt x="684688" y="311262"/>
                  <a:pt x="684025" y="308641"/>
                  <a:pt x="684025" y="306001"/>
                </a:cubicBezTo>
                <a:lnTo>
                  <a:pt x="684025" y="301405"/>
                </a:lnTo>
                <a:lnTo>
                  <a:pt x="684025" y="300759"/>
                </a:lnTo>
                <a:cubicBezTo>
                  <a:pt x="678104" y="310616"/>
                  <a:pt x="665611" y="317834"/>
                  <a:pt x="649162" y="317834"/>
                </a:cubicBezTo>
                <a:cubicBezTo>
                  <a:pt x="613649" y="317834"/>
                  <a:pt x="588651" y="290236"/>
                  <a:pt x="588651" y="252800"/>
                </a:cubicBezTo>
                <a:cubicBezTo>
                  <a:pt x="588651" y="216674"/>
                  <a:pt x="612986" y="188412"/>
                  <a:pt x="647848" y="188412"/>
                </a:cubicBezTo>
                <a:cubicBezTo>
                  <a:pt x="669554" y="188412"/>
                  <a:pt x="679418" y="196959"/>
                  <a:pt x="683374" y="203530"/>
                </a:cubicBezTo>
                <a:lnTo>
                  <a:pt x="683374" y="201555"/>
                </a:lnTo>
                <a:lnTo>
                  <a:pt x="682710" y="201555"/>
                </a:lnTo>
                <a:lnTo>
                  <a:pt x="682710" y="138496"/>
                </a:lnTo>
                <a:lnTo>
                  <a:pt x="683374" y="137832"/>
                </a:lnTo>
                <a:cubicBezTo>
                  <a:pt x="683374" y="135210"/>
                  <a:pt x="686003" y="133235"/>
                  <a:pt x="688631" y="133235"/>
                </a:cubicBezTo>
                <a:close/>
                <a:moveTo>
                  <a:pt x="1488849" y="132679"/>
                </a:moveTo>
                <a:cubicBezTo>
                  <a:pt x="1507888" y="132679"/>
                  <a:pt x="1523323" y="148114"/>
                  <a:pt x="1523323" y="167153"/>
                </a:cubicBezTo>
                <a:cubicBezTo>
                  <a:pt x="1523323" y="186192"/>
                  <a:pt x="1507888" y="201627"/>
                  <a:pt x="1488849" y="201627"/>
                </a:cubicBezTo>
                <a:cubicBezTo>
                  <a:pt x="1469810" y="201627"/>
                  <a:pt x="1454375" y="186192"/>
                  <a:pt x="1454375" y="167153"/>
                </a:cubicBezTo>
                <a:cubicBezTo>
                  <a:pt x="1454375" y="148114"/>
                  <a:pt x="1469810" y="132679"/>
                  <a:pt x="1488849" y="132679"/>
                </a:cubicBezTo>
                <a:close/>
                <a:moveTo>
                  <a:pt x="1047090" y="131289"/>
                </a:moveTo>
                <a:cubicBezTo>
                  <a:pt x="1058220" y="131289"/>
                  <a:pt x="1067385" y="140472"/>
                  <a:pt x="1067385" y="151622"/>
                </a:cubicBezTo>
                <a:cubicBezTo>
                  <a:pt x="1067385" y="154245"/>
                  <a:pt x="1066731" y="156869"/>
                  <a:pt x="1066076" y="158837"/>
                </a:cubicBezTo>
                <a:cubicBezTo>
                  <a:pt x="1066076" y="159492"/>
                  <a:pt x="1066076" y="159492"/>
                  <a:pt x="1066076" y="160148"/>
                </a:cubicBezTo>
                <a:cubicBezTo>
                  <a:pt x="1047090" y="196878"/>
                  <a:pt x="1047090" y="196878"/>
                  <a:pt x="1044472" y="198846"/>
                </a:cubicBezTo>
                <a:lnTo>
                  <a:pt x="1034733" y="198846"/>
                </a:lnTo>
                <a:cubicBezTo>
                  <a:pt x="1033421" y="198846"/>
                  <a:pt x="1033347" y="198846"/>
                  <a:pt x="1033342" y="198846"/>
                </a:cubicBezTo>
                <a:cubicBezTo>
                  <a:pt x="1032033" y="198846"/>
                  <a:pt x="1030723" y="198190"/>
                  <a:pt x="1031378" y="196222"/>
                </a:cubicBezTo>
                <a:cubicBezTo>
                  <a:pt x="1042330" y="171698"/>
                  <a:pt x="1042505" y="171305"/>
                  <a:pt x="1042508" y="171299"/>
                </a:cubicBezTo>
                <a:cubicBezTo>
                  <a:pt x="1033342" y="169331"/>
                  <a:pt x="1026795" y="161460"/>
                  <a:pt x="1026795" y="151622"/>
                </a:cubicBezTo>
                <a:cubicBezTo>
                  <a:pt x="1026795" y="140472"/>
                  <a:pt x="1035961" y="131289"/>
                  <a:pt x="1047090" y="131289"/>
                </a:cubicBezTo>
                <a:close/>
                <a:moveTo>
                  <a:pt x="1600469" y="114330"/>
                </a:moveTo>
                <a:cubicBezTo>
                  <a:pt x="1633710" y="114330"/>
                  <a:pt x="1660658" y="141340"/>
                  <a:pt x="1660658" y="174659"/>
                </a:cubicBezTo>
                <a:cubicBezTo>
                  <a:pt x="1660658" y="207978"/>
                  <a:pt x="1633710" y="234988"/>
                  <a:pt x="1600469" y="234988"/>
                </a:cubicBezTo>
                <a:cubicBezTo>
                  <a:pt x="1567228" y="234988"/>
                  <a:pt x="1540280" y="207978"/>
                  <a:pt x="1540280" y="174659"/>
                </a:cubicBezTo>
                <a:cubicBezTo>
                  <a:pt x="1540280" y="141340"/>
                  <a:pt x="1567228" y="114330"/>
                  <a:pt x="1600469" y="114330"/>
                </a:cubicBezTo>
                <a:close/>
                <a:moveTo>
                  <a:pt x="1642449" y="40102"/>
                </a:moveTo>
                <a:cubicBezTo>
                  <a:pt x="1660029" y="40102"/>
                  <a:pt x="1674281" y="54167"/>
                  <a:pt x="1674281" y="71517"/>
                </a:cubicBezTo>
                <a:cubicBezTo>
                  <a:pt x="1674281" y="88867"/>
                  <a:pt x="1660029" y="102932"/>
                  <a:pt x="1642449" y="102932"/>
                </a:cubicBezTo>
                <a:cubicBezTo>
                  <a:pt x="1624869" y="102932"/>
                  <a:pt x="1610617" y="88867"/>
                  <a:pt x="1610617" y="71517"/>
                </a:cubicBezTo>
                <a:cubicBezTo>
                  <a:pt x="1610617" y="54167"/>
                  <a:pt x="1624869" y="40102"/>
                  <a:pt x="1642449" y="40102"/>
                </a:cubicBezTo>
                <a:close/>
                <a:moveTo>
                  <a:pt x="1345930" y="10485"/>
                </a:moveTo>
                <a:cubicBezTo>
                  <a:pt x="1358385" y="11126"/>
                  <a:pt x="1370207" y="14435"/>
                  <a:pt x="1380695" y="19026"/>
                </a:cubicBezTo>
                <a:cubicBezTo>
                  <a:pt x="1413516" y="34114"/>
                  <a:pt x="1436482" y="66283"/>
                  <a:pt x="1437138" y="104360"/>
                </a:cubicBezTo>
                <a:lnTo>
                  <a:pt x="1437138" y="353208"/>
                </a:lnTo>
                <a:cubicBezTo>
                  <a:pt x="1437138" y="359116"/>
                  <a:pt x="1432549" y="363706"/>
                  <a:pt x="1427305" y="363706"/>
                </a:cubicBezTo>
                <a:cubicBezTo>
                  <a:pt x="1424661" y="363706"/>
                  <a:pt x="1422694" y="363065"/>
                  <a:pt x="1420727" y="361749"/>
                </a:cubicBezTo>
                <a:cubicBezTo>
                  <a:pt x="1371518" y="318406"/>
                  <a:pt x="1269799" y="221898"/>
                  <a:pt x="1244866" y="185779"/>
                </a:cubicBezTo>
                <a:cubicBezTo>
                  <a:pt x="1225178" y="156243"/>
                  <a:pt x="1218623" y="120765"/>
                  <a:pt x="1226489" y="91229"/>
                </a:cubicBezTo>
                <a:cubicBezTo>
                  <a:pt x="1238966" y="43295"/>
                  <a:pt x="1285554" y="7852"/>
                  <a:pt x="1345930" y="10485"/>
                </a:cubicBezTo>
                <a:close/>
                <a:moveTo>
                  <a:pt x="1520342" y="0"/>
                </a:moveTo>
                <a:lnTo>
                  <a:pt x="1522408" y="0"/>
                </a:lnTo>
                <a:cubicBezTo>
                  <a:pt x="1553869" y="356"/>
                  <a:pt x="1579201" y="26215"/>
                  <a:pt x="1579201" y="58033"/>
                </a:cubicBezTo>
                <a:cubicBezTo>
                  <a:pt x="1579201" y="90200"/>
                  <a:pt x="1553311" y="116276"/>
                  <a:pt x="1521375" y="116276"/>
                </a:cubicBezTo>
                <a:cubicBezTo>
                  <a:pt x="1489439" y="116276"/>
                  <a:pt x="1463549" y="90200"/>
                  <a:pt x="1463549" y="58033"/>
                </a:cubicBezTo>
                <a:cubicBezTo>
                  <a:pt x="1463549" y="26215"/>
                  <a:pt x="1488881" y="356"/>
                  <a:pt x="1520342" y="0"/>
                </a:cubicBezTo>
                <a:close/>
              </a:path>
            </a:pathLst>
          </a:custGeom>
          <a:solidFill>
            <a:schemeClr val="bg1"/>
          </a:solidFill>
        </p:spPr>
        <p:txBody>
          <a:bodyPr/>
          <a:lstStyle>
            <a:lvl1pPr marL="0" indent="0">
              <a:lnSpc>
                <a:spcPct val="100000"/>
              </a:lnSpc>
              <a:spcBef>
                <a:spcPts val="0"/>
              </a:spcBef>
              <a:spcAft>
                <a:spcPts val="0"/>
              </a:spcAft>
              <a:buFont typeface="Arial" panose="020B0604020202020204" pitchFamily="34" charset="0"/>
              <a:buNone/>
              <a:defRPr sz="533" b="0">
                <a:solidFill>
                  <a:schemeClr val="accent1"/>
                </a:solidFill>
              </a:defRPr>
            </a:lvl1pPr>
            <a:lvl2pPr marL="0" indent="0">
              <a:lnSpc>
                <a:spcPct val="100000"/>
              </a:lnSpc>
              <a:spcBef>
                <a:spcPts val="0"/>
              </a:spcBef>
              <a:spcAft>
                <a:spcPts val="0"/>
              </a:spcAft>
              <a:buFont typeface="Arial" panose="020B0604020202020204" pitchFamily="34" charset="0"/>
              <a:buNone/>
              <a:defRPr sz="533" b="0">
                <a:solidFill>
                  <a:schemeClr val="accent1"/>
                </a:solidFill>
              </a:defRPr>
            </a:lvl2pPr>
            <a:lvl3pPr marL="0" indent="0">
              <a:lnSpc>
                <a:spcPct val="100000"/>
              </a:lnSpc>
              <a:spcBef>
                <a:spcPts val="0"/>
              </a:spcBef>
              <a:spcAft>
                <a:spcPts val="0"/>
              </a:spcAft>
              <a:buNone/>
              <a:defRPr sz="533" b="0">
                <a:solidFill>
                  <a:schemeClr val="accent1"/>
                </a:solidFill>
              </a:defRPr>
            </a:lvl3pPr>
            <a:lvl4pPr marL="0" indent="0">
              <a:lnSpc>
                <a:spcPct val="100000"/>
              </a:lnSpc>
              <a:spcBef>
                <a:spcPts val="0"/>
              </a:spcBef>
              <a:spcAft>
                <a:spcPts val="0"/>
              </a:spcAft>
              <a:buNone/>
              <a:defRPr sz="533" b="0">
                <a:solidFill>
                  <a:schemeClr val="accent1"/>
                </a:solidFill>
              </a:defRPr>
            </a:lvl4pPr>
            <a:lvl5pPr marL="0" indent="0">
              <a:lnSpc>
                <a:spcPct val="100000"/>
              </a:lnSpc>
              <a:spcBef>
                <a:spcPts val="0"/>
              </a:spcBef>
              <a:spcAft>
                <a:spcPts val="0"/>
              </a:spcAft>
              <a:buNone/>
              <a:defRPr sz="533" b="0">
                <a:solidFill>
                  <a:schemeClr val="accent1"/>
                </a:solidFill>
              </a:defRPr>
            </a:lvl5pPr>
            <a:lvl6pPr marL="0" indent="0">
              <a:lnSpc>
                <a:spcPct val="100000"/>
              </a:lnSpc>
              <a:spcBef>
                <a:spcPts val="0"/>
              </a:spcBef>
              <a:spcAft>
                <a:spcPts val="0"/>
              </a:spcAft>
              <a:buFont typeface="Arial" panose="020B0604020202020204" pitchFamily="34" charset="0"/>
              <a:buNone/>
              <a:defRPr sz="533" b="0">
                <a:solidFill>
                  <a:schemeClr val="accent1"/>
                </a:solidFill>
              </a:defRPr>
            </a:lvl6pPr>
            <a:lvl7pPr marL="0" indent="0">
              <a:lnSpc>
                <a:spcPct val="100000"/>
              </a:lnSpc>
              <a:spcBef>
                <a:spcPts val="0"/>
              </a:spcBef>
              <a:spcAft>
                <a:spcPts val="0"/>
              </a:spcAft>
              <a:buFont typeface="Arial" panose="020B0604020202020204" pitchFamily="34" charset="0"/>
              <a:buNone/>
              <a:defRPr sz="533" b="0">
                <a:solidFill>
                  <a:schemeClr val="accent1"/>
                </a:solidFill>
              </a:defRPr>
            </a:lvl7pPr>
            <a:lvl8pPr marL="0" indent="0">
              <a:lnSpc>
                <a:spcPct val="100000"/>
              </a:lnSpc>
              <a:spcBef>
                <a:spcPts val="0"/>
              </a:spcBef>
              <a:spcAft>
                <a:spcPts val="0"/>
              </a:spcAft>
              <a:buFont typeface="Arial" panose="020B0604020202020204" pitchFamily="34" charset="0"/>
              <a:buNone/>
              <a:defRPr sz="533" b="0">
                <a:solidFill>
                  <a:schemeClr val="accent1"/>
                </a:solidFill>
              </a:defRPr>
            </a:lvl8pPr>
            <a:lvl9pPr marL="0" indent="0">
              <a:lnSpc>
                <a:spcPct val="100000"/>
              </a:lnSpc>
              <a:spcBef>
                <a:spcPts val="0"/>
              </a:spcBef>
              <a:spcAft>
                <a:spcPts val="0"/>
              </a:spcAft>
              <a:buFont typeface="Arial" panose="020B0604020202020204" pitchFamily="34" charset="0"/>
              <a:buNone/>
              <a:defRPr sz="533" b="0">
                <a:solidFill>
                  <a:schemeClr val="accent1"/>
                </a:solidFill>
              </a:defRPr>
            </a:lvl9pPr>
          </a:lstStyle>
          <a:p>
            <a:pPr lvl="0"/>
            <a:r>
              <a:rPr lang="de-DE" dirty="0"/>
              <a:t> </a:t>
            </a:r>
          </a:p>
        </p:txBody>
      </p:sp>
      <p:pic>
        <p:nvPicPr>
          <p:cNvPr id="14" name="Picture 13"/>
          <p:cNvPicPr>
            <a:picLocks noChangeAspect="1"/>
          </p:cNvPicPr>
          <p:nvPr userDrawn="1"/>
        </p:nvPicPr>
        <p:blipFill rotWithShape="1">
          <a:blip r:embed="rId3">
            <a:extLst>
              <a:ext uri="{28A0092B-C50C-407E-A947-70E740481C1C}">
                <a14:useLocalDpi xmlns:a14="http://schemas.microsoft.com/office/drawing/2010/main" val="0"/>
              </a:ext>
            </a:extLst>
          </a:blip>
          <a:srcRect l="23944" t="34639" r="23144" b="43493"/>
          <a:stretch/>
        </p:blipFill>
        <p:spPr>
          <a:xfrm>
            <a:off x="10416480" y="5992799"/>
            <a:ext cx="1248139" cy="364527"/>
          </a:xfrm>
          <a:prstGeom prst="rect">
            <a:avLst/>
          </a:prstGeom>
        </p:spPr>
      </p:pic>
    </p:spTree>
    <p:custDataLst>
      <p:tags r:id="rId1"/>
    </p:custDataLst>
    <p:extLst>
      <p:ext uri="{BB962C8B-B14F-4D97-AF65-F5344CB8AC3E}">
        <p14:creationId xmlns:p14="http://schemas.microsoft.com/office/powerpoint/2010/main" val="2700009267"/>
      </p:ext>
    </p:extLst>
  </p:cSld>
  <p:clrMapOvr>
    <a:masterClrMapping/>
  </p:clrMapOvr>
  <p:transition>
    <p:fade/>
  </p:transition>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sp>
        <p:nvSpPr>
          <p:cNvPr id="6" name="Title 1"/>
          <p:cNvSpPr>
            <a:spLocks noGrp="1"/>
          </p:cNvSpPr>
          <p:nvPr>
            <p:ph type="ctrTitle" hasCustomPrompt="1"/>
          </p:nvPr>
        </p:nvSpPr>
        <p:spPr bwMode="gray">
          <a:xfrm>
            <a:off x="1199457" y="1365251"/>
            <a:ext cx="7633396" cy="1007632"/>
          </a:xfrm>
        </p:spPr>
        <p:txBody>
          <a:bodyPr/>
          <a:lstStyle>
            <a:lvl1pPr>
              <a:defRPr sz="8000" spc="-200">
                <a:solidFill>
                  <a:schemeClr val="accent1"/>
                </a:solidFill>
              </a:defRPr>
            </a:lvl1pPr>
          </a:lstStyle>
          <a:p>
            <a:r>
              <a:rPr lang="en-US" dirty="0"/>
              <a:t>Content.</a:t>
            </a:r>
          </a:p>
        </p:txBody>
      </p:sp>
      <p:sp>
        <p:nvSpPr>
          <p:cNvPr id="11" name="Text Placeholder 9"/>
          <p:cNvSpPr>
            <a:spLocks noGrp="1"/>
          </p:cNvSpPr>
          <p:nvPr>
            <p:ph type="body" sz="quarter" idx="13"/>
          </p:nvPr>
        </p:nvSpPr>
        <p:spPr bwMode="gray">
          <a:xfrm>
            <a:off x="1509184" y="2372784"/>
            <a:ext cx="7323667" cy="3649133"/>
          </a:xfrm>
        </p:spPr>
        <p:txBody>
          <a:bodyPr/>
          <a:lstStyle>
            <a:lvl1pPr marL="478355" indent="-478355">
              <a:lnSpc>
                <a:spcPct val="80000"/>
              </a:lnSpc>
              <a:spcBef>
                <a:spcPts val="0"/>
              </a:spcBef>
              <a:spcAft>
                <a:spcPts val="1067"/>
              </a:spcAft>
              <a:buClr>
                <a:schemeClr val="accent1"/>
              </a:buClr>
              <a:buSzPct val="100000"/>
              <a:buFont typeface="+mj-lt"/>
              <a:buAutoNum type="arabicPeriod"/>
              <a:defRPr sz="1867" b="0">
                <a:solidFill>
                  <a:schemeClr val="accent1"/>
                </a:solidFill>
              </a:defRPr>
            </a:lvl1pPr>
            <a:lvl2pPr marL="719982" indent="-239994">
              <a:lnSpc>
                <a:spcPct val="80000"/>
              </a:lnSpc>
              <a:spcBef>
                <a:spcPts val="0"/>
              </a:spcBef>
              <a:spcAft>
                <a:spcPts val="1067"/>
              </a:spcAft>
              <a:buClr>
                <a:schemeClr val="accent1"/>
              </a:buClr>
              <a:buSzPct val="100000"/>
              <a:buFont typeface="Arial" panose="020B0604020202020204" pitchFamily="34" charset="0"/>
              <a:buChar char="•"/>
              <a:defRPr sz="1867" b="0" baseline="0">
                <a:solidFill>
                  <a:schemeClr val="accent1"/>
                </a:solidFill>
              </a:defRPr>
            </a:lvl2pPr>
            <a:lvl3pPr marL="719982" indent="-239994">
              <a:lnSpc>
                <a:spcPct val="80000"/>
              </a:lnSpc>
              <a:spcBef>
                <a:spcPts val="0"/>
              </a:spcBef>
              <a:spcAft>
                <a:spcPts val="1067"/>
              </a:spcAft>
              <a:buClr>
                <a:schemeClr val="accent1"/>
              </a:buClr>
              <a:buSzPct val="100000"/>
              <a:buFont typeface="Arial" panose="020B0604020202020204" pitchFamily="34" charset="0"/>
              <a:buChar char="•"/>
              <a:defRPr sz="1867" b="0">
                <a:solidFill>
                  <a:schemeClr val="accent1"/>
                </a:solidFill>
              </a:defRPr>
            </a:lvl3pPr>
            <a:lvl4pPr marL="719982" indent="-239994">
              <a:lnSpc>
                <a:spcPct val="80000"/>
              </a:lnSpc>
              <a:spcBef>
                <a:spcPts val="0"/>
              </a:spcBef>
              <a:spcAft>
                <a:spcPts val="1067"/>
              </a:spcAft>
              <a:buClr>
                <a:schemeClr val="accent1"/>
              </a:buClr>
              <a:buSzPct val="100000"/>
              <a:buFont typeface="Arial" panose="020B0604020202020204" pitchFamily="34" charset="0"/>
              <a:buChar char="•"/>
              <a:defRPr sz="1867" b="0">
                <a:solidFill>
                  <a:schemeClr val="accent1"/>
                </a:solidFill>
              </a:defRPr>
            </a:lvl4pPr>
            <a:lvl5pPr marL="719982" indent="-239994">
              <a:lnSpc>
                <a:spcPct val="80000"/>
              </a:lnSpc>
              <a:spcBef>
                <a:spcPts val="0"/>
              </a:spcBef>
              <a:spcAft>
                <a:spcPts val="1067"/>
              </a:spcAft>
              <a:buClr>
                <a:schemeClr val="accent1"/>
              </a:buClr>
              <a:buSzPct val="100000"/>
              <a:buFont typeface="Arial" panose="020B0604020202020204" pitchFamily="34" charset="0"/>
              <a:buChar char="•"/>
              <a:defRPr sz="1867" b="0">
                <a:solidFill>
                  <a:schemeClr val="accent1"/>
                </a:solidFill>
              </a:defRPr>
            </a:lvl5pPr>
            <a:lvl6pPr marL="719982" indent="-239994">
              <a:lnSpc>
                <a:spcPct val="80000"/>
              </a:lnSpc>
              <a:spcBef>
                <a:spcPts val="0"/>
              </a:spcBef>
              <a:spcAft>
                <a:spcPts val="1067"/>
              </a:spcAft>
              <a:buClr>
                <a:schemeClr val="accent1"/>
              </a:buClr>
              <a:buSzPct val="100000"/>
              <a:buFont typeface="Arial" panose="020B0604020202020204" pitchFamily="34" charset="0"/>
              <a:buChar char="•"/>
              <a:defRPr sz="1867" b="0">
                <a:solidFill>
                  <a:schemeClr val="accent1"/>
                </a:solidFill>
              </a:defRPr>
            </a:lvl6pPr>
            <a:lvl7pPr marL="719982" indent="-239994">
              <a:lnSpc>
                <a:spcPct val="80000"/>
              </a:lnSpc>
              <a:spcBef>
                <a:spcPts val="0"/>
              </a:spcBef>
              <a:spcAft>
                <a:spcPts val="1067"/>
              </a:spcAft>
              <a:buClr>
                <a:schemeClr val="accent1"/>
              </a:buClr>
              <a:buSzPct val="100000"/>
              <a:buFont typeface="Arial" panose="020B0604020202020204" pitchFamily="34" charset="0"/>
              <a:buChar char="•"/>
              <a:defRPr sz="1867" b="0">
                <a:solidFill>
                  <a:schemeClr val="accent1"/>
                </a:solidFill>
              </a:defRPr>
            </a:lvl7pPr>
            <a:lvl8pPr marL="719982" indent="-239994">
              <a:lnSpc>
                <a:spcPct val="80000"/>
              </a:lnSpc>
              <a:spcBef>
                <a:spcPts val="0"/>
              </a:spcBef>
              <a:spcAft>
                <a:spcPts val="1067"/>
              </a:spcAft>
              <a:buClr>
                <a:schemeClr val="accent1"/>
              </a:buClr>
              <a:buSzPct val="100000"/>
              <a:buFont typeface="Arial" panose="020B0604020202020204" pitchFamily="34" charset="0"/>
              <a:buChar char="•"/>
              <a:defRPr sz="1867" b="0">
                <a:solidFill>
                  <a:schemeClr val="accent1"/>
                </a:solidFill>
              </a:defRPr>
            </a:lvl8pPr>
            <a:lvl9pPr marL="719982" indent="-239994">
              <a:lnSpc>
                <a:spcPct val="80000"/>
              </a:lnSpc>
              <a:spcBef>
                <a:spcPts val="0"/>
              </a:spcBef>
              <a:spcAft>
                <a:spcPts val="1067"/>
              </a:spcAft>
              <a:buClr>
                <a:schemeClr val="accent1"/>
              </a:buClr>
              <a:buSzPct val="100000"/>
              <a:buFont typeface="Arial" panose="020B0604020202020204" pitchFamily="34" charset="0"/>
              <a:buChar char="•"/>
              <a:defRPr sz="1867" b="0">
                <a:solidFill>
                  <a:schemeClr val="accent1"/>
                </a:solidFill>
              </a:defRPr>
            </a:lvl9pPr>
          </a:lstStyle>
          <a:p>
            <a:pPr lvl="0"/>
            <a:r>
              <a:rPr lang="en-US"/>
              <a:t>Click to edit Master text styles</a:t>
            </a:r>
          </a:p>
          <a:p>
            <a:pPr lvl="1"/>
            <a:r>
              <a:rPr lang="en-US"/>
              <a:t>Second level</a:t>
            </a:r>
          </a:p>
        </p:txBody>
      </p:sp>
      <p:sp>
        <p:nvSpPr>
          <p:cNvPr id="5" name="Date Placeholder 2"/>
          <p:cNvSpPr>
            <a:spLocks noGrp="1"/>
          </p:cNvSpPr>
          <p:nvPr>
            <p:ph type="dt" sz="half" idx="10"/>
          </p:nvPr>
        </p:nvSpPr>
        <p:spPr>
          <a:xfrm>
            <a:off x="10848530" y="7077405"/>
            <a:ext cx="624069" cy="96011"/>
          </a:xfrm>
        </p:spPr>
        <p:txBody>
          <a:bodyPr/>
          <a:lstStyle>
            <a:lvl1pPr>
              <a:defRPr sz="400">
                <a:solidFill>
                  <a:schemeClr val="bg1">
                    <a:lumMod val="75000"/>
                    <a:alpha val="0"/>
                  </a:schemeClr>
                </a:solidFill>
              </a:defRPr>
            </a:lvl1pPr>
          </a:lstStyle>
          <a:p>
            <a:fld id="{5D5E1061-CA30-4BA7-9D4A-35AA00C33585}" type="datetime1">
              <a:rPr lang="en-US" smtClean="0"/>
              <a:t>7/6/2026</a:t>
            </a:fld>
            <a:endParaRPr lang="en-US"/>
          </a:p>
        </p:txBody>
      </p:sp>
      <p:sp>
        <p:nvSpPr>
          <p:cNvPr id="7" name="Footer Placeholder 3"/>
          <p:cNvSpPr>
            <a:spLocks noGrp="1"/>
          </p:cNvSpPr>
          <p:nvPr>
            <p:ph type="ftr" sz="quarter" idx="11"/>
          </p:nvPr>
        </p:nvSpPr>
        <p:spPr>
          <a:xfrm>
            <a:off x="9215967" y="7077405"/>
            <a:ext cx="1632563" cy="96011"/>
          </a:xfrm>
        </p:spPr>
        <p:txBody>
          <a:bodyPr/>
          <a:lstStyle>
            <a:lvl1pPr>
              <a:defRPr sz="400">
                <a:solidFill>
                  <a:schemeClr val="bg1">
                    <a:lumMod val="75000"/>
                    <a:alpha val="0"/>
                  </a:schemeClr>
                </a:solidFill>
              </a:defRPr>
            </a:lvl1pPr>
          </a:lstStyle>
          <a:p>
            <a:r>
              <a:rPr lang="en-US"/>
              <a:t>Title of the presentation</a:t>
            </a:r>
          </a:p>
        </p:txBody>
      </p:sp>
      <p:sp>
        <p:nvSpPr>
          <p:cNvPr id="8" name="Slide Number Placeholder 4"/>
          <p:cNvSpPr>
            <a:spLocks noGrp="1"/>
          </p:cNvSpPr>
          <p:nvPr>
            <p:ph type="sldNum" sz="quarter" idx="12"/>
          </p:nvPr>
        </p:nvSpPr>
        <p:spPr>
          <a:xfrm>
            <a:off x="11472598" y="7077405"/>
            <a:ext cx="287601" cy="96011"/>
          </a:xfrm>
        </p:spPr>
        <p:txBody>
          <a:bodyPr/>
          <a:lstStyle>
            <a:lvl1pPr>
              <a:defRPr sz="400">
                <a:solidFill>
                  <a:schemeClr val="bg1">
                    <a:lumMod val="75000"/>
                    <a:alpha val="0"/>
                  </a:schemeClr>
                </a:solidFill>
              </a:defRPr>
            </a:lvl1pPr>
          </a:lstStyle>
          <a:p>
            <a:fld id="{FCB53D23-1D79-480C-B3BE-829293F4503C}" type="slidenum">
              <a:rPr lang="en-US" smtClean="0"/>
              <a:pPr/>
              <a:t>‹#›</a:t>
            </a:fld>
            <a:endParaRPr lang="en-US"/>
          </a:p>
        </p:txBody>
      </p:sp>
      <p:pic>
        <p:nvPicPr>
          <p:cNvPr id="9" name="Picture 8"/>
          <p:cNvPicPr>
            <a:picLocks noChangeAspect="1"/>
          </p:cNvPicPr>
          <p:nvPr userDrawn="1"/>
        </p:nvPicPr>
        <p:blipFill rotWithShape="1">
          <a:blip r:embed="rId3">
            <a:extLst>
              <a:ext uri="{28A0092B-C50C-407E-A947-70E740481C1C}">
                <a14:useLocalDpi xmlns:a14="http://schemas.microsoft.com/office/drawing/2010/main" val="0"/>
              </a:ext>
            </a:extLst>
          </a:blip>
          <a:srcRect l="24379" t="37316" r="25013" b="45452"/>
          <a:stretch/>
        </p:blipFill>
        <p:spPr>
          <a:xfrm>
            <a:off x="10424933" y="6021289"/>
            <a:ext cx="1239687" cy="298289"/>
          </a:xfrm>
          <a:prstGeom prst="rect">
            <a:avLst/>
          </a:prstGeom>
        </p:spPr>
      </p:pic>
      <p:pic>
        <p:nvPicPr>
          <p:cNvPr id="10" name="Picture 24"/>
          <p:cNvPicPr>
            <a:picLocks noChangeAspect="1" noChangeArrowheads="1"/>
          </p:cNvPicPr>
          <p:nvPr userDrawn="1"/>
        </p:nvPicPr>
        <p:blipFill>
          <a:blip r:embed="rId4" cstate="hqprint">
            <a:extLst>
              <a:ext uri="{28A0092B-C50C-407E-A947-70E740481C1C}">
                <a14:useLocalDpi xmlns:a14="http://schemas.microsoft.com/office/drawing/2010/main" val="0"/>
              </a:ext>
            </a:extLst>
          </a:blip>
          <a:srcRect/>
          <a:stretch>
            <a:fillRect/>
          </a:stretch>
        </p:blipFill>
        <p:spPr bwMode="gray">
          <a:xfrm>
            <a:off x="7907163" y="5883230"/>
            <a:ext cx="2250631" cy="49003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ustDataLst>
      <p:tags r:id="rId1"/>
    </p:custDataLst>
    <p:extLst>
      <p:ext uri="{BB962C8B-B14F-4D97-AF65-F5344CB8AC3E}">
        <p14:creationId xmlns:p14="http://schemas.microsoft.com/office/powerpoint/2010/main" val="3804507626"/>
      </p:ext>
    </p:extLst>
  </p:cSld>
  <p:clrMapOvr>
    <a:masterClrMapping/>
  </p:clrMapOvr>
  <p:transition spd="med">
    <p:push dir="u"/>
  </p:transition>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bwMode="gray"/>
        <p:txBody>
          <a:bodyPr/>
          <a:lstStyle/>
          <a:p>
            <a:r>
              <a:rPr lang="de-DE" dirty="0"/>
              <a:t>Title </a:t>
            </a:r>
            <a:r>
              <a:rPr lang="de-DE" dirty="0" err="1"/>
              <a:t>of</a:t>
            </a:r>
            <a:r>
              <a:rPr lang="de-DE" dirty="0"/>
              <a:t> </a:t>
            </a:r>
            <a:br>
              <a:rPr lang="de-DE" dirty="0"/>
            </a:br>
            <a:r>
              <a:rPr lang="de-DE" dirty="0" err="1"/>
              <a:t>the</a:t>
            </a:r>
            <a:r>
              <a:rPr lang="de-DE" dirty="0"/>
              <a:t> </a:t>
            </a:r>
            <a:r>
              <a:rPr lang="de-DE" dirty="0" err="1"/>
              <a:t>slide</a:t>
            </a:r>
            <a:endParaRPr lang="en-US" dirty="0"/>
          </a:p>
        </p:txBody>
      </p:sp>
      <p:sp>
        <p:nvSpPr>
          <p:cNvPr id="4" name="Date Placeholder 3"/>
          <p:cNvSpPr>
            <a:spLocks noGrp="1"/>
          </p:cNvSpPr>
          <p:nvPr>
            <p:ph type="dt" sz="half" idx="10"/>
          </p:nvPr>
        </p:nvSpPr>
        <p:spPr bwMode="gray"/>
        <p:txBody>
          <a:bodyPr/>
          <a:lstStyle/>
          <a:p>
            <a:fld id="{1B26A9AC-32EF-4C29-A2D7-C4503E40BA63}" type="datetime1">
              <a:rPr lang="en-US" smtClean="0"/>
              <a:t>7/6/2026</a:t>
            </a:fld>
            <a:endParaRPr lang="en-US"/>
          </a:p>
        </p:txBody>
      </p:sp>
      <p:sp>
        <p:nvSpPr>
          <p:cNvPr id="5" name="Footer Placeholder 4"/>
          <p:cNvSpPr>
            <a:spLocks noGrp="1"/>
          </p:cNvSpPr>
          <p:nvPr>
            <p:ph type="ftr" sz="quarter" idx="11"/>
          </p:nvPr>
        </p:nvSpPr>
        <p:spPr bwMode="gray"/>
        <p:txBody>
          <a:bodyPr/>
          <a:lstStyle/>
          <a:p>
            <a:r>
              <a:rPr lang="en-US"/>
              <a:t>Title of the presentation</a:t>
            </a:r>
          </a:p>
        </p:txBody>
      </p:sp>
      <p:sp>
        <p:nvSpPr>
          <p:cNvPr id="6" name="Slide Number Placeholder 5"/>
          <p:cNvSpPr>
            <a:spLocks noGrp="1"/>
          </p:cNvSpPr>
          <p:nvPr>
            <p:ph type="sldNum" sz="quarter" idx="12"/>
          </p:nvPr>
        </p:nvSpPr>
        <p:spPr bwMode="gray"/>
        <p:txBody>
          <a:bodyPr/>
          <a:lstStyle/>
          <a:p>
            <a:fld id="{FCB53D23-1D79-480C-B3BE-829293F4503C}" type="slidenum">
              <a:rPr lang="en-US" smtClean="0"/>
              <a:t>‹#›</a:t>
            </a:fld>
            <a:endParaRPr lang="en-US"/>
          </a:p>
        </p:txBody>
      </p:sp>
      <p:sp>
        <p:nvSpPr>
          <p:cNvPr id="9" name="Text Placeholder 8"/>
          <p:cNvSpPr>
            <a:spLocks noGrp="1"/>
          </p:cNvSpPr>
          <p:nvPr>
            <p:ph type="body" sz="quarter" idx="13"/>
          </p:nvPr>
        </p:nvSpPr>
        <p:spPr bwMode="gray"/>
        <p:txBody>
          <a:bodyPr/>
          <a:lstStyle>
            <a:lvl5pPr>
              <a:defRPr/>
            </a:lvl5pPr>
            <a:lvl6pPr marL="359991" indent="-359991">
              <a:defRPr/>
            </a:lvl6pPr>
            <a:lvl7pPr>
              <a:defRPr/>
            </a:lvl7pPr>
            <a:lvl8pPr>
              <a:defRPr>
                <a:solidFill>
                  <a:schemeClr val="accent1"/>
                </a:solidFill>
              </a:defRPr>
            </a:lvl8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788286881"/>
      </p:ext>
    </p:extLst>
  </p:cSld>
  <p:clrMapOvr>
    <a:masterClrMapping/>
  </p:clrMapOvr>
  <p:transition>
    <p:fade/>
  </p:transition>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bwMode="gray"/>
        <p:txBody>
          <a:bodyPr/>
          <a:lstStyle/>
          <a:p>
            <a:r>
              <a:rPr lang="de-DE" dirty="0"/>
              <a:t>Title </a:t>
            </a:r>
            <a:r>
              <a:rPr lang="de-DE" dirty="0" err="1"/>
              <a:t>of</a:t>
            </a:r>
            <a:r>
              <a:rPr lang="de-DE" dirty="0"/>
              <a:t> </a:t>
            </a:r>
            <a:br>
              <a:rPr lang="de-DE" dirty="0"/>
            </a:br>
            <a:r>
              <a:rPr lang="de-DE" dirty="0" err="1"/>
              <a:t>the</a:t>
            </a:r>
            <a:r>
              <a:rPr lang="de-DE" dirty="0"/>
              <a:t> </a:t>
            </a:r>
            <a:r>
              <a:rPr lang="de-DE" dirty="0" err="1"/>
              <a:t>slide</a:t>
            </a:r>
            <a:endParaRPr lang="en-US" dirty="0"/>
          </a:p>
        </p:txBody>
      </p:sp>
      <p:sp>
        <p:nvSpPr>
          <p:cNvPr id="4" name="Date Placeholder 3"/>
          <p:cNvSpPr>
            <a:spLocks noGrp="1"/>
          </p:cNvSpPr>
          <p:nvPr>
            <p:ph type="dt" sz="half" idx="10"/>
          </p:nvPr>
        </p:nvSpPr>
        <p:spPr bwMode="gray"/>
        <p:txBody>
          <a:bodyPr/>
          <a:lstStyle/>
          <a:p>
            <a:fld id="{13D5BD56-788B-4337-B147-3C027DDF9803}" type="datetime1">
              <a:rPr lang="en-US" smtClean="0"/>
              <a:t>7/6/2026</a:t>
            </a:fld>
            <a:endParaRPr lang="en-US"/>
          </a:p>
        </p:txBody>
      </p:sp>
      <p:sp>
        <p:nvSpPr>
          <p:cNvPr id="5" name="Footer Placeholder 4"/>
          <p:cNvSpPr>
            <a:spLocks noGrp="1"/>
          </p:cNvSpPr>
          <p:nvPr>
            <p:ph type="ftr" sz="quarter" idx="11"/>
          </p:nvPr>
        </p:nvSpPr>
        <p:spPr bwMode="gray"/>
        <p:txBody>
          <a:bodyPr/>
          <a:lstStyle/>
          <a:p>
            <a:r>
              <a:rPr lang="en-US"/>
              <a:t>Title of the presentation</a:t>
            </a:r>
          </a:p>
        </p:txBody>
      </p:sp>
      <p:sp>
        <p:nvSpPr>
          <p:cNvPr id="6" name="Slide Number Placeholder 5"/>
          <p:cNvSpPr>
            <a:spLocks noGrp="1"/>
          </p:cNvSpPr>
          <p:nvPr>
            <p:ph type="sldNum" sz="quarter" idx="12"/>
          </p:nvPr>
        </p:nvSpPr>
        <p:spPr bwMode="gray"/>
        <p:txBody>
          <a:bodyPr/>
          <a:lstStyle/>
          <a:p>
            <a:fld id="{FCB53D23-1D79-480C-B3BE-829293F4503C}" type="slidenum">
              <a:rPr lang="en-US" smtClean="0"/>
              <a:t>‹#›</a:t>
            </a:fld>
            <a:endParaRPr lang="en-US"/>
          </a:p>
        </p:txBody>
      </p:sp>
    </p:spTree>
    <p:custDataLst>
      <p:tags r:id="rId1"/>
    </p:custDataLst>
    <p:extLst>
      <p:ext uri="{BB962C8B-B14F-4D97-AF65-F5344CB8AC3E}">
        <p14:creationId xmlns:p14="http://schemas.microsoft.com/office/powerpoint/2010/main" val="404418825"/>
      </p:ext>
    </p:extLst>
  </p:cSld>
  <p:clrMapOvr>
    <a:masterClrMapping/>
  </p:clrMapOvr>
  <p:transition>
    <p:fade/>
  </p:transition>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Text &amp; Image">
    <p:spTree>
      <p:nvGrpSpPr>
        <p:cNvPr id="1" name=""/>
        <p:cNvGrpSpPr/>
        <p:nvPr/>
      </p:nvGrpSpPr>
      <p:grpSpPr>
        <a:xfrm>
          <a:off x="0" y="0"/>
          <a:ext cx="0" cy="0"/>
          <a:chOff x="0" y="0"/>
          <a:chExt cx="0" cy="0"/>
        </a:xfrm>
      </p:grpSpPr>
      <p:sp>
        <p:nvSpPr>
          <p:cNvPr id="10" name="Picture Placeholder 3"/>
          <p:cNvSpPr>
            <a:spLocks noGrp="1"/>
          </p:cNvSpPr>
          <p:nvPr>
            <p:ph type="pic" sz="quarter" idx="13" hasCustomPrompt="1"/>
          </p:nvPr>
        </p:nvSpPr>
        <p:spPr bwMode="gray">
          <a:xfrm>
            <a:off x="9023352" y="0"/>
            <a:ext cx="3168649" cy="6858000"/>
          </a:xfrm>
          <a:prstGeom prst="rect">
            <a:avLst/>
          </a:prstGeom>
          <a:solidFill>
            <a:schemeClr val="tx1">
              <a:lumMod val="50000"/>
              <a:lumOff val="50000"/>
            </a:schemeClr>
          </a:solidFill>
        </p:spPr>
        <p:txBody>
          <a:bodyPr tIns="0" bIns="720000" anchor="ctr" anchorCtr="0"/>
          <a:lstStyle>
            <a:lvl1pPr algn="ctr">
              <a:defRPr sz="1200" baseline="0">
                <a:solidFill>
                  <a:schemeClr val="bg1"/>
                </a:solidFill>
              </a:defRPr>
            </a:lvl1pPr>
          </a:lstStyle>
          <a:p>
            <a:r>
              <a:rPr lang="de-DE" dirty="0"/>
              <a:t>Click </a:t>
            </a:r>
            <a:r>
              <a:rPr lang="de-DE" dirty="0" err="1"/>
              <a:t>the</a:t>
            </a:r>
            <a:r>
              <a:rPr lang="de-DE" dirty="0"/>
              <a:t> </a:t>
            </a:r>
            <a:r>
              <a:rPr lang="de-DE" dirty="0" err="1"/>
              <a:t>icon</a:t>
            </a:r>
            <a:r>
              <a:rPr lang="de-DE" dirty="0"/>
              <a:t> </a:t>
            </a:r>
            <a:br>
              <a:rPr lang="de-DE" dirty="0"/>
            </a:br>
            <a:r>
              <a:rPr lang="de-DE" dirty="0" err="1"/>
              <a:t>to</a:t>
            </a:r>
            <a:r>
              <a:rPr lang="de-DE" dirty="0"/>
              <a:t> </a:t>
            </a:r>
            <a:r>
              <a:rPr lang="de-DE" dirty="0" err="1"/>
              <a:t>add</a:t>
            </a:r>
            <a:r>
              <a:rPr lang="de-DE" dirty="0"/>
              <a:t> an </a:t>
            </a:r>
            <a:r>
              <a:rPr lang="de-DE" dirty="0" err="1"/>
              <a:t>image</a:t>
            </a:r>
            <a:endParaRPr lang="en-US" dirty="0"/>
          </a:p>
        </p:txBody>
      </p:sp>
      <p:sp>
        <p:nvSpPr>
          <p:cNvPr id="2" name="Title 1"/>
          <p:cNvSpPr>
            <a:spLocks noGrp="1"/>
          </p:cNvSpPr>
          <p:nvPr>
            <p:ph type="title" hasCustomPrompt="1"/>
          </p:nvPr>
        </p:nvSpPr>
        <p:spPr bwMode="gray">
          <a:xfrm>
            <a:off x="431801" y="452969"/>
            <a:ext cx="8401051" cy="912284"/>
          </a:xfrm>
        </p:spPr>
        <p:txBody>
          <a:bodyPr/>
          <a:lstStyle>
            <a:lvl1pPr>
              <a:defRPr baseline="0"/>
            </a:lvl1pPr>
          </a:lstStyle>
          <a:p>
            <a:r>
              <a:rPr lang="de-DE" dirty="0"/>
              <a:t>Title </a:t>
            </a:r>
            <a:r>
              <a:rPr lang="de-DE" dirty="0" err="1"/>
              <a:t>of</a:t>
            </a:r>
            <a:r>
              <a:rPr lang="de-DE" dirty="0"/>
              <a:t> </a:t>
            </a:r>
            <a:br>
              <a:rPr lang="de-DE" dirty="0"/>
            </a:br>
            <a:r>
              <a:rPr lang="de-DE" dirty="0" err="1"/>
              <a:t>the</a:t>
            </a:r>
            <a:r>
              <a:rPr lang="de-DE" dirty="0"/>
              <a:t> </a:t>
            </a:r>
            <a:r>
              <a:rPr lang="de-DE" dirty="0" err="1"/>
              <a:t>slide</a:t>
            </a:r>
            <a:endParaRPr lang="en-US" dirty="0"/>
          </a:p>
        </p:txBody>
      </p:sp>
      <p:sp>
        <p:nvSpPr>
          <p:cNvPr id="4" name="Date Placeholder 3"/>
          <p:cNvSpPr>
            <a:spLocks noGrp="1"/>
          </p:cNvSpPr>
          <p:nvPr>
            <p:ph type="dt" sz="half" idx="10"/>
          </p:nvPr>
        </p:nvSpPr>
        <p:spPr bwMode="gray"/>
        <p:txBody>
          <a:bodyPr/>
          <a:lstStyle>
            <a:lvl1pPr>
              <a:defRPr>
                <a:solidFill>
                  <a:schemeClr val="bg1"/>
                </a:solidFill>
              </a:defRPr>
            </a:lvl1pPr>
          </a:lstStyle>
          <a:p>
            <a:fld id="{D35BDD1F-C475-43DB-BE05-7999FF5EE60E}" type="datetime1">
              <a:rPr lang="en-US" smtClean="0"/>
              <a:t>7/6/2026</a:t>
            </a:fld>
            <a:endParaRPr lang="en-US"/>
          </a:p>
        </p:txBody>
      </p:sp>
      <p:sp>
        <p:nvSpPr>
          <p:cNvPr id="5" name="Footer Placeholder 4"/>
          <p:cNvSpPr>
            <a:spLocks noGrp="1"/>
          </p:cNvSpPr>
          <p:nvPr>
            <p:ph type="ftr" sz="quarter" idx="11"/>
          </p:nvPr>
        </p:nvSpPr>
        <p:spPr bwMode="gray"/>
        <p:txBody>
          <a:bodyPr/>
          <a:lstStyle>
            <a:lvl1pPr>
              <a:defRPr>
                <a:solidFill>
                  <a:schemeClr val="bg1"/>
                </a:solidFill>
              </a:defRPr>
            </a:lvl1pPr>
          </a:lstStyle>
          <a:p>
            <a:r>
              <a:rPr lang="en-US"/>
              <a:t>Title of the presentation</a:t>
            </a:r>
            <a:endParaRPr lang="en-US" dirty="0"/>
          </a:p>
        </p:txBody>
      </p:sp>
      <p:sp>
        <p:nvSpPr>
          <p:cNvPr id="6" name="Slide Number Placeholder 5"/>
          <p:cNvSpPr>
            <a:spLocks noGrp="1"/>
          </p:cNvSpPr>
          <p:nvPr>
            <p:ph type="sldNum" sz="quarter" idx="12"/>
          </p:nvPr>
        </p:nvSpPr>
        <p:spPr bwMode="gray"/>
        <p:txBody>
          <a:bodyPr/>
          <a:lstStyle>
            <a:lvl1pPr>
              <a:defRPr>
                <a:solidFill>
                  <a:schemeClr val="bg1"/>
                </a:solidFill>
              </a:defRPr>
            </a:lvl1pPr>
          </a:lstStyle>
          <a:p>
            <a:fld id="{FCB53D23-1D79-480C-B3BE-829293F4503C}" type="slidenum">
              <a:rPr lang="en-US" smtClean="0"/>
              <a:pPr/>
              <a:t>‹#›</a:t>
            </a:fld>
            <a:endParaRPr lang="en-US"/>
          </a:p>
        </p:txBody>
      </p:sp>
      <p:sp>
        <p:nvSpPr>
          <p:cNvPr id="7" name="Text Placeholder 6"/>
          <p:cNvSpPr>
            <a:spLocks noGrp="1"/>
          </p:cNvSpPr>
          <p:nvPr>
            <p:ph type="body" sz="quarter" idx="14"/>
          </p:nvPr>
        </p:nvSpPr>
        <p:spPr bwMode="gray">
          <a:xfrm>
            <a:off x="431801" y="1701800"/>
            <a:ext cx="8401051" cy="432011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0" name="Text Placeholder 10"/>
          <p:cNvSpPr>
            <a:spLocks noGrp="1"/>
          </p:cNvSpPr>
          <p:nvPr>
            <p:ph type="body" sz="quarter" idx="15" hasCustomPrompt="1"/>
          </p:nvPr>
        </p:nvSpPr>
        <p:spPr bwMode="gray">
          <a:xfrm>
            <a:off x="8086541" y="5335797"/>
            <a:ext cx="951524" cy="951523"/>
          </a:xfrm>
          <a:prstGeom prst="ellipse">
            <a:avLst/>
          </a:prstGeom>
          <a:solidFill>
            <a:schemeClr val="accent1"/>
          </a:solidFill>
        </p:spPr>
        <p:txBody>
          <a:bodyPr anchor="ctr"/>
          <a:lstStyle>
            <a:lvl1pPr marL="0" indent="0" algn="ctr">
              <a:lnSpc>
                <a:spcPct val="100000"/>
              </a:lnSpc>
              <a:spcBef>
                <a:spcPts val="0"/>
              </a:spcBef>
              <a:spcAft>
                <a:spcPts val="0"/>
              </a:spcAft>
              <a:buFont typeface="Arial" panose="020B0604020202020204" pitchFamily="34" charset="0"/>
              <a:buNone/>
              <a:defRPr sz="267" b="0" baseline="0">
                <a:solidFill>
                  <a:schemeClr val="accent1">
                    <a:alpha val="0"/>
                  </a:schemeClr>
                </a:solidFill>
                <a:latin typeface="Avenir Next" panose="020B0503020202020204"/>
              </a:defRPr>
            </a:lvl1pPr>
            <a:lvl2pPr marL="0" indent="0" algn="ctr">
              <a:lnSpc>
                <a:spcPct val="100000"/>
              </a:lnSpc>
              <a:spcBef>
                <a:spcPts val="0"/>
              </a:spcBef>
              <a:spcAft>
                <a:spcPts val="0"/>
              </a:spcAft>
              <a:buFont typeface="Arial" panose="020B0604020202020204" pitchFamily="34" charset="0"/>
              <a:buNone/>
              <a:defRPr sz="267" b="0">
                <a:solidFill>
                  <a:schemeClr val="accent1">
                    <a:alpha val="0"/>
                  </a:schemeClr>
                </a:solidFill>
                <a:latin typeface="+mn-lt"/>
              </a:defRPr>
            </a:lvl2pPr>
            <a:lvl3pPr marL="0" indent="0" algn="ctr">
              <a:lnSpc>
                <a:spcPct val="100000"/>
              </a:lnSpc>
              <a:spcBef>
                <a:spcPts val="0"/>
              </a:spcBef>
              <a:spcAft>
                <a:spcPts val="0"/>
              </a:spcAft>
              <a:buFont typeface="Arial" panose="020B0604020202020204" pitchFamily="34" charset="0"/>
              <a:buNone/>
              <a:defRPr sz="267" b="0">
                <a:solidFill>
                  <a:schemeClr val="accent1">
                    <a:alpha val="0"/>
                  </a:schemeClr>
                </a:solidFill>
                <a:latin typeface="+mn-lt"/>
              </a:defRPr>
            </a:lvl3pPr>
            <a:lvl4pPr marL="0" indent="0" algn="ctr">
              <a:lnSpc>
                <a:spcPct val="100000"/>
              </a:lnSpc>
              <a:spcBef>
                <a:spcPts val="0"/>
              </a:spcBef>
              <a:spcAft>
                <a:spcPts val="0"/>
              </a:spcAft>
              <a:buFont typeface="Arial" panose="020B0604020202020204" pitchFamily="34" charset="0"/>
              <a:buNone/>
              <a:defRPr sz="267" b="0">
                <a:solidFill>
                  <a:schemeClr val="accent1">
                    <a:alpha val="0"/>
                  </a:schemeClr>
                </a:solidFill>
                <a:latin typeface="+mn-lt"/>
              </a:defRPr>
            </a:lvl4pPr>
            <a:lvl5pPr marL="0" indent="0" algn="ctr">
              <a:lnSpc>
                <a:spcPct val="100000"/>
              </a:lnSpc>
              <a:spcBef>
                <a:spcPts val="0"/>
              </a:spcBef>
              <a:spcAft>
                <a:spcPts val="0"/>
              </a:spcAft>
              <a:buFont typeface="Arial" panose="020B0604020202020204" pitchFamily="34" charset="0"/>
              <a:buNone/>
              <a:defRPr sz="267" b="0">
                <a:solidFill>
                  <a:schemeClr val="accent1">
                    <a:alpha val="0"/>
                  </a:schemeClr>
                </a:solidFill>
                <a:latin typeface="+mn-lt"/>
              </a:defRPr>
            </a:lvl5pPr>
            <a:lvl6pPr marL="0" indent="0" algn="ctr">
              <a:lnSpc>
                <a:spcPct val="100000"/>
              </a:lnSpc>
              <a:spcBef>
                <a:spcPts val="0"/>
              </a:spcBef>
              <a:spcAft>
                <a:spcPts val="0"/>
              </a:spcAft>
              <a:buFont typeface="Arial" panose="020B0604020202020204" pitchFamily="34" charset="0"/>
              <a:buNone/>
              <a:defRPr sz="267" b="0">
                <a:solidFill>
                  <a:schemeClr val="accent1">
                    <a:alpha val="0"/>
                  </a:schemeClr>
                </a:solidFill>
                <a:latin typeface="+mn-lt"/>
              </a:defRPr>
            </a:lvl6pPr>
            <a:lvl7pPr marL="0" indent="0" algn="ctr">
              <a:lnSpc>
                <a:spcPct val="100000"/>
              </a:lnSpc>
              <a:spcBef>
                <a:spcPts val="0"/>
              </a:spcBef>
              <a:spcAft>
                <a:spcPts val="0"/>
              </a:spcAft>
              <a:buFont typeface="Arial" panose="020B0604020202020204" pitchFamily="34" charset="0"/>
              <a:buNone/>
              <a:defRPr sz="267" b="0">
                <a:solidFill>
                  <a:schemeClr val="accent1">
                    <a:alpha val="0"/>
                  </a:schemeClr>
                </a:solidFill>
                <a:latin typeface="+mn-lt"/>
              </a:defRPr>
            </a:lvl7pPr>
            <a:lvl8pPr marL="0" indent="0" algn="ctr">
              <a:lnSpc>
                <a:spcPct val="100000"/>
              </a:lnSpc>
              <a:spcBef>
                <a:spcPts val="0"/>
              </a:spcBef>
              <a:spcAft>
                <a:spcPts val="0"/>
              </a:spcAft>
              <a:buFont typeface="Arial" panose="020B0604020202020204" pitchFamily="34" charset="0"/>
              <a:buNone/>
              <a:defRPr sz="267" b="0">
                <a:solidFill>
                  <a:schemeClr val="accent1">
                    <a:alpha val="0"/>
                  </a:schemeClr>
                </a:solidFill>
                <a:latin typeface="+mn-lt"/>
              </a:defRPr>
            </a:lvl8pPr>
            <a:lvl9pPr marL="0" indent="0" algn="ctr">
              <a:lnSpc>
                <a:spcPct val="100000"/>
              </a:lnSpc>
              <a:spcBef>
                <a:spcPts val="0"/>
              </a:spcBef>
              <a:spcAft>
                <a:spcPts val="0"/>
              </a:spcAft>
              <a:buFont typeface="Arial" panose="020B0604020202020204" pitchFamily="34" charset="0"/>
              <a:buNone/>
              <a:defRPr sz="267" b="0">
                <a:solidFill>
                  <a:schemeClr val="accent1">
                    <a:alpha val="0"/>
                  </a:schemeClr>
                </a:solidFill>
                <a:latin typeface="+mn-lt"/>
              </a:defRPr>
            </a:lvl9pPr>
          </a:lstStyle>
          <a:p>
            <a:pPr lvl="0"/>
            <a:r>
              <a:rPr lang="de-DE" dirty="0"/>
              <a:t> </a:t>
            </a:r>
          </a:p>
        </p:txBody>
      </p:sp>
      <p:sp>
        <p:nvSpPr>
          <p:cNvPr id="21" name="Text Placeholder 10"/>
          <p:cNvSpPr>
            <a:spLocks noGrp="1"/>
          </p:cNvSpPr>
          <p:nvPr>
            <p:ph type="body" sz="quarter" idx="18" hasCustomPrompt="1"/>
          </p:nvPr>
        </p:nvSpPr>
        <p:spPr bwMode="gray">
          <a:xfrm>
            <a:off x="8656883" y="5437765"/>
            <a:ext cx="723856" cy="723857"/>
          </a:xfrm>
          <a:prstGeom prst="ellipse">
            <a:avLst/>
          </a:prstGeom>
          <a:solidFill>
            <a:schemeClr val="bg1"/>
          </a:solidFill>
        </p:spPr>
        <p:txBody>
          <a:bodyPr anchor="ctr"/>
          <a:lstStyle>
            <a:lvl1pPr marL="0" indent="0" algn="ctr">
              <a:lnSpc>
                <a:spcPct val="100000"/>
              </a:lnSpc>
              <a:spcBef>
                <a:spcPts val="0"/>
              </a:spcBef>
              <a:spcAft>
                <a:spcPts val="0"/>
              </a:spcAft>
              <a:buFont typeface="Arial" panose="020B0604020202020204" pitchFamily="34" charset="0"/>
              <a:buNone/>
              <a:defRPr sz="533" b="0">
                <a:solidFill>
                  <a:schemeClr val="bg1">
                    <a:alpha val="0"/>
                  </a:schemeClr>
                </a:solidFill>
                <a:latin typeface="Avenir Next" panose="020B0503020202020204"/>
              </a:defRPr>
            </a:lvl1pPr>
            <a:lvl2pPr marL="0" indent="0" algn="ctr">
              <a:lnSpc>
                <a:spcPct val="100000"/>
              </a:lnSpc>
              <a:spcBef>
                <a:spcPts val="0"/>
              </a:spcBef>
              <a:spcAft>
                <a:spcPts val="0"/>
              </a:spcAft>
              <a:buFont typeface="Arial" panose="020B0604020202020204" pitchFamily="34" charset="0"/>
              <a:buNone/>
              <a:defRPr sz="533" b="0">
                <a:solidFill>
                  <a:schemeClr val="bg1">
                    <a:alpha val="0"/>
                  </a:schemeClr>
                </a:solidFill>
                <a:latin typeface="+mn-lt"/>
              </a:defRPr>
            </a:lvl2pPr>
            <a:lvl3pPr marL="0" indent="0" algn="ctr">
              <a:lnSpc>
                <a:spcPct val="100000"/>
              </a:lnSpc>
              <a:spcBef>
                <a:spcPts val="0"/>
              </a:spcBef>
              <a:spcAft>
                <a:spcPts val="0"/>
              </a:spcAft>
              <a:buFont typeface="Arial" panose="020B0604020202020204" pitchFamily="34" charset="0"/>
              <a:buNone/>
              <a:defRPr sz="533" b="0">
                <a:solidFill>
                  <a:schemeClr val="bg1">
                    <a:alpha val="0"/>
                  </a:schemeClr>
                </a:solidFill>
                <a:latin typeface="+mn-lt"/>
              </a:defRPr>
            </a:lvl3pPr>
            <a:lvl4pPr marL="0" indent="0" algn="ctr">
              <a:lnSpc>
                <a:spcPct val="100000"/>
              </a:lnSpc>
              <a:spcBef>
                <a:spcPts val="0"/>
              </a:spcBef>
              <a:spcAft>
                <a:spcPts val="0"/>
              </a:spcAft>
              <a:buFont typeface="Arial" panose="020B0604020202020204" pitchFamily="34" charset="0"/>
              <a:buNone/>
              <a:defRPr sz="533" b="0">
                <a:solidFill>
                  <a:schemeClr val="bg1">
                    <a:alpha val="0"/>
                  </a:schemeClr>
                </a:solidFill>
                <a:latin typeface="+mn-lt"/>
              </a:defRPr>
            </a:lvl4pPr>
            <a:lvl5pPr marL="0" indent="0" algn="ctr">
              <a:lnSpc>
                <a:spcPct val="100000"/>
              </a:lnSpc>
              <a:spcBef>
                <a:spcPts val="0"/>
              </a:spcBef>
              <a:spcAft>
                <a:spcPts val="0"/>
              </a:spcAft>
              <a:buFont typeface="Arial" panose="020B0604020202020204" pitchFamily="34" charset="0"/>
              <a:buNone/>
              <a:defRPr sz="533" b="0">
                <a:solidFill>
                  <a:schemeClr val="bg1">
                    <a:alpha val="0"/>
                  </a:schemeClr>
                </a:solidFill>
                <a:latin typeface="+mn-lt"/>
              </a:defRPr>
            </a:lvl5pPr>
            <a:lvl6pPr marL="0" indent="0" algn="ctr">
              <a:lnSpc>
                <a:spcPct val="100000"/>
              </a:lnSpc>
              <a:spcBef>
                <a:spcPts val="0"/>
              </a:spcBef>
              <a:spcAft>
                <a:spcPts val="0"/>
              </a:spcAft>
              <a:buFont typeface="Arial" panose="020B0604020202020204" pitchFamily="34" charset="0"/>
              <a:buNone/>
              <a:defRPr sz="533" b="0">
                <a:solidFill>
                  <a:schemeClr val="bg1">
                    <a:alpha val="0"/>
                  </a:schemeClr>
                </a:solidFill>
                <a:latin typeface="+mn-lt"/>
              </a:defRPr>
            </a:lvl6pPr>
            <a:lvl7pPr marL="0" indent="0" algn="ctr">
              <a:lnSpc>
                <a:spcPct val="100000"/>
              </a:lnSpc>
              <a:spcBef>
                <a:spcPts val="0"/>
              </a:spcBef>
              <a:spcAft>
                <a:spcPts val="0"/>
              </a:spcAft>
              <a:buFont typeface="Arial" panose="020B0604020202020204" pitchFamily="34" charset="0"/>
              <a:buNone/>
              <a:defRPr sz="533" b="0">
                <a:solidFill>
                  <a:schemeClr val="bg1">
                    <a:alpha val="0"/>
                  </a:schemeClr>
                </a:solidFill>
                <a:latin typeface="+mn-lt"/>
              </a:defRPr>
            </a:lvl7pPr>
            <a:lvl8pPr marL="0" indent="0" algn="ctr">
              <a:lnSpc>
                <a:spcPct val="100000"/>
              </a:lnSpc>
              <a:spcBef>
                <a:spcPts val="0"/>
              </a:spcBef>
              <a:spcAft>
                <a:spcPts val="0"/>
              </a:spcAft>
              <a:buFont typeface="Arial" panose="020B0604020202020204" pitchFamily="34" charset="0"/>
              <a:buNone/>
              <a:defRPr sz="533" b="0">
                <a:solidFill>
                  <a:schemeClr val="bg1">
                    <a:alpha val="0"/>
                  </a:schemeClr>
                </a:solidFill>
                <a:latin typeface="+mn-lt"/>
              </a:defRPr>
            </a:lvl8pPr>
            <a:lvl9pPr marL="0" indent="0" algn="ctr">
              <a:lnSpc>
                <a:spcPct val="100000"/>
              </a:lnSpc>
              <a:spcBef>
                <a:spcPts val="0"/>
              </a:spcBef>
              <a:spcAft>
                <a:spcPts val="0"/>
              </a:spcAft>
              <a:buFont typeface="Arial" panose="020B0604020202020204" pitchFamily="34" charset="0"/>
              <a:buNone/>
              <a:defRPr sz="533" b="0">
                <a:solidFill>
                  <a:schemeClr val="bg1">
                    <a:alpha val="0"/>
                  </a:schemeClr>
                </a:solidFill>
                <a:latin typeface="+mn-lt"/>
              </a:defRPr>
            </a:lvl9pPr>
          </a:lstStyle>
          <a:p>
            <a:pPr lvl="0"/>
            <a:r>
              <a:rPr lang="de-DE" dirty="0"/>
              <a:t> </a:t>
            </a:r>
          </a:p>
        </p:txBody>
      </p:sp>
      <p:sp>
        <p:nvSpPr>
          <p:cNvPr id="14" name="Text Placeholder 10"/>
          <p:cNvSpPr>
            <a:spLocks noGrp="1"/>
          </p:cNvSpPr>
          <p:nvPr>
            <p:ph type="body" sz="quarter" idx="20" hasCustomPrompt="1"/>
          </p:nvPr>
        </p:nvSpPr>
        <p:spPr bwMode="gray">
          <a:xfrm>
            <a:off x="8669515" y="4781625"/>
            <a:ext cx="321600" cy="321600"/>
          </a:xfrm>
          <a:prstGeom prst="ellipse">
            <a:avLst/>
          </a:prstGeom>
          <a:solidFill>
            <a:schemeClr val="accent1"/>
          </a:solidFill>
        </p:spPr>
        <p:txBody>
          <a:bodyPr anchor="ctr"/>
          <a:lstStyle>
            <a:lvl1pPr marL="0" indent="0" algn="ctr">
              <a:lnSpc>
                <a:spcPct val="100000"/>
              </a:lnSpc>
              <a:spcBef>
                <a:spcPts val="0"/>
              </a:spcBef>
              <a:spcAft>
                <a:spcPts val="0"/>
              </a:spcAft>
              <a:buFont typeface="Arial" panose="020B0604020202020204" pitchFamily="34" charset="0"/>
              <a:buNone/>
              <a:defRPr sz="267" b="0" baseline="0">
                <a:solidFill>
                  <a:schemeClr val="accent1">
                    <a:alpha val="0"/>
                  </a:schemeClr>
                </a:solidFill>
                <a:latin typeface="Avenir Next" panose="020B0503020202020204"/>
              </a:defRPr>
            </a:lvl1pPr>
            <a:lvl2pPr marL="0" indent="0" algn="ctr">
              <a:lnSpc>
                <a:spcPct val="100000"/>
              </a:lnSpc>
              <a:spcBef>
                <a:spcPts val="0"/>
              </a:spcBef>
              <a:spcAft>
                <a:spcPts val="0"/>
              </a:spcAft>
              <a:buFont typeface="Arial" panose="020B0604020202020204" pitchFamily="34" charset="0"/>
              <a:buNone/>
              <a:defRPr sz="267" b="0">
                <a:solidFill>
                  <a:schemeClr val="accent1">
                    <a:alpha val="0"/>
                  </a:schemeClr>
                </a:solidFill>
                <a:latin typeface="+mn-lt"/>
              </a:defRPr>
            </a:lvl2pPr>
            <a:lvl3pPr marL="0" indent="0" algn="ctr">
              <a:lnSpc>
                <a:spcPct val="100000"/>
              </a:lnSpc>
              <a:spcBef>
                <a:spcPts val="0"/>
              </a:spcBef>
              <a:spcAft>
                <a:spcPts val="0"/>
              </a:spcAft>
              <a:buFont typeface="Arial" panose="020B0604020202020204" pitchFamily="34" charset="0"/>
              <a:buNone/>
              <a:defRPr sz="267" b="0">
                <a:solidFill>
                  <a:schemeClr val="accent1">
                    <a:alpha val="0"/>
                  </a:schemeClr>
                </a:solidFill>
                <a:latin typeface="+mn-lt"/>
              </a:defRPr>
            </a:lvl3pPr>
            <a:lvl4pPr marL="0" indent="0" algn="ctr">
              <a:lnSpc>
                <a:spcPct val="100000"/>
              </a:lnSpc>
              <a:spcBef>
                <a:spcPts val="0"/>
              </a:spcBef>
              <a:spcAft>
                <a:spcPts val="0"/>
              </a:spcAft>
              <a:buFont typeface="Arial" panose="020B0604020202020204" pitchFamily="34" charset="0"/>
              <a:buNone/>
              <a:defRPr sz="267" b="0">
                <a:solidFill>
                  <a:schemeClr val="accent1">
                    <a:alpha val="0"/>
                  </a:schemeClr>
                </a:solidFill>
                <a:latin typeface="+mn-lt"/>
              </a:defRPr>
            </a:lvl4pPr>
            <a:lvl5pPr marL="0" indent="0" algn="ctr">
              <a:lnSpc>
                <a:spcPct val="100000"/>
              </a:lnSpc>
              <a:spcBef>
                <a:spcPts val="0"/>
              </a:spcBef>
              <a:spcAft>
                <a:spcPts val="0"/>
              </a:spcAft>
              <a:buFont typeface="Arial" panose="020B0604020202020204" pitchFamily="34" charset="0"/>
              <a:buNone/>
              <a:defRPr sz="267" b="0">
                <a:solidFill>
                  <a:schemeClr val="accent1">
                    <a:alpha val="0"/>
                  </a:schemeClr>
                </a:solidFill>
                <a:latin typeface="+mn-lt"/>
              </a:defRPr>
            </a:lvl5pPr>
            <a:lvl6pPr marL="0" indent="0" algn="ctr">
              <a:lnSpc>
                <a:spcPct val="100000"/>
              </a:lnSpc>
              <a:spcBef>
                <a:spcPts val="0"/>
              </a:spcBef>
              <a:spcAft>
                <a:spcPts val="0"/>
              </a:spcAft>
              <a:buFont typeface="Arial" panose="020B0604020202020204" pitchFamily="34" charset="0"/>
              <a:buNone/>
              <a:defRPr sz="267" b="0">
                <a:solidFill>
                  <a:schemeClr val="accent1">
                    <a:alpha val="0"/>
                  </a:schemeClr>
                </a:solidFill>
                <a:latin typeface="+mn-lt"/>
              </a:defRPr>
            </a:lvl6pPr>
            <a:lvl7pPr marL="0" indent="0" algn="ctr">
              <a:lnSpc>
                <a:spcPct val="100000"/>
              </a:lnSpc>
              <a:spcBef>
                <a:spcPts val="0"/>
              </a:spcBef>
              <a:spcAft>
                <a:spcPts val="0"/>
              </a:spcAft>
              <a:buFont typeface="Arial" panose="020B0604020202020204" pitchFamily="34" charset="0"/>
              <a:buNone/>
              <a:defRPr sz="267" b="0">
                <a:solidFill>
                  <a:schemeClr val="accent1">
                    <a:alpha val="0"/>
                  </a:schemeClr>
                </a:solidFill>
                <a:latin typeface="+mn-lt"/>
              </a:defRPr>
            </a:lvl7pPr>
            <a:lvl8pPr marL="0" indent="0" algn="ctr">
              <a:lnSpc>
                <a:spcPct val="100000"/>
              </a:lnSpc>
              <a:spcBef>
                <a:spcPts val="0"/>
              </a:spcBef>
              <a:spcAft>
                <a:spcPts val="0"/>
              </a:spcAft>
              <a:buFont typeface="Arial" panose="020B0604020202020204" pitchFamily="34" charset="0"/>
              <a:buNone/>
              <a:defRPr sz="267" b="0">
                <a:solidFill>
                  <a:schemeClr val="accent1">
                    <a:alpha val="0"/>
                  </a:schemeClr>
                </a:solidFill>
                <a:latin typeface="+mn-lt"/>
              </a:defRPr>
            </a:lvl8pPr>
            <a:lvl9pPr marL="0" indent="0" algn="ctr">
              <a:lnSpc>
                <a:spcPct val="100000"/>
              </a:lnSpc>
              <a:spcBef>
                <a:spcPts val="0"/>
              </a:spcBef>
              <a:spcAft>
                <a:spcPts val="0"/>
              </a:spcAft>
              <a:buFont typeface="Arial" panose="020B0604020202020204" pitchFamily="34" charset="0"/>
              <a:buNone/>
              <a:defRPr sz="267" b="0">
                <a:solidFill>
                  <a:schemeClr val="accent1">
                    <a:alpha val="0"/>
                  </a:schemeClr>
                </a:solidFill>
                <a:latin typeface="+mn-lt"/>
              </a:defRPr>
            </a:lvl9pPr>
          </a:lstStyle>
          <a:p>
            <a:pPr lvl="0"/>
            <a:r>
              <a:rPr lang="de-DE" dirty="0"/>
              <a:t> </a:t>
            </a:r>
          </a:p>
        </p:txBody>
      </p:sp>
      <p:sp>
        <p:nvSpPr>
          <p:cNvPr id="16" name="Text Placeholder 10"/>
          <p:cNvSpPr>
            <a:spLocks noGrp="1"/>
          </p:cNvSpPr>
          <p:nvPr>
            <p:ph type="body" sz="quarter" idx="21" hasCustomPrompt="1"/>
          </p:nvPr>
        </p:nvSpPr>
        <p:spPr bwMode="gray">
          <a:xfrm>
            <a:off x="8727245" y="6424372"/>
            <a:ext cx="724800" cy="724800"/>
          </a:xfrm>
          <a:prstGeom prst="ellipse">
            <a:avLst/>
          </a:prstGeom>
          <a:solidFill>
            <a:schemeClr val="accent1"/>
          </a:solidFill>
        </p:spPr>
        <p:txBody>
          <a:bodyPr anchor="ctr"/>
          <a:lstStyle>
            <a:lvl1pPr marL="0" indent="0" algn="ctr">
              <a:lnSpc>
                <a:spcPct val="100000"/>
              </a:lnSpc>
              <a:spcBef>
                <a:spcPts val="0"/>
              </a:spcBef>
              <a:spcAft>
                <a:spcPts val="0"/>
              </a:spcAft>
              <a:buFont typeface="Arial" panose="020B0604020202020204" pitchFamily="34" charset="0"/>
              <a:buNone/>
              <a:defRPr sz="267" b="0" baseline="0">
                <a:solidFill>
                  <a:schemeClr val="accent1">
                    <a:alpha val="0"/>
                  </a:schemeClr>
                </a:solidFill>
                <a:latin typeface="Avenir Next" panose="020B0503020202020204"/>
              </a:defRPr>
            </a:lvl1pPr>
            <a:lvl2pPr marL="0" indent="0" algn="ctr">
              <a:lnSpc>
                <a:spcPct val="100000"/>
              </a:lnSpc>
              <a:spcBef>
                <a:spcPts val="0"/>
              </a:spcBef>
              <a:spcAft>
                <a:spcPts val="0"/>
              </a:spcAft>
              <a:buFont typeface="Arial" panose="020B0604020202020204" pitchFamily="34" charset="0"/>
              <a:buNone/>
              <a:defRPr sz="267" b="0">
                <a:solidFill>
                  <a:schemeClr val="accent1">
                    <a:alpha val="0"/>
                  </a:schemeClr>
                </a:solidFill>
                <a:latin typeface="+mn-lt"/>
              </a:defRPr>
            </a:lvl2pPr>
            <a:lvl3pPr marL="0" indent="0" algn="ctr">
              <a:lnSpc>
                <a:spcPct val="100000"/>
              </a:lnSpc>
              <a:spcBef>
                <a:spcPts val="0"/>
              </a:spcBef>
              <a:spcAft>
                <a:spcPts val="0"/>
              </a:spcAft>
              <a:buFont typeface="Arial" panose="020B0604020202020204" pitchFamily="34" charset="0"/>
              <a:buNone/>
              <a:defRPr sz="267" b="0">
                <a:solidFill>
                  <a:schemeClr val="accent1">
                    <a:alpha val="0"/>
                  </a:schemeClr>
                </a:solidFill>
                <a:latin typeface="+mn-lt"/>
              </a:defRPr>
            </a:lvl3pPr>
            <a:lvl4pPr marL="0" indent="0" algn="ctr">
              <a:lnSpc>
                <a:spcPct val="100000"/>
              </a:lnSpc>
              <a:spcBef>
                <a:spcPts val="0"/>
              </a:spcBef>
              <a:spcAft>
                <a:spcPts val="0"/>
              </a:spcAft>
              <a:buFont typeface="Arial" panose="020B0604020202020204" pitchFamily="34" charset="0"/>
              <a:buNone/>
              <a:defRPr sz="267" b="0">
                <a:solidFill>
                  <a:schemeClr val="accent1">
                    <a:alpha val="0"/>
                  </a:schemeClr>
                </a:solidFill>
                <a:latin typeface="+mn-lt"/>
              </a:defRPr>
            </a:lvl4pPr>
            <a:lvl5pPr marL="0" indent="0" algn="ctr">
              <a:lnSpc>
                <a:spcPct val="100000"/>
              </a:lnSpc>
              <a:spcBef>
                <a:spcPts val="0"/>
              </a:spcBef>
              <a:spcAft>
                <a:spcPts val="0"/>
              </a:spcAft>
              <a:buFont typeface="Arial" panose="020B0604020202020204" pitchFamily="34" charset="0"/>
              <a:buNone/>
              <a:defRPr sz="267" b="0">
                <a:solidFill>
                  <a:schemeClr val="accent1">
                    <a:alpha val="0"/>
                  </a:schemeClr>
                </a:solidFill>
                <a:latin typeface="+mn-lt"/>
              </a:defRPr>
            </a:lvl5pPr>
            <a:lvl6pPr marL="0" indent="0" algn="ctr">
              <a:lnSpc>
                <a:spcPct val="100000"/>
              </a:lnSpc>
              <a:spcBef>
                <a:spcPts val="0"/>
              </a:spcBef>
              <a:spcAft>
                <a:spcPts val="0"/>
              </a:spcAft>
              <a:buFont typeface="Arial" panose="020B0604020202020204" pitchFamily="34" charset="0"/>
              <a:buNone/>
              <a:defRPr sz="267" b="0">
                <a:solidFill>
                  <a:schemeClr val="accent1">
                    <a:alpha val="0"/>
                  </a:schemeClr>
                </a:solidFill>
                <a:latin typeface="+mn-lt"/>
              </a:defRPr>
            </a:lvl6pPr>
            <a:lvl7pPr marL="0" indent="0" algn="ctr">
              <a:lnSpc>
                <a:spcPct val="100000"/>
              </a:lnSpc>
              <a:spcBef>
                <a:spcPts val="0"/>
              </a:spcBef>
              <a:spcAft>
                <a:spcPts val="0"/>
              </a:spcAft>
              <a:buFont typeface="Arial" panose="020B0604020202020204" pitchFamily="34" charset="0"/>
              <a:buNone/>
              <a:defRPr sz="267" b="0">
                <a:solidFill>
                  <a:schemeClr val="accent1">
                    <a:alpha val="0"/>
                  </a:schemeClr>
                </a:solidFill>
                <a:latin typeface="+mn-lt"/>
              </a:defRPr>
            </a:lvl7pPr>
            <a:lvl8pPr marL="0" indent="0" algn="ctr">
              <a:lnSpc>
                <a:spcPct val="100000"/>
              </a:lnSpc>
              <a:spcBef>
                <a:spcPts val="0"/>
              </a:spcBef>
              <a:spcAft>
                <a:spcPts val="0"/>
              </a:spcAft>
              <a:buFont typeface="Arial" panose="020B0604020202020204" pitchFamily="34" charset="0"/>
              <a:buNone/>
              <a:defRPr sz="267" b="0">
                <a:solidFill>
                  <a:schemeClr val="accent1">
                    <a:alpha val="0"/>
                  </a:schemeClr>
                </a:solidFill>
                <a:latin typeface="+mn-lt"/>
              </a:defRPr>
            </a:lvl8pPr>
            <a:lvl9pPr marL="0" indent="0" algn="ctr">
              <a:lnSpc>
                <a:spcPct val="100000"/>
              </a:lnSpc>
              <a:spcBef>
                <a:spcPts val="0"/>
              </a:spcBef>
              <a:spcAft>
                <a:spcPts val="0"/>
              </a:spcAft>
              <a:buFont typeface="Arial" panose="020B0604020202020204" pitchFamily="34" charset="0"/>
              <a:buNone/>
              <a:defRPr sz="267" b="0">
                <a:solidFill>
                  <a:schemeClr val="accent1">
                    <a:alpha val="0"/>
                  </a:schemeClr>
                </a:solidFill>
                <a:latin typeface="+mn-lt"/>
              </a:defRPr>
            </a:lvl9pPr>
          </a:lstStyle>
          <a:p>
            <a:pPr lvl="0"/>
            <a:r>
              <a:rPr lang="de-DE" dirty="0"/>
              <a:t> </a:t>
            </a:r>
          </a:p>
        </p:txBody>
      </p:sp>
      <p:sp>
        <p:nvSpPr>
          <p:cNvPr id="18" name="Text Placeholder 10"/>
          <p:cNvSpPr>
            <a:spLocks noGrp="1"/>
          </p:cNvSpPr>
          <p:nvPr>
            <p:ph type="body" sz="quarter" idx="22" hasCustomPrompt="1"/>
          </p:nvPr>
        </p:nvSpPr>
        <p:spPr bwMode="gray">
          <a:xfrm>
            <a:off x="9117813" y="3794075"/>
            <a:ext cx="321600" cy="321600"/>
          </a:xfrm>
          <a:prstGeom prst="ellipse">
            <a:avLst/>
          </a:prstGeom>
          <a:solidFill>
            <a:schemeClr val="bg1"/>
          </a:solidFill>
        </p:spPr>
        <p:txBody>
          <a:bodyPr anchor="ctr"/>
          <a:lstStyle>
            <a:lvl1pPr marL="0" indent="0" algn="ctr">
              <a:lnSpc>
                <a:spcPct val="100000"/>
              </a:lnSpc>
              <a:spcBef>
                <a:spcPts val="0"/>
              </a:spcBef>
              <a:spcAft>
                <a:spcPts val="0"/>
              </a:spcAft>
              <a:buFont typeface="Arial" panose="020B0604020202020204" pitchFamily="34" charset="0"/>
              <a:buNone/>
              <a:defRPr sz="533" b="0">
                <a:solidFill>
                  <a:schemeClr val="bg1">
                    <a:alpha val="0"/>
                  </a:schemeClr>
                </a:solidFill>
                <a:latin typeface="Avenir Next" panose="020B0503020202020204"/>
              </a:defRPr>
            </a:lvl1pPr>
            <a:lvl2pPr marL="0" indent="0" algn="ctr">
              <a:lnSpc>
                <a:spcPct val="100000"/>
              </a:lnSpc>
              <a:spcBef>
                <a:spcPts val="0"/>
              </a:spcBef>
              <a:spcAft>
                <a:spcPts val="0"/>
              </a:spcAft>
              <a:buFont typeface="Arial" panose="020B0604020202020204" pitchFamily="34" charset="0"/>
              <a:buNone/>
              <a:defRPr sz="533" b="0">
                <a:solidFill>
                  <a:schemeClr val="bg1">
                    <a:alpha val="0"/>
                  </a:schemeClr>
                </a:solidFill>
                <a:latin typeface="+mn-lt"/>
              </a:defRPr>
            </a:lvl2pPr>
            <a:lvl3pPr marL="0" indent="0" algn="ctr">
              <a:lnSpc>
                <a:spcPct val="100000"/>
              </a:lnSpc>
              <a:spcBef>
                <a:spcPts val="0"/>
              </a:spcBef>
              <a:spcAft>
                <a:spcPts val="0"/>
              </a:spcAft>
              <a:buFont typeface="Arial" panose="020B0604020202020204" pitchFamily="34" charset="0"/>
              <a:buNone/>
              <a:defRPr sz="533" b="0">
                <a:solidFill>
                  <a:schemeClr val="bg1">
                    <a:alpha val="0"/>
                  </a:schemeClr>
                </a:solidFill>
                <a:latin typeface="+mn-lt"/>
              </a:defRPr>
            </a:lvl3pPr>
            <a:lvl4pPr marL="0" indent="0" algn="ctr">
              <a:lnSpc>
                <a:spcPct val="100000"/>
              </a:lnSpc>
              <a:spcBef>
                <a:spcPts val="0"/>
              </a:spcBef>
              <a:spcAft>
                <a:spcPts val="0"/>
              </a:spcAft>
              <a:buFont typeface="Arial" panose="020B0604020202020204" pitchFamily="34" charset="0"/>
              <a:buNone/>
              <a:defRPr sz="533" b="0">
                <a:solidFill>
                  <a:schemeClr val="bg1">
                    <a:alpha val="0"/>
                  </a:schemeClr>
                </a:solidFill>
                <a:latin typeface="+mn-lt"/>
              </a:defRPr>
            </a:lvl4pPr>
            <a:lvl5pPr marL="0" indent="0" algn="ctr">
              <a:lnSpc>
                <a:spcPct val="100000"/>
              </a:lnSpc>
              <a:spcBef>
                <a:spcPts val="0"/>
              </a:spcBef>
              <a:spcAft>
                <a:spcPts val="0"/>
              </a:spcAft>
              <a:buFont typeface="Arial" panose="020B0604020202020204" pitchFamily="34" charset="0"/>
              <a:buNone/>
              <a:defRPr sz="533" b="0">
                <a:solidFill>
                  <a:schemeClr val="bg1">
                    <a:alpha val="0"/>
                  </a:schemeClr>
                </a:solidFill>
                <a:latin typeface="+mn-lt"/>
              </a:defRPr>
            </a:lvl5pPr>
            <a:lvl6pPr marL="0" indent="0" algn="ctr">
              <a:lnSpc>
                <a:spcPct val="100000"/>
              </a:lnSpc>
              <a:spcBef>
                <a:spcPts val="0"/>
              </a:spcBef>
              <a:spcAft>
                <a:spcPts val="0"/>
              </a:spcAft>
              <a:buFont typeface="Arial" panose="020B0604020202020204" pitchFamily="34" charset="0"/>
              <a:buNone/>
              <a:defRPr sz="533" b="0">
                <a:solidFill>
                  <a:schemeClr val="bg1">
                    <a:alpha val="0"/>
                  </a:schemeClr>
                </a:solidFill>
                <a:latin typeface="+mn-lt"/>
              </a:defRPr>
            </a:lvl6pPr>
            <a:lvl7pPr marL="0" indent="0" algn="ctr">
              <a:lnSpc>
                <a:spcPct val="100000"/>
              </a:lnSpc>
              <a:spcBef>
                <a:spcPts val="0"/>
              </a:spcBef>
              <a:spcAft>
                <a:spcPts val="0"/>
              </a:spcAft>
              <a:buFont typeface="Arial" panose="020B0604020202020204" pitchFamily="34" charset="0"/>
              <a:buNone/>
              <a:defRPr sz="533" b="0">
                <a:solidFill>
                  <a:schemeClr val="bg1">
                    <a:alpha val="0"/>
                  </a:schemeClr>
                </a:solidFill>
                <a:latin typeface="+mn-lt"/>
              </a:defRPr>
            </a:lvl7pPr>
            <a:lvl8pPr marL="0" indent="0" algn="ctr">
              <a:lnSpc>
                <a:spcPct val="100000"/>
              </a:lnSpc>
              <a:spcBef>
                <a:spcPts val="0"/>
              </a:spcBef>
              <a:spcAft>
                <a:spcPts val="0"/>
              </a:spcAft>
              <a:buFont typeface="Arial" panose="020B0604020202020204" pitchFamily="34" charset="0"/>
              <a:buNone/>
              <a:defRPr sz="533" b="0">
                <a:solidFill>
                  <a:schemeClr val="bg1">
                    <a:alpha val="0"/>
                  </a:schemeClr>
                </a:solidFill>
                <a:latin typeface="+mn-lt"/>
              </a:defRPr>
            </a:lvl8pPr>
            <a:lvl9pPr marL="0" indent="0" algn="ctr">
              <a:lnSpc>
                <a:spcPct val="100000"/>
              </a:lnSpc>
              <a:spcBef>
                <a:spcPts val="0"/>
              </a:spcBef>
              <a:spcAft>
                <a:spcPts val="0"/>
              </a:spcAft>
              <a:buFont typeface="Arial" panose="020B0604020202020204" pitchFamily="34" charset="0"/>
              <a:buNone/>
              <a:defRPr sz="533" b="0">
                <a:solidFill>
                  <a:schemeClr val="bg1">
                    <a:alpha val="0"/>
                  </a:schemeClr>
                </a:solidFill>
                <a:latin typeface="+mn-lt"/>
              </a:defRPr>
            </a:lvl9pPr>
          </a:lstStyle>
          <a:p>
            <a:pPr lvl="0"/>
            <a:r>
              <a:rPr lang="de-DE" dirty="0"/>
              <a:t> </a:t>
            </a:r>
          </a:p>
        </p:txBody>
      </p:sp>
    </p:spTree>
    <p:custDataLst>
      <p:tags r:id="rId1"/>
    </p:custDataLst>
    <p:extLst>
      <p:ext uri="{BB962C8B-B14F-4D97-AF65-F5344CB8AC3E}">
        <p14:creationId xmlns:p14="http://schemas.microsoft.com/office/powerpoint/2010/main" val="2708272503"/>
      </p:ext>
    </p:extLst>
  </p:cSld>
  <p:clrMapOvr>
    <a:masterClrMapping/>
  </p:clrMapOvr>
  <p:transition>
    <p:fade/>
  </p:transition>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Text &amp; Image (2)">
    <p:spTree>
      <p:nvGrpSpPr>
        <p:cNvPr id="1" name=""/>
        <p:cNvGrpSpPr/>
        <p:nvPr/>
      </p:nvGrpSpPr>
      <p:grpSpPr>
        <a:xfrm>
          <a:off x="0" y="0"/>
          <a:ext cx="0" cy="0"/>
          <a:chOff x="0" y="0"/>
          <a:chExt cx="0" cy="0"/>
        </a:xfrm>
      </p:grpSpPr>
      <p:sp>
        <p:nvSpPr>
          <p:cNvPr id="10" name="Picture Placeholder 3"/>
          <p:cNvSpPr>
            <a:spLocks noGrp="1"/>
          </p:cNvSpPr>
          <p:nvPr>
            <p:ph type="pic" sz="quarter" idx="13" hasCustomPrompt="1"/>
          </p:nvPr>
        </p:nvSpPr>
        <p:spPr bwMode="gray">
          <a:xfrm>
            <a:off x="6096000" y="0"/>
            <a:ext cx="6096000" cy="6858000"/>
          </a:xfrm>
          <a:prstGeom prst="rect">
            <a:avLst/>
          </a:prstGeom>
          <a:solidFill>
            <a:schemeClr val="tx1">
              <a:lumMod val="50000"/>
              <a:lumOff val="50000"/>
            </a:schemeClr>
          </a:solidFill>
        </p:spPr>
        <p:txBody>
          <a:bodyPr tIns="0" bIns="720000" anchor="ctr" anchorCtr="0"/>
          <a:lstStyle>
            <a:lvl1pPr algn="ctr">
              <a:defRPr sz="1200" baseline="0">
                <a:solidFill>
                  <a:schemeClr val="bg1"/>
                </a:solidFill>
              </a:defRPr>
            </a:lvl1pPr>
          </a:lstStyle>
          <a:p>
            <a:r>
              <a:rPr lang="de-DE" dirty="0"/>
              <a:t>Click </a:t>
            </a:r>
            <a:r>
              <a:rPr lang="de-DE" dirty="0" err="1"/>
              <a:t>the</a:t>
            </a:r>
            <a:r>
              <a:rPr lang="de-DE" dirty="0"/>
              <a:t> </a:t>
            </a:r>
            <a:r>
              <a:rPr lang="de-DE" dirty="0" err="1"/>
              <a:t>icon</a:t>
            </a:r>
            <a:r>
              <a:rPr lang="de-DE" dirty="0"/>
              <a:t> </a:t>
            </a:r>
            <a:br>
              <a:rPr lang="de-DE" dirty="0"/>
            </a:br>
            <a:r>
              <a:rPr lang="de-DE" dirty="0" err="1"/>
              <a:t>to</a:t>
            </a:r>
            <a:r>
              <a:rPr lang="de-DE" dirty="0"/>
              <a:t> </a:t>
            </a:r>
            <a:r>
              <a:rPr lang="de-DE" dirty="0" err="1"/>
              <a:t>add</a:t>
            </a:r>
            <a:r>
              <a:rPr lang="de-DE" dirty="0"/>
              <a:t> an </a:t>
            </a:r>
            <a:r>
              <a:rPr lang="de-DE" dirty="0" err="1"/>
              <a:t>image</a:t>
            </a:r>
            <a:endParaRPr lang="en-US" dirty="0"/>
          </a:p>
        </p:txBody>
      </p:sp>
      <p:sp>
        <p:nvSpPr>
          <p:cNvPr id="2" name="Title 1"/>
          <p:cNvSpPr>
            <a:spLocks noGrp="1"/>
          </p:cNvSpPr>
          <p:nvPr>
            <p:ph type="title" hasCustomPrompt="1"/>
          </p:nvPr>
        </p:nvSpPr>
        <p:spPr bwMode="gray">
          <a:xfrm>
            <a:off x="431801" y="452969"/>
            <a:ext cx="5471585" cy="912284"/>
          </a:xfrm>
        </p:spPr>
        <p:txBody>
          <a:bodyPr/>
          <a:lstStyle>
            <a:lvl1pPr>
              <a:defRPr baseline="0"/>
            </a:lvl1pPr>
          </a:lstStyle>
          <a:p>
            <a:r>
              <a:rPr lang="de-DE" dirty="0"/>
              <a:t>Title </a:t>
            </a:r>
            <a:r>
              <a:rPr lang="de-DE" dirty="0" err="1"/>
              <a:t>of</a:t>
            </a:r>
            <a:r>
              <a:rPr lang="de-DE" dirty="0"/>
              <a:t> </a:t>
            </a:r>
            <a:br>
              <a:rPr lang="de-DE" dirty="0"/>
            </a:br>
            <a:r>
              <a:rPr lang="de-DE" dirty="0" err="1"/>
              <a:t>the</a:t>
            </a:r>
            <a:r>
              <a:rPr lang="de-DE" dirty="0"/>
              <a:t> </a:t>
            </a:r>
            <a:r>
              <a:rPr lang="de-DE" dirty="0" err="1"/>
              <a:t>slide</a:t>
            </a:r>
            <a:endParaRPr lang="en-US" dirty="0"/>
          </a:p>
        </p:txBody>
      </p:sp>
      <p:sp>
        <p:nvSpPr>
          <p:cNvPr id="4" name="Date Placeholder 3"/>
          <p:cNvSpPr>
            <a:spLocks noGrp="1"/>
          </p:cNvSpPr>
          <p:nvPr>
            <p:ph type="dt" sz="half" idx="10"/>
          </p:nvPr>
        </p:nvSpPr>
        <p:spPr bwMode="gray"/>
        <p:txBody>
          <a:bodyPr/>
          <a:lstStyle>
            <a:lvl1pPr>
              <a:defRPr>
                <a:solidFill>
                  <a:schemeClr val="bg1"/>
                </a:solidFill>
              </a:defRPr>
            </a:lvl1pPr>
          </a:lstStyle>
          <a:p>
            <a:fld id="{0FD64B73-134F-4950-820A-2E672B5838FD}" type="datetime1">
              <a:rPr lang="en-US" smtClean="0"/>
              <a:t>7/6/2026</a:t>
            </a:fld>
            <a:endParaRPr lang="en-US"/>
          </a:p>
        </p:txBody>
      </p:sp>
      <p:sp>
        <p:nvSpPr>
          <p:cNvPr id="5" name="Footer Placeholder 4"/>
          <p:cNvSpPr>
            <a:spLocks noGrp="1"/>
          </p:cNvSpPr>
          <p:nvPr>
            <p:ph type="ftr" sz="quarter" idx="11"/>
          </p:nvPr>
        </p:nvSpPr>
        <p:spPr bwMode="gray"/>
        <p:txBody>
          <a:bodyPr/>
          <a:lstStyle>
            <a:lvl1pPr>
              <a:defRPr>
                <a:solidFill>
                  <a:schemeClr val="bg1"/>
                </a:solidFill>
              </a:defRPr>
            </a:lvl1pPr>
          </a:lstStyle>
          <a:p>
            <a:r>
              <a:rPr lang="en-US"/>
              <a:t>Title of the presentation</a:t>
            </a:r>
          </a:p>
        </p:txBody>
      </p:sp>
      <p:sp>
        <p:nvSpPr>
          <p:cNvPr id="6" name="Slide Number Placeholder 5"/>
          <p:cNvSpPr>
            <a:spLocks noGrp="1"/>
          </p:cNvSpPr>
          <p:nvPr>
            <p:ph type="sldNum" sz="quarter" idx="12"/>
          </p:nvPr>
        </p:nvSpPr>
        <p:spPr bwMode="gray"/>
        <p:txBody>
          <a:bodyPr/>
          <a:lstStyle>
            <a:lvl1pPr>
              <a:defRPr>
                <a:solidFill>
                  <a:schemeClr val="bg1"/>
                </a:solidFill>
              </a:defRPr>
            </a:lvl1pPr>
          </a:lstStyle>
          <a:p>
            <a:fld id="{FCB53D23-1D79-480C-B3BE-829293F4503C}" type="slidenum">
              <a:rPr lang="en-US" smtClean="0"/>
              <a:pPr/>
              <a:t>‹#›</a:t>
            </a:fld>
            <a:endParaRPr lang="en-US"/>
          </a:p>
        </p:txBody>
      </p:sp>
      <p:sp>
        <p:nvSpPr>
          <p:cNvPr id="7" name="Text Placeholder 6"/>
          <p:cNvSpPr>
            <a:spLocks noGrp="1"/>
          </p:cNvSpPr>
          <p:nvPr>
            <p:ph type="body" sz="quarter" idx="14"/>
          </p:nvPr>
        </p:nvSpPr>
        <p:spPr bwMode="gray">
          <a:xfrm>
            <a:off x="431801" y="1701800"/>
            <a:ext cx="5471585" cy="4320117"/>
          </a:xfrm>
        </p:spPr>
        <p:txBody>
          <a:bodyPr/>
          <a:lstStyle>
            <a:lvl5pPr>
              <a:defRPr/>
            </a:lvl5pPr>
            <a:lvl6pPr>
              <a:defRPr/>
            </a:lvl6pPr>
            <a:lvl7pPr>
              <a:defRPr/>
            </a:lvl7pPr>
            <a:lvl8pPr>
              <a:defRPr/>
            </a:lvl8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7" name="Text Placeholder 10"/>
          <p:cNvSpPr>
            <a:spLocks noGrp="1"/>
          </p:cNvSpPr>
          <p:nvPr>
            <p:ph type="body" sz="quarter" idx="18" hasCustomPrompt="1"/>
          </p:nvPr>
        </p:nvSpPr>
        <p:spPr bwMode="gray">
          <a:xfrm>
            <a:off x="5829359" y="5316748"/>
            <a:ext cx="951524" cy="951523"/>
          </a:xfrm>
          <a:prstGeom prst="ellipse">
            <a:avLst/>
          </a:prstGeom>
          <a:solidFill>
            <a:schemeClr val="accent1"/>
          </a:solidFill>
        </p:spPr>
        <p:txBody>
          <a:bodyPr anchor="ctr"/>
          <a:lstStyle>
            <a:lvl1pPr marL="0" indent="0" algn="ctr">
              <a:lnSpc>
                <a:spcPct val="100000"/>
              </a:lnSpc>
              <a:spcBef>
                <a:spcPts val="0"/>
              </a:spcBef>
              <a:spcAft>
                <a:spcPts val="0"/>
              </a:spcAft>
              <a:buFont typeface="Arial" panose="020B0604020202020204" pitchFamily="34" charset="0"/>
              <a:buNone/>
              <a:defRPr sz="267" b="0" baseline="0">
                <a:solidFill>
                  <a:schemeClr val="accent1">
                    <a:alpha val="0"/>
                  </a:schemeClr>
                </a:solidFill>
                <a:latin typeface="Avenir Next" panose="020B0503020202020204"/>
              </a:defRPr>
            </a:lvl1pPr>
            <a:lvl2pPr marL="0" indent="0" algn="ctr">
              <a:lnSpc>
                <a:spcPct val="100000"/>
              </a:lnSpc>
              <a:spcBef>
                <a:spcPts val="0"/>
              </a:spcBef>
              <a:spcAft>
                <a:spcPts val="0"/>
              </a:spcAft>
              <a:buFont typeface="Arial" panose="020B0604020202020204" pitchFamily="34" charset="0"/>
              <a:buNone/>
              <a:defRPr sz="267" b="0">
                <a:solidFill>
                  <a:schemeClr val="accent1">
                    <a:alpha val="0"/>
                  </a:schemeClr>
                </a:solidFill>
                <a:latin typeface="+mn-lt"/>
              </a:defRPr>
            </a:lvl2pPr>
            <a:lvl3pPr marL="0" indent="0" algn="ctr">
              <a:lnSpc>
                <a:spcPct val="100000"/>
              </a:lnSpc>
              <a:spcBef>
                <a:spcPts val="0"/>
              </a:spcBef>
              <a:spcAft>
                <a:spcPts val="0"/>
              </a:spcAft>
              <a:buFont typeface="Arial" panose="020B0604020202020204" pitchFamily="34" charset="0"/>
              <a:buNone/>
              <a:defRPr sz="267" b="0">
                <a:solidFill>
                  <a:schemeClr val="accent1">
                    <a:alpha val="0"/>
                  </a:schemeClr>
                </a:solidFill>
                <a:latin typeface="+mn-lt"/>
              </a:defRPr>
            </a:lvl3pPr>
            <a:lvl4pPr marL="0" indent="0" algn="ctr">
              <a:lnSpc>
                <a:spcPct val="100000"/>
              </a:lnSpc>
              <a:spcBef>
                <a:spcPts val="0"/>
              </a:spcBef>
              <a:spcAft>
                <a:spcPts val="0"/>
              </a:spcAft>
              <a:buFont typeface="Arial" panose="020B0604020202020204" pitchFamily="34" charset="0"/>
              <a:buNone/>
              <a:defRPr sz="267" b="0">
                <a:solidFill>
                  <a:schemeClr val="accent1">
                    <a:alpha val="0"/>
                  </a:schemeClr>
                </a:solidFill>
                <a:latin typeface="+mn-lt"/>
              </a:defRPr>
            </a:lvl4pPr>
            <a:lvl5pPr marL="0" indent="0" algn="ctr">
              <a:lnSpc>
                <a:spcPct val="100000"/>
              </a:lnSpc>
              <a:spcBef>
                <a:spcPts val="0"/>
              </a:spcBef>
              <a:spcAft>
                <a:spcPts val="0"/>
              </a:spcAft>
              <a:buFont typeface="Arial" panose="020B0604020202020204" pitchFamily="34" charset="0"/>
              <a:buNone/>
              <a:defRPr sz="267" b="0">
                <a:solidFill>
                  <a:schemeClr val="accent1">
                    <a:alpha val="0"/>
                  </a:schemeClr>
                </a:solidFill>
                <a:latin typeface="+mn-lt"/>
              </a:defRPr>
            </a:lvl5pPr>
            <a:lvl6pPr marL="0" indent="0" algn="ctr">
              <a:lnSpc>
                <a:spcPct val="100000"/>
              </a:lnSpc>
              <a:spcBef>
                <a:spcPts val="0"/>
              </a:spcBef>
              <a:spcAft>
                <a:spcPts val="0"/>
              </a:spcAft>
              <a:buFont typeface="Arial" panose="020B0604020202020204" pitchFamily="34" charset="0"/>
              <a:buNone/>
              <a:defRPr sz="267" b="0">
                <a:solidFill>
                  <a:schemeClr val="accent1">
                    <a:alpha val="0"/>
                  </a:schemeClr>
                </a:solidFill>
                <a:latin typeface="+mn-lt"/>
              </a:defRPr>
            </a:lvl6pPr>
            <a:lvl7pPr marL="0" indent="0" algn="ctr">
              <a:lnSpc>
                <a:spcPct val="100000"/>
              </a:lnSpc>
              <a:spcBef>
                <a:spcPts val="0"/>
              </a:spcBef>
              <a:spcAft>
                <a:spcPts val="0"/>
              </a:spcAft>
              <a:buFont typeface="Arial" panose="020B0604020202020204" pitchFamily="34" charset="0"/>
              <a:buNone/>
              <a:defRPr sz="267" b="0">
                <a:solidFill>
                  <a:schemeClr val="accent1">
                    <a:alpha val="0"/>
                  </a:schemeClr>
                </a:solidFill>
                <a:latin typeface="+mn-lt"/>
              </a:defRPr>
            </a:lvl7pPr>
            <a:lvl8pPr marL="0" indent="0" algn="ctr">
              <a:lnSpc>
                <a:spcPct val="100000"/>
              </a:lnSpc>
              <a:spcBef>
                <a:spcPts val="0"/>
              </a:spcBef>
              <a:spcAft>
                <a:spcPts val="0"/>
              </a:spcAft>
              <a:buFont typeface="Arial" panose="020B0604020202020204" pitchFamily="34" charset="0"/>
              <a:buNone/>
              <a:defRPr sz="267" b="0">
                <a:solidFill>
                  <a:schemeClr val="accent1">
                    <a:alpha val="0"/>
                  </a:schemeClr>
                </a:solidFill>
                <a:latin typeface="+mn-lt"/>
              </a:defRPr>
            </a:lvl8pPr>
            <a:lvl9pPr marL="0" indent="0" algn="ctr">
              <a:lnSpc>
                <a:spcPct val="100000"/>
              </a:lnSpc>
              <a:spcBef>
                <a:spcPts val="0"/>
              </a:spcBef>
              <a:spcAft>
                <a:spcPts val="0"/>
              </a:spcAft>
              <a:buFont typeface="Arial" panose="020B0604020202020204" pitchFamily="34" charset="0"/>
              <a:buNone/>
              <a:defRPr sz="267" b="0">
                <a:solidFill>
                  <a:schemeClr val="accent1">
                    <a:alpha val="0"/>
                  </a:schemeClr>
                </a:solidFill>
                <a:latin typeface="+mn-lt"/>
              </a:defRPr>
            </a:lvl9pPr>
          </a:lstStyle>
          <a:p>
            <a:pPr lvl="0"/>
            <a:r>
              <a:rPr lang="de-DE" dirty="0"/>
              <a:t> </a:t>
            </a:r>
          </a:p>
        </p:txBody>
      </p:sp>
      <p:sp>
        <p:nvSpPr>
          <p:cNvPr id="18" name="Text Placeholder 10"/>
          <p:cNvSpPr>
            <a:spLocks noGrp="1"/>
          </p:cNvSpPr>
          <p:nvPr>
            <p:ph type="body" sz="quarter" idx="20" hasCustomPrompt="1"/>
          </p:nvPr>
        </p:nvSpPr>
        <p:spPr bwMode="gray">
          <a:xfrm>
            <a:off x="6412333" y="4762576"/>
            <a:ext cx="321600" cy="321600"/>
          </a:xfrm>
          <a:prstGeom prst="ellipse">
            <a:avLst/>
          </a:prstGeom>
          <a:solidFill>
            <a:schemeClr val="accent1"/>
          </a:solidFill>
        </p:spPr>
        <p:txBody>
          <a:bodyPr anchor="ctr"/>
          <a:lstStyle>
            <a:lvl1pPr marL="0" indent="0" algn="ctr">
              <a:lnSpc>
                <a:spcPct val="100000"/>
              </a:lnSpc>
              <a:spcBef>
                <a:spcPts val="0"/>
              </a:spcBef>
              <a:spcAft>
                <a:spcPts val="0"/>
              </a:spcAft>
              <a:buFont typeface="Arial" panose="020B0604020202020204" pitchFamily="34" charset="0"/>
              <a:buNone/>
              <a:defRPr sz="267" b="0" baseline="0">
                <a:solidFill>
                  <a:schemeClr val="accent1">
                    <a:alpha val="0"/>
                  </a:schemeClr>
                </a:solidFill>
                <a:latin typeface="Avenir Next" panose="020B0503020202020204"/>
              </a:defRPr>
            </a:lvl1pPr>
            <a:lvl2pPr marL="0" indent="0" algn="ctr">
              <a:lnSpc>
                <a:spcPct val="100000"/>
              </a:lnSpc>
              <a:spcBef>
                <a:spcPts val="0"/>
              </a:spcBef>
              <a:spcAft>
                <a:spcPts val="0"/>
              </a:spcAft>
              <a:buFont typeface="Arial" panose="020B0604020202020204" pitchFamily="34" charset="0"/>
              <a:buNone/>
              <a:defRPr sz="267" b="0">
                <a:solidFill>
                  <a:schemeClr val="accent1">
                    <a:alpha val="0"/>
                  </a:schemeClr>
                </a:solidFill>
                <a:latin typeface="+mn-lt"/>
              </a:defRPr>
            </a:lvl2pPr>
            <a:lvl3pPr marL="0" indent="0" algn="ctr">
              <a:lnSpc>
                <a:spcPct val="100000"/>
              </a:lnSpc>
              <a:spcBef>
                <a:spcPts val="0"/>
              </a:spcBef>
              <a:spcAft>
                <a:spcPts val="0"/>
              </a:spcAft>
              <a:buFont typeface="Arial" panose="020B0604020202020204" pitchFamily="34" charset="0"/>
              <a:buNone/>
              <a:defRPr sz="267" b="0">
                <a:solidFill>
                  <a:schemeClr val="accent1">
                    <a:alpha val="0"/>
                  </a:schemeClr>
                </a:solidFill>
                <a:latin typeface="+mn-lt"/>
              </a:defRPr>
            </a:lvl3pPr>
            <a:lvl4pPr marL="0" indent="0" algn="ctr">
              <a:lnSpc>
                <a:spcPct val="100000"/>
              </a:lnSpc>
              <a:spcBef>
                <a:spcPts val="0"/>
              </a:spcBef>
              <a:spcAft>
                <a:spcPts val="0"/>
              </a:spcAft>
              <a:buFont typeface="Arial" panose="020B0604020202020204" pitchFamily="34" charset="0"/>
              <a:buNone/>
              <a:defRPr sz="267" b="0">
                <a:solidFill>
                  <a:schemeClr val="accent1">
                    <a:alpha val="0"/>
                  </a:schemeClr>
                </a:solidFill>
                <a:latin typeface="+mn-lt"/>
              </a:defRPr>
            </a:lvl4pPr>
            <a:lvl5pPr marL="0" indent="0" algn="ctr">
              <a:lnSpc>
                <a:spcPct val="100000"/>
              </a:lnSpc>
              <a:spcBef>
                <a:spcPts val="0"/>
              </a:spcBef>
              <a:spcAft>
                <a:spcPts val="0"/>
              </a:spcAft>
              <a:buFont typeface="Arial" panose="020B0604020202020204" pitchFamily="34" charset="0"/>
              <a:buNone/>
              <a:defRPr sz="267" b="0">
                <a:solidFill>
                  <a:schemeClr val="accent1">
                    <a:alpha val="0"/>
                  </a:schemeClr>
                </a:solidFill>
                <a:latin typeface="+mn-lt"/>
              </a:defRPr>
            </a:lvl5pPr>
            <a:lvl6pPr marL="0" indent="0" algn="ctr">
              <a:lnSpc>
                <a:spcPct val="100000"/>
              </a:lnSpc>
              <a:spcBef>
                <a:spcPts val="0"/>
              </a:spcBef>
              <a:spcAft>
                <a:spcPts val="0"/>
              </a:spcAft>
              <a:buFont typeface="Arial" panose="020B0604020202020204" pitchFamily="34" charset="0"/>
              <a:buNone/>
              <a:defRPr sz="267" b="0">
                <a:solidFill>
                  <a:schemeClr val="accent1">
                    <a:alpha val="0"/>
                  </a:schemeClr>
                </a:solidFill>
                <a:latin typeface="+mn-lt"/>
              </a:defRPr>
            </a:lvl6pPr>
            <a:lvl7pPr marL="0" indent="0" algn="ctr">
              <a:lnSpc>
                <a:spcPct val="100000"/>
              </a:lnSpc>
              <a:spcBef>
                <a:spcPts val="0"/>
              </a:spcBef>
              <a:spcAft>
                <a:spcPts val="0"/>
              </a:spcAft>
              <a:buFont typeface="Arial" panose="020B0604020202020204" pitchFamily="34" charset="0"/>
              <a:buNone/>
              <a:defRPr sz="267" b="0">
                <a:solidFill>
                  <a:schemeClr val="accent1">
                    <a:alpha val="0"/>
                  </a:schemeClr>
                </a:solidFill>
                <a:latin typeface="+mn-lt"/>
              </a:defRPr>
            </a:lvl7pPr>
            <a:lvl8pPr marL="0" indent="0" algn="ctr">
              <a:lnSpc>
                <a:spcPct val="100000"/>
              </a:lnSpc>
              <a:spcBef>
                <a:spcPts val="0"/>
              </a:spcBef>
              <a:spcAft>
                <a:spcPts val="0"/>
              </a:spcAft>
              <a:buFont typeface="Arial" panose="020B0604020202020204" pitchFamily="34" charset="0"/>
              <a:buNone/>
              <a:defRPr sz="267" b="0">
                <a:solidFill>
                  <a:schemeClr val="accent1">
                    <a:alpha val="0"/>
                  </a:schemeClr>
                </a:solidFill>
                <a:latin typeface="+mn-lt"/>
              </a:defRPr>
            </a:lvl8pPr>
            <a:lvl9pPr marL="0" indent="0" algn="ctr">
              <a:lnSpc>
                <a:spcPct val="100000"/>
              </a:lnSpc>
              <a:spcBef>
                <a:spcPts val="0"/>
              </a:spcBef>
              <a:spcAft>
                <a:spcPts val="0"/>
              </a:spcAft>
              <a:buFont typeface="Arial" panose="020B0604020202020204" pitchFamily="34" charset="0"/>
              <a:buNone/>
              <a:defRPr sz="267" b="0">
                <a:solidFill>
                  <a:schemeClr val="accent1">
                    <a:alpha val="0"/>
                  </a:schemeClr>
                </a:solidFill>
                <a:latin typeface="+mn-lt"/>
              </a:defRPr>
            </a:lvl9pPr>
          </a:lstStyle>
          <a:p>
            <a:pPr lvl="0"/>
            <a:r>
              <a:rPr lang="de-DE" dirty="0"/>
              <a:t> </a:t>
            </a:r>
          </a:p>
        </p:txBody>
      </p:sp>
      <p:sp>
        <p:nvSpPr>
          <p:cNvPr id="19" name="Text Placeholder 10"/>
          <p:cNvSpPr>
            <a:spLocks noGrp="1"/>
          </p:cNvSpPr>
          <p:nvPr>
            <p:ph type="body" sz="quarter" idx="21" hasCustomPrompt="1"/>
          </p:nvPr>
        </p:nvSpPr>
        <p:spPr bwMode="gray">
          <a:xfrm>
            <a:off x="6470064" y="6405323"/>
            <a:ext cx="724800" cy="724800"/>
          </a:xfrm>
          <a:prstGeom prst="ellipse">
            <a:avLst/>
          </a:prstGeom>
          <a:solidFill>
            <a:schemeClr val="accent1"/>
          </a:solidFill>
        </p:spPr>
        <p:txBody>
          <a:bodyPr anchor="ctr"/>
          <a:lstStyle>
            <a:lvl1pPr marL="0" indent="0" algn="ctr">
              <a:lnSpc>
                <a:spcPct val="100000"/>
              </a:lnSpc>
              <a:spcBef>
                <a:spcPts val="0"/>
              </a:spcBef>
              <a:spcAft>
                <a:spcPts val="0"/>
              </a:spcAft>
              <a:buFont typeface="Arial" panose="020B0604020202020204" pitchFamily="34" charset="0"/>
              <a:buNone/>
              <a:defRPr sz="267" b="0" baseline="0">
                <a:solidFill>
                  <a:schemeClr val="accent1">
                    <a:alpha val="0"/>
                  </a:schemeClr>
                </a:solidFill>
                <a:latin typeface="Avenir Next" panose="020B0503020202020204"/>
              </a:defRPr>
            </a:lvl1pPr>
            <a:lvl2pPr marL="0" indent="0" algn="ctr">
              <a:lnSpc>
                <a:spcPct val="100000"/>
              </a:lnSpc>
              <a:spcBef>
                <a:spcPts val="0"/>
              </a:spcBef>
              <a:spcAft>
                <a:spcPts val="0"/>
              </a:spcAft>
              <a:buFont typeface="Arial" panose="020B0604020202020204" pitchFamily="34" charset="0"/>
              <a:buNone/>
              <a:defRPr sz="267" b="0">
                <a:solidFill>
                  <a:schemeClr val="accent1">
                    <a:alpha val="0"/>
                  </a:schemeClr>
                </a:solidFill>
                <a:latin typeface="+mn-lt"/>
              </a:defRPr>
            </a:lvl2pPr>
            <a:lvl3pPr marL="0" indent="0" algn="ctr">
              <a:lnSpc>
                <a:spcPct val="100000"/>
              </a:lnSpc>
              <a:spcBef>
                <a:spcPts val="0"/>
              </a:spcBef>
              <a:spcAft>
                <a:spcPts val="0"/>
              </a:spcAft>
              <a:buFont typeface="Arial" panose="020B0604020202020204" pitchFamily="34" charset="0"/>
              <a:buNone/>
              <a:defRPr sz="267" b="0">
                <a:solidFill>
                  <a:schemeClr val="accent1">
                    <a:alpha val="0"/>
                  </a:schemeClr>
                </a:solidFill>
                <a:latin typeface="+mn-lt"/>
              </a:defRPr>
            </a:lvl3pPr>
            <a:lvl4pPr marL="0" indent="0" algn="ctr">
              <a:lnSpc>
                <a:spcPct val="100000"/>
              </a:lnSpc>
              <a:spcBef>
                <a:spcPts val="0"/>
              </a:spcBef>
              <a:spcAft>
                <a:spcPts val="0"/>
              </a:spcAft>
              <a:buFont typeface="Arial" panose="020B0604020202020204" pitchFamily="34" charset="0"/>
              <a:buNone/>
              <a:defRPr sz="267" b="0">
                <a:solidFill>
                  <a:schemeClr val="accent1">
                    <a:alpha val="0"/>
                  </a:schemeClr>
                </a:solidFill>
                <a:latin typeface="+mn-lt"/>
              </a:defRPr>
            </a:lvl4pPr>
            <a:lvl5pPr marL="0" indent="0" algn="ctr">
              <a:lnSpc>
                <a:spcPct val="100000"/>
              </a:lnSpc>
              <a:spcBef>
                <a:spcPts val="0"/>
              </a:spcBef>
              <a:spcAft>
                <a:spcPts val="0"/>
              </a:spcAft>
              <a:buFont typeface="Arial" panose="020B0604020202020204" pitchFamily="34" charset="0"/>
              <a:buNone/>
              <a:defRPr sz="267" b="0">
                <a:solidFill>
                  <a:schemeClr val="accent1">
                    <a:alpha val="0"/>
                  </a:schemeClr>
                </a:solidFill>
                <a:latin typeface="+mn-lt"/>
              </a:defRPr>
            </a:lvl5pPr>
            <a:lvl6pPr marL="0" indent="0" algn="ctr">
              <a:lnSpc>
                <a:spcPct val="100000"/>
              </a:lnSpc>
              <a:spcBef>
                <a:spcPts val="0"/>
              </a:spcBef>
              <a:spcAft>
                <a:spcPts val="0"/>
              </a:spcAft>
              <a:buFont typeface="Arial" panose="020B0604020202020204" pitchFamily="34" charset="0"/>
              <a:buNone/>
              <a:defRPr sz="267" b="0">
                <a:solidFill>
                  <a:schemeClr val="accent1">
                    <a:alpha val="0"/>
                  </a:schemeClr>
                </a:solidFill>
                <a:latin typeface="+mn-lt"/>
              </a:defRPr>
            </a:lvl6pPr>
            <a:lvl7pPr marL="0" indent="0" algn="ctr">
              <a:lnSpc>
                <a:spcPct val="100000"/>
              </a:lnSpc>
              <a:spcBef>
                <a:spcPts val="0"/>
              </a:spcBef>
              <a:spcAft>
                <a:spcPts val="0"/>
              </a:spcAft>
              <a:buFont typeface="Arial" panose="020B0604020202020204" pitchFamily="34" charset="0"/>
              <a:buNone/>
              <a:defRPr sz="267" b="0">
                <a:solidFill>
                  <a:schemeClr val="accent1">
                    <a:alpha val="0"/>
                  </a:schemeClr>
                </a:solidFill>
                <a:latin typeface="+mn-lt"/>
              </a:defRPr>
            </a:lvl7pPr>
            <a:lvl8pPr marL="0" indent="0" algn="ctr">
              <a:lnSpc>
                <a:spcPct val="100000"/>
              </a:lnSpc>
              <a:spcBef>
                <a:spcPts val="0"/>
              </a:spcBef>
              <a:spcAft>
                <a:spcPts val="0"/>
              </a:spcAft>
              <a:buFont typeface="Arial" panose="020B0604020202020204" pitchFamily="34" charset="0"/>
              <a:buNone/>
              <a:defRPr sz="267" b="0">
                <a:solidFill>
                  <a:schemeClr val="accent1">
                    <a:alpha val="0"/>
                  </a:schemeClr>
                </a:solidFill>
                <a:latin typeface="+mn-lt"/>
              </a:defRPr>
            </a:lvl8pPr>
            <a:lvl9pPr marL="0" indent="0" algn="ctr">
              <a:lnSpc>
                <a:spcPct val="100000"/>
              </a:lnSpc>
              <a:spcBef>
                <a:spcPts val="0"/>
              </a:spcBef>
              <a:spcAft>
                <a:spcPts val="0"/>
              </a:spcAft>
              <a:buFont typeface="Arial" panose="020B0604020202020204" pitchFamily="34" charset="0"/>
              <a:buNone/>
              <a:defRPr sz="267" b="0">
                <a:solidFill>
                  <a:schemeClr val="accent1">
                    <a:alpha val="0"/>
                  </a:schemeClr>
                </a:solidFill>
                <a:latin typeface="+mn-lt"/>
              </a:defRPr>
            </a:lvl9pPr>
          </a:lstStyle>
          <a:p>
            <a:pPr lvl="0"/>
            <a:r>
              <a:rPr lang="de-DE" dirty="0"/>
              <a:t> </a:t>
            </a:r>
          </a:p>
        </p:txBody>
      </p:sp>
    </p:spTree>
    <p:custDataLst>
      <p:tags r:id="rId1"/>
    </p:custDataLst>
    <p:extLst>
      <p:ext uri="{BB962C8B-B14F-4D97-AF65-F5344CB8AC3E}">
        <p14:creationId xmlns:p14="http://schemas.microsoft.com/office/powerpoint/2010/main" val="178592491"/>
      </p:ext>
    </p:extLst>
  </p:cSld>
  <p:clrMapOvr>
    <a:masterClrMapping/>
  </p:clrMapOvr>
  <p:transition>
    <p:fade/>
  </p:transition>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userDrawn="1">
  <p:cSld name="Text &amp; Image with Bubbles">
    <p:spTree>
      <p:nvGrpSpPr>
        <p:cNvPr id="1" name=""/>
        <p:cNvGrpSpPr/>
        <p:nvPr/>
      </p:nvGrpSpPr>
      <p:grpSpPr>
        <a:xfrm>
          <a:off x="0" y="0"/>
          <a:ext cx="0" cy="0"/>
          <a:chOff x="0" y="0"/>
          <a:chExt cx="0" cy="0"/>
        </a:xfrm>
      </p:grpSpPr>
      <p:sp>
        <p:nvSpPr>
          <p:cNvPr id="10" name="Picture Placeholder 3"/>
          <p:cNvSpPr>
            <a:spLocks noGrp="1"/>
          </p:cNvSpPr>
          <p:nvPr>
            <p:ph type="pic" sz="quarter" idx="13" hasCustomPrompt="1"/>
          </p:nvPr>
        </p:nvSpPr>
        <p:spPr bwMode="gray">
          <a:xfrm>
            <a:off x="3168650" y="0"/>
            <a:ext cx="9023351" cy="6858000"/>
          </a:xfrm>
          <a:prstGeom prst="rect">
            <a:avLst/>
          </a:prstGeom>
          <a:solidFill>
            <a:schemeClr val="tx1">
              <a:lumMod val="50000"/>
              <a:lumOff val="50000"/>
            </a:schemeClr>
          </a:solidFill>
        </p:spPr>
        <p:txBody>
          <a:bodyPr tIns="0" bIns="720000" anchor="ctr" anchorCtr="0"/>
          <a:lstStyle>
            <a:lvl1pPr algn="ctr">
              <a:defRPr sz="1200" baseline="0">
                <a:solidFill>
                  <a:schemeClr val="bg1"/>
                </a:solidFill>
              </a:defRPr>
            </a:lvl1pPr>
          </a:lstStyle>
          <a:p>
            <a:r>
              <a:rPr lang="de-DE" dirty="0"/>
              <a:t>Click </a:t>
            </a:r>
            <a:r>
              <a:rPr lang="de-DE" dirty="0" err="1"/>
              <a:t>the</a:t>
            </a:r>
            <a:r>
              <a:rPr lang="de-DE" dirty="0"/>
              <a:t> </a:t>
            </a:r>
            <a:r>
              <a:rPr lang="de-DE" dirty="0" err="1"/>
              <a:t>icon</a:t>
            </a:r>
            <a:r>
              <a:rPr lang="de-DE" dirty="0"/>
              <a:t> </a:t>
            </a:r>
            <a:br>
              <a:rPr lang="de-DE" dirty="0"/>
            </a:br>
            <a:r>
              <a:rPr lang="de-DE" dirty="0" err="1"/>
              <a:t>to</a:t>
            </a:r>
            <a:r>
              <a:rPr lang="de-DE" dirty="0"/>
              <a:t> </a:t>
            </a:r>
            <a:r>
              <a:rPr lang="de-DE" dirty="0" err="1"/>
              <a:t>add</a:t>
            </a:r>
            <a:r>
              <a:rPr lang="de-DE" dirty="0"/>
              <a:t> an </a:t>
            </a:r>
            <a:r>
              <a:rPr lang="de-DE" dirty="0" err="1"/>
              <a:t>image</a:t>
            </a:r>
            <a:endParaRPr lang="en-US" dirty="0"/>
          </a:p>
        </p:txBody>
      </p:sp>
      <p:sp>
        <p:nvSpPr>
          <p:cNvPr id="2" name="Title 1"/>
          <p:cNvSpPr>
            <a:spLocks noGrp="1"/>
          </p:cNvSpPr>
          <p:nvPr>
            <p:ph type="title" hasCustomPrompt="1"/>
          </p:nvPr>
        </p:nvSpPr>
        <p:spPr bwMode="gray">
          <a:xfrm>
            <a:off x="431801" y="452969"/>
            <a:ext cx="2544232" cy="912284"/>
          </a:xfrm>
        </p:spPr>
        <p:txBody>
          <a:bodyPr/>
          <a:lstStyle>
            <a:lvl1pPr>
              <a:defRPr baseline="0"/>
            </a:lvl1pPr>
          </a:lstStyle>
          <a:p>
            <a:r>
              <a:rPr lang="de-DE" dirty="0"/>
              <a:t>Title </a:t>
            </a:r>
            <a:r>
              <a:rPr lang="de-DE" dirty="0" err="1"/>
              <a:t>of</a:t>
            </a:r>
            <a:r>
              <a:rPr lang="de-DE" dirty="0"/>
              <a:t> </a:t>
            </a:r>
            <a:br>
              <a:rPr lang="de-DE" dirty="0"/>
            </a:br>
            <a:r>
              <a:rPr lang="de-DE" dirty="0" err="1"/>
              <a:t>the</a:t>
            </a:r>
            <a:r>
              <a:rPr lang="de-DE" dirty="0"/>
              <a:t> </a:t>
            </a:r>
            <a:r>
              <a:rPr lang="de-DE" dirty="0" err="1"/>
              <a:t>slide</a:t>
            </a:r>
            <a:endParaRPr lang="en-US" dirty="0"/>
          </a:p>
        </p:txBody>
      </p:sp>
      <p:sp>
        <p:nvSpPr>
          <p:cNvPr id="4" name="Date Placeholder 3"/>
          <p:cNvSpPr>
            <a:spLocks noGrp="1"/>
          </p:cNvSpPr>
          <p:nvPr>
            <p:ph type="dt" sz="half" idx="10"/>
          </p:nvPr>
        </p:nvSpPr>
        <p:spPr bwMode="gray"/>
        <p:txBody>
          <a:bodyPr/>
          <a:lstStyle>
            <a:lvl1pPr>
              <a:defRPr>
                <a:solidFill>
                  <a:schemeClr val="bg1"/>
                </a:solidFill>
              </a:defRPr>
            </a:lvl1pPr>
          </a:lstStyle>
          <a:p>
            <a:fld id="{BB2B987F-52B1-42C3-B0A4-4BBB085120D9}" type="datetime1">
              <a:rPr lang="en-US" smtClean="0"/>
              <a:t>7/6/2026</a:t>
            </a:fld>
            <a:endParaRPr lang="en-US"/>
          </a:p>
        </p:txBody>
      </p:sp>
      <p:sp>
        <p:nvSpPr>
          <p:cNvPr id="5" name="Footer Placeholder 4"/>
          <p:cNvSpPr>
            <a:spLocks noGrp="1"/>
          </p:cNvSpPr>
          <p:nvPr>
            <p:ph type="ftr" sz="quarter" idx="11"/>
          </p:nvPr>
        </p:nvSpPr>
        <p:spPr bwMode="gray"/>
        <p:txBody>
          <a:bodyPr/>
          <a:lstStyle>
            <a:lvl1pPr>
              <a:defRPr>
                <a:solidFill>
                  <a:schemeClr val="bg1"/>
                </a:solidFill>
              </a:defRPr>
            </a:lvl1pPr>
          </a:lstStyle>
          <a:p>
            <a:r>
              <a:rPr lang="en-US"/>
              <a:t>Title of the presentation</a:t>
            </a:r>
          </a:p>
        </p:txBody>
      </p:sp>
      <p:sp>
        <p:nvSpPr>
          <p:cNvPr id="6" name="Slide Number Placeholder 5"/>
          <p:cNvSpPr>
            <a:spLocks noGrp="1"/>
          </p:cNvSpPr>
          <p:nvPr>
            <p:ph type="sldNum" sz="quarter" idx="12"/>
          </p:nvPr>
        </p:nvSpPr>
        <p:spPr bwMode="gray"/>
        <p:txBody>
          <a:bodyPr/>
          <a:lstStyle>
            <a:lvl1pPr>
              <a:defRPr>
                <a:solidFill>
                  <a:schemeClr val="bg1"/>
                </a:solidFill>
              </a:defRPr>
            </a:lvl1pPr>
          </a:lstStyle>
          <a:p>
            <a:fld id="{FCB53D23-1D79-480C-B3BE-829293F4503C}" type="slidenum">
              <a:rPr lang="en-US" smtClean="0"/>
              <a:pPr/>
              <a:t>‹#›</a:t>
            </a:fld>
            <a:endParaRPr lang="en-US"/>
          </a:p>
        </p:txBody>
      </p:sp>
      <p:sp>
        <p:nvSpPr>
          <p:cNvPr id="7" name="Text Placeholder 6"/>
          <p:cNvSpPr>
            <a:spLocks noGrp="1"/>
          </p:cNvSpPr>
          <p:nvPr>
            <p:ph type="body" sz="quarter" idx="14"/>
          </p:nvPr>
        </p:nvSpPr>
        <p:spPr bwMode="gray">
          <a:xfrm>
            <a:off x="431801" y="1701800"/>
            <a:ext cx="2544232" cy="432011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5" name="Text Placeholder 10"/>
          <p:cNvSpPr>
            <a:spLocks noGrp="1"/>
          </p:cNvSpPr>
          <p:nvPr>
            <p:ph type="body" sz="quarter" idx="17" hasCustomPrompt="1"/>
          </p:nvPr>
        </p:nvSpPr>
        <p:spPr bwMode="gray">
          <a:xfrm>
            <a:off x="4203701" y="3476627"/>
            <a:ext cx="2832100" cy="2832099"/>
          </a:xfrm>
          <a:prstGeom prst="ellipse">
            <a:avLst/>
          </a:prstGeom>
          <a:solidFill>
            <a:schemeClr val="accent1"/>
          </a:solidFill>
        </p:spPr>
        <p:txBody>
          <a:bodyPr anchor="ctr"/>
          <a:lstStyle>
            <a:lvl1pPr marL="0" indent="0" algn="ctr">
              <a:lnSpc>
                <a:spcPct val="75000"/>
              </a:lnSpc>
              <a:spcBef>
                <a:spcPts val="267"/>
              </a:spcBef>
              <a:spcAft>
                <a:spcPts val="267"/>
              </a:spcAft>
              <a:buFont typeface="Arial" panose="020B0604020202020204" pitchFamily="34" charset="0"/>
              <a:buNone/>
              <a:defRPr sz="2133">
                <a:solidFill>
                  <a:schemeClr val="bg1"/>
                </a:solidFill>
                <a:latin typeface="Avenir Next" panose="020B0503020202020204"/>
              </a:defRPr>
            </a:lvl1pPr>
            <a:lvl2pPr marL="0" indent="0" algn="ctr">
              <a:lnSpc>
                <a:spcPct val="75000"/>
              </a:lnSpc>
              <a:spcBef>
                <a:spcPts val="0"/>
              </a:spcBef>
              <a:spcAft>
                <a:spcPts val="0"/>
              </a:spcAft>
              <a:buFont typeface="Arial" panose="020B0604020202020204" pitchFamily="34" charset="0"/>
              <a:buNone/>
              <a:defRPr sz="1467">
                <a:solidFill>
                  <a:schemeClr val="bg1"/>
                </a:solidFill>
                <a:latin typeface="+mj-lt"/>
              </a:defRPr>
            </a:lvl2pPr>
            <a:lvl3pPr marL="0" indent="0" algn="ctr">
              <a:lnSpc>
                <a:spcPct val="75000"/>
              </a:lnSpc>
              <a:spcBef>
                <a:spcPts val="0"/>
              </a:spcBef>
              <a:spcAft>
                <a:spcPts val="0"/>
              </a:spcAft>
              <a:buFont typeface="Arial" panose="020B0604020202020204" pitchFamily="34" charset="0"/>
              <a:buNone/>
              <a:defRPr sz="1467">
                <a:solidFill>
                  <a:schemeClr val="bg1"/>
                </a:solidFill>
                <a:latin typeface="+mj-lt"/>
              </a:defRPr>
            </a:lvl3pPr>
            <a:lvl4pPr marL="0" indent="0" algn="ctr">
              <a:lnSpc>
                <a:spcPct val="75000"/>
              </a:lnSpc>
              <a:spcBef>
                <a:spcPts val="0"/>
              </a:spcBef>
              <a:spcAft>
                <a:spcPts val="0"/>
              </a:spcAft>
              <a:buFont typeface="Arial" panose="020B0604020202020204" pitchFamily="34" charset="0"/>
              <a:buNone/>
              <a:defRPr sz="1467">
                <a:solidFill>
                  <a:schemeClr val="bg1"/>
                </a:solidFill>
                <a:latin typeface="+mj-lt"/>
              </a:defRPr>
            </a:lvl4pPr>
            <a:lvl5pPr marL="0" indent="0" algn="ctr">
              <a:lnSpc>
                <a:spcPct val="75000"/>
              </a:lnSpc>
              <a:spcBef>
                <a:spcPts val="0"/>
              </a:spcBef>
              <a:spcAft>
                <a:spcPts val="0"/>
              </a:spcAft>
              <a:buFont typeface="Arial" panose="020B0604020202020204" pitchFamily="34" charset="0"/>
              <a:buNone/>
              <a:defRPr sz="1467">
                <a:solidFill>
                  <a:schemeClr val="bg1"/>
                </a:solidFill>
                <a:latin typeface="+mj-lt"/>
              </a:defRPr>
            </a:lvl5pPr>
            <a:lvl6pPr marL="0" indent="0" algn="ctr">
              <a:lnSpc>
                <a:spcPct val="75000"/>
              </a:lnSpc>
              <a:spcBef>
                <a:spcPts val="0"/>
              </a:spcBef>
              <a:spcAft>
                <a:spcPts val="0"/>
              </a:spcAft>
              <a:buFont typeface="Arial" panose="020B0604020202020204" pitchFamily="34" charset="0"/>
              <a:buNone/>
              <a:defRPr sz="1467">
                <a:solidFill>
                  <a:schemeClr val="bg1"/>
                </a:solidFill>
                <a:latin typeface="+mj-lt"/>
              </a:defRPr>
            </a:lvl6pPr>
            <a:lvl7pPr marL="0" indent="0" algn="ctr">
              <a:lnSpc>
                <a:spcPct val="75000"/>
              </a:lnSpc>
              <a:spcBef>
                <a:spcPts val="0"/>
              </a:spcBef>
              <a:spcAft>
                <a:spcPts val="0"/>
              </a:spcAft>
              <a:buFont typeface="Arial" panose="020B0604020202020204" pitchFamily="34" charset="0"/>
              <a:buNone/>
              <a:defRPr sz="1467">
                <a:solidFill>
                  <a:schemeClr val="bg1"/>
                </a:solidFill>
                <a:latin typeface="+mj-lt"/>
              </a:defRPr>
            </a:lvl7pPr>
            <a:lvl8pPr marL="0" indent="0" algn="ctr">
              <a:lnSpc>
                <a:spcPct val="75000"/>
              </a:lnSpc>
              <a:spcBef>
                <a:spcPts val="0"/>
              </a:spcBef>
              <a:spcAft>
                <a:spcPts val="0"/>
              </a:spcAft>
              <a:buFont typeface="Arial" panose="020B0604020202020204" pitchFamily="34" charset="0"/>
              <a:buNone/>
              <a:defRPr sz="1467">
                <a:solidFill>
                  <a:schemeClr val="bg1"/>
                </a:solidFill>
                <a:latin typeface="+mj-lt"/>
              </a:defRPr>
            </a:lvl8pPr>
            <a:lvl9pPr marL="0" indent="0" algn="ctr">
              <a:lnSpc>
                <a:spcPct val="75000"/>
              </a:lnSpc>
              <a:spcBef>
                <a:spcPts val="0"/>
              </a:spcBef>
              <a:spcAft>
                <a:spcPts val="0"/>
              </a:spcAft>
              <a:buFont typeface="Arial" panose="020B0604020202020204" pitchFamily="34" charset="0"/>
              <a:buNone/>
              <a:defRPr sz="1467">
                <a:solidFill>
                  <a:schemeClr val="bg1"/>
                </a:solidFill>
                <a:latin typeface="+mj-lt"/>
              </a:defRPr>
            </a:lvl9pPr>
          </a:lstStyle>
          <a:p>
            <a:pPr lvl="0"/>
            <a:r>
              <a:rPr lang="en-US" dirty="0"/>
              <a:t>Highlight element</a:t>
            </a:r>
          </a:p>
        </p:txBody>
      </p:sp>
      <p:sp>
        <p:nvSpPr>
          <p:cNvPr id="14" name="Text Placeholder 10"/>
          <p:cNvSpPr>
            <a:spLocks noGrp="1"/>
          </p:cNvSpPr>
          <p:nvPr>
            <p:ph type="body" sz="quarter" idx="21" hasCustomPrompt="1"/>
          </p:nvPr>
        </p:nvSpPr>
        <p:spPr bwMode="gray">
          <a:xfrm>
            <a:off x="2895601" y="5818719"/>
            <a:ext cx="1622400" cy="1622400"/>
          </a:xfrm>
          <a:prstGeom prst="ellipse">
            <a:avLst/>
          </a:prstGeom>
          <a:solidFill>
            <a:schemeClr val="accent1"/>
          </a:solidFill>
        </p:spPr>
        <p:txBody>
          <a:bodyPr anchor="ctr"/>
          <a:lstStyle>
            <a:lvl1pPr marL="0" indent="0" algn="ctr">
              <a:lnSpc>
                <a:spcPct val="100000"/>
              </a:lnSpc>
              <a:spcBef>
                <a:spcPts val="0"/>
              </a:spcBef>
              <a:spcAft>
                <a:spcPts val="0"/>
              </a:spcAft>
              <a:buFont typeface="Arial" panose="020B0604020202020204" pitchFamily="34" charset="0"/>
              <a:buNone/>
              <a:defRPr sz="267" b="0" baseline="0">
                <a:solidFill>
                  <a:schemeClr val="accent1">
                    <a:alpha val="0"/>
                  </a:schemeClr>
                </a:solidFill>
                <a:latin typeface="Avenir Next" panose="020B0503020202020204"/>
              </a:defRPr>
            </a:lvl1pPr>
            <a:lvl2pPr marL="0" indent="0" algn="ctr">
              <a:lnSpc>
                <a:spcPct val="100000"/>
              </a:lnSpc>
              <a:spcBef>
                <a:spcPts val="0"/>
              </a:spcBef>
              <a:spcAft>
                <a:spcPts val="0"/>
              </a:spcAft>
              <a:buFont typeface="Arial" panose="020B0604020202020204" pitchFamily="34" charset="0"/>
              <a:buNone/>
              <a:defRPr sz="267" b="0">
                <a:solidFill>
                  <a:schemeClr val="accent1">
                    <a:alpha val="0"/>
                  </a:schemeClr>
                </a:solidFill>
                <a:latin typeface="+mn-lt"/>
              </a:defRPr>
            </a:lvl2pPr>
            <a:lvl3pPr marL="0" indent="0" algn="ctr">
              <a:lnSpc>
                <a:spcPct val="100000"/>
              </a:lnSpc>
              <a:spcBef>
                <a:spcPts val="0"/>
              </a:spcBef>
              <a:spcAft>
                <a:spcPts val="0"/>
              </a:spcAft>
              <a:buFont typeface="Arial" panose="020B0604020202020204" pitchFamily="34" charset="0"/>
              <a:buNone/>
              <a:defRPr sz="267" b="0">
                <a:solidFill>
                  <a:schemeClr val="accent1">
                    <a:alpha val="0"/>
                  </a:schemeClr>
                </a:solidFill>
                <a:latin typeface="+mn-lt"/>
              </a:defRPr>
            </a:lvl3pPr>
            <a:lvl4pPr marL="0" indent="0" algn="ctr">
              <a:lnSpc>
                <a:spcPct val="100000"/>
              </a:lnSpc>
              <a:spcBef>
                <a:spcPts val="0"/>
              </a:spcBef>
              <a:spcAft>
                <a:spcPts val="0"/>
              </a:spcAft>
              <a:buFont typeface="Arial" panose="020B0604020202020204" pitchFamily="34" charset="0"/>
              <a:buNone/>
              <a:defRPr sz="267" b="0">
                <a:solidFill>
                  <a:schemeClr val="accent1">
                    <a:alpha val="0"/>
                  </a:schemeClr>
                </a:solidFill>
                <a:latin typeface="+mn-lt"/>
              </a:defRPr>
            </a:lvl4pPr>
            <a:lvl5pPr marL="0" indent="0" algn="ctr">
              <a:lnSpc>
                <a:spcPct val="100000"/>
              </a:lnSpc>
              <a:spcBef>
                <a:spcPts val="0"/>
              </a:spcBef>
              <a:spcAft>
                <a:spcPts val="0"/>
              </a:spcAft>
              <a:buFont typeface="Arial" panose="020B0604020202020204" pitchFamily="34" charset="0"/>
              <a:buNone/>
              <a:defRPr sz="267" b="0">
                <a:solidFill>
                  <a:schemeClr val="accent1">
                    <a:alpha val="0"/>
                  </a:schemeClr>
                </a:solidFill>
                <a:latin typeface="+mn-lt"/>
              </a:defRPr>
            </a:lvl5pPr>
            <a:lvl6pPr marL="0" indent="0" algn="ctr">
              <a:lnSpc>
                <a:spcPct val="100000"/>
              </a:lnSpc>
              <a:spcBef>
                <a:spcPts val="0"/>
              </a:spcBef>
              <a:spcAft>
                <a:spcPts val="0"/>
              </a:spcAft>
              <a:buFont typeface="Arial" panose="020B0604020202020204" pitchFamily="34" charset="0"/>
              <a:buNone/>
              <a:defRPr sz="267" b="0">
                <a:solidFill>
                  <a:schemeClr val="accent1">
                    <a:alpha val="0"/>
                  </a:schemeClr>
                </a:solidFill>
                <a:latin typeface="+mn-lt"/>
              </a:defRPr>
            </a:lvl6pPr>
            <a:lvl7pPr marL="0" indent="0" algn="ctr">
              <a:lnSpc>
                <a:spcPct val="100000"/>
              </a:lnSpc>
              <a:spcBef>
                <a:spcPts val="0"/>
              </a:spcBef>
              <a:spcAft>
                <a:spcPts val="0"/>
              </a:spcAft>
              <a:buFont typeface="Arial" panose="020B0604020202020204" pitchFamily="34" charset="0"/>
              <a:buNone/>
              <a:defRPr sz="267" b="0">
                <a:solidFill>
                  <a:schemeClr val="accent1">
                    <a:alpha val="0"/>
                  </a:schemeClr>
                </a:solidFill>
                <a:latin typeface="+mn-lt"/>
              </a:defRPr>
            </a:lvl7pPr>
            <a:lvl8pPr marL="0" indent="0" algn="ctr">
              <a:lnSpc>
                <a:spcPct val="100000"/>
              </a:lnSpc>
              <a:spcBef>
                <a:spcPts val="0"/>
              </a:spcBef>
              <a:spcAft>
                <a:spcPts val="0"/>
              </a:spcAft>
              <a:buFont typeface="Arial" panose="020B0604020202020204" pitchFamily="34" charset="0"/>
              <a:buNone/>
              <a:defRPr sz="267" b="0">
                <a:solidFill>
                  <a:schemeClr val="accent1">
                    <a:alpha val="0"/>
                  </a:schemeClr>
                </a:solidFill>
                <a:latin typeface="+mn-lt"/>
              </a:defRPr>
            </a:lvl8pPr>
            <a:lvl9pPr marL="0" indent="0" algn="ctr">
              <a:lnSpc>
                <a:spcPct val="100000"/>
              </a:lnSpc>
              <a:spcBef>
                <a:spcPts val="0"/>
              </a:spcBef>
              <a:spcAft>
                <a:spcPts val="0"/>
              </a:spcAft>
              <a:buFont typeface="Arial" panose="020B0604020202020204" pitchFamily="34" charset="0"/>
              <a:buNone/>
              <a:defRPr sz="267" b="0">
                <a:solidFill>
                  <a:schemeClr val="accent1">
                    <a:alpha val="0"/>
                  </a:schemeClr>
                </a:solidFill>
                <a:latin typeface="+mn-lt"/>
              </a:defRPr>
            </a:lvl9pPr>
          </a:lstStyle>
          <a:p>
            <a:pPr lvl="0"/>
            <a:r>
              <a:rPr lang="de-DE" dirty="0"/>
              <a:t> </a:t>
            </a:r>
          </a:p>
        </p:txBody>
      </p:sp>
    </p:spTree>
    <p:custDataLst>
      <p:tags r:id="rId1"/>
    </p:custDataLst>
    <p:extLst>
      <p:ext uri="{BB962C8B-B14F-4D97-AF65-F5344CB8AC3E}">
        <p14:creationId xmlns:p14="http://schemas.microsoft.com/office/powerpoint/2010/main" val="2904267643"/>
      </p:ext>
    </p:extLst>
  </p:cSld>
  <p:clrMapOvr>
    <a:masterClrMapping/>
  </p:clrMapOvr>
  <p:transition>
    <p:fade/>
  </p:transition>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Title &amp; Image">
    <p:spTree>
      <p:nvGrpSpPr>
        <p:cNvPr id="1" name=""/>
        <p:cNvGrpSpPr/>
        <p:nvPr/>
      </p:nvGrpSpPr>
      <p:grpSpPr>
        <a:xfrm>
          <a:off x="0" y="0"/>
          <a:ext cx="0" cy="0"/>
          <a:chOff x="0" y="0"/>
          <a:chExt cx="0" cy="0"/>
        </a:xfrm>
      </p:grpSpPr>
      <p:sp>
        <p:nvSpPr>
          <p:cNvPr id="10" name="Picture Placeholder 3"/>
          <p:cNvSpPr>
            <a:spLocks noGrp="1"/>
          </p:cNvSpPr>
          <p:nvPr>
            <p:ph type="pic" sz="quarter" idx="13" hasCustomPrompt="1"/>
          </p:nvPr>
        </p:nvSpPr>
        <p:spPr bwMode="gray">
          <a:xfrm>
            <a:off x="3168650" y="0"/>
            <a:ext cx="9023351" cy="6858000"/>
          </a:xfrm>
          <a:prstGeom prst="rect">
            <a:avLst/>
          </a:prstGeom>
          <a:solidFill>
            <a:schemeClr val="tx1">
              <a:lumMod val="50000"/>
              <a:lumOff val="50000"/>
            </a:schemeClr>
          </a:solidFill>
        </p:spPr>
        <p:txBody>
          <a:bodyPr tIns="0" bIns="720000" anchor="ctr" anchorCtr="0"/>
          <a:lstStyle>
            <a:lvl1pPr algn="ctr">
              <a:defRPr sz="1200" baseline="0">
                <a:solidFill>
                  <a:schemeClr val="bg1"/>
                </a:solidFill>
              </a:defRPr>
            </a:lvl1pPr>
          </a:lstStyle>
          <a:p>
            <a:r>
              <a:rPr lang="de-DE" dirty="0"/>
              <a:t>Click </a:t>
            </a:r>
            <a:r>
              <a:rPr lang="de-DE" dirty="0" err="1"/>
              <a:t>the</a:t>
            </a:r>
            <a:r>
              <a:rPr lang="de-DE" dirty="0"/>
              <a:t> </a:t>
            </a:r>
            <a:r>
              <a:rPr lang="de-DE" dirty="0" err="1"/>
              <a:t>icon</a:t>
            </a:r>
            <a:r>
              <a:rPr lang="de-DE" dirty="0"/>
              <a:t> </a:t>
            </a:r>
            <a:br>
              <a:rPr lang="de-DE" dirty="0"/>
            </a:br>
            <a:r>
              <a:rPr lang="de-DE" dirty="0" err="1"/>
              <a:t>to</a:t>
            </a:r>
            <a:r>
              <a:rPr lang="de-DE" dirty="0"/>
              <a:t> </a:t>
            </a:r>
            <a:r>
              <a:rPr lang="de-DE" dirty="0" err="1"/>
              <a:t>add</a:t>
            </a:r>
            <a:r>
              <a:rPr lang="de-DE" dirty="0"/>
              <a:t> an </a:t>
            </a:r>
            <a:r>
              <a:rPr lang="de-DE" dirty="0" err="1"/>
              <a:t>image</a:t>
            </a:r>
            <a:endParaRPr lang="en-US" dirty="0"/>
          </a:p>
        </p:txBody>
      </p:sp>
      <p:sp>
        <p:nvSpPr>
          <p:cNvPr id="2" name="Title 1"/>
          <p:cNvSpPr>
            <a:spLocks noGrp="1"/>
          </p:cNvSpPr>
          <p:nvPr>
            <p:ph type="title" hasCustomPrompt="1"/>
          </p:nvPr>
        </p:nvSpPr>
        <p:spPr bwMode="gray">
          <a:xfrm>
            <a:off x="431801" y="452967"/>
            <a:ext cx="2544232" cy="3312584"/>
          </a:xfrm>
        </p:spPr>
        <p:txBody>
          <a:bodyPr/>
          <a:lstStyle>
            <a:lvl1pPr>
              <a:defRPr/>
            </a:lvl1pPr>
          </a:lstStyle>
          <a:p>
            <a:r>
              <a:rPr lang="de-DE" dirty="0"/>
              <a:t>Title </a:t>
            </a:r>
            <a:r>
              <a:rPr lang="de-DE" dirty="0" err="1"/>
              <a:t>of</a:t>
            </a:r>
            <a:r>
              <a:rPr lang="de-DE" dirty="0"/>
              <a:t> </a:t>
            </a:r>
            <a:br>
              <a:rPr lang="de-DE" dirty="0"/>
            </a:br>
            <a:r>
              <a:rPr lang="de-DE" dirty="0" err="1"/>
              <a:t>the</a:t>
            </a:r>
            <a:r>
              <a:rPr lang="de-DE" dirty="0"/>
              <a:t> </a:t>
            </a:r>
            <a:r>
              <a:rPr lang="de-DE" dirty="0" err="1"/>
              <a:t>slide</a:t>
            </a:r>
            <a:r>
              <a:rPr lang="en-US" dirty="0"/>
              <a:t/>
            </a:r>
            <a:br>
              <a:rPr lang="en-US" dirty="0"/>
            </a:br>
            <a:r>
              <a:rPr lang="en-US" dirty="0"/>
              <a:t>written </a:t>
            </a:r>
            <a:br>
              <a:rPr lang="en-US" dirty="0"/>
            </a:br>
            <a:r>
              <a:rPr lang="en-US" dirty="0"/>
              <a:t>in several lines</a:t>
            </a:r>
          </a:p>
        </p:txBody>
      </p:sp>
      <p:sp>
        <p:nvSpPr>
          <p:cNvPr id="4" name="Date Placeholder 3"/>
          <p:cNvSpPr>
            <a:spLocks noGrp="1"/>
          </p:cNvSpPr>
          <p:nvPr>
            <p:ph type="dt" sz="half" idx="10"/>
          </p:nvPr>
        </p:nvSpPr>
        <p:spPr bwMode="gray"/>
        <p:txBody>
          <a:bodyPr/>
          <a:lstStyle>
            <a:lvl1pPr>
              <a:defRPr>
                <a:solidFill>
                  <a:schemeClr val="bg1"/>
                </a:solidFill>
              </a:defRPr>
            </a:lvl1pPr>
          </a:lstStyle>
          <a:p>
            <a:fld id="{F4BA99C9-0405-4F28-8F70-F6107959CD5B}" type="datetime1">
              <a:rPr lang="en-US" smtClean="0"/>
              <a:t>7/6/2026</a:t>
            </a:fld>
            <a:endParaRPr lang="en-US"/>
          </a:p>
        </p:txBody>
      </p:sp>
      <p:sp>
        <p:nvSpPr>
          <p:cNvPr id="5" name="Footer Placeholder 4"/>
          <p:cNvSpPr>
            <a:spLocks noGrp="1"/>
          </p:cNvSpPr>
          <p:nvPr>
            <p:ph type="ftr" sz="quarter" idx="11"/>
          </p:nvPr>
        </p:nvSpPr>
        <p:spPr bwMode="gray"/>
        <p:txBody>
          <a:bodyPr/>
          <a:lstStyle>
            <a:lvl1pPr>
              <a:defRPr>
                <a:solidFill>
                  <a:schemeClr val="bg1"/>
                </a:solidFill>
              </a:defRPr>
            </a:lvl1pPr>
          </a:lstStyle>
          <a:p>
            <a:r>
              <a:rPr lang="en-US"/>
              <a:t>Title of the presentation</a:t>
            </a:r>
          </a:p>
        </p:txBody>
      </p:sp>
      <p:sp>
        <p:nvSpPr>
          <p:cNvPr id="6" name="Slide Number Placeholder 5"/>
          <p:cNvSpPr>
            <a:spLocks noGrp="1"/>
          </p:cNvSpPr>
          <p:nvPr>
            <p:ph type="sldNum" sz="quarter" idx="12"/>
          </p:nvPr>
        </p:nvSpPr>
        <p:spPr bwMode="gray"/>
        <p:txBody>
          <a:bodyPr/>
          <a:lstStyle>
            <a:lvl1pPr>
              <a:defRPr>
                <a:solidFill>
                  <a:schemeClr val="bg1"/>
                </a:solidFill>
              </a:defRPr>
            </a:lvl1pPr>
          </a:lstStyle>
          <a:p>
            <a:fld id="{FCB53D23-1D79-480C-B3BE-829293F4503C}" type="slidenum">
              <a:rPr lang="en-US" smtClean="0"/>
              <a:pPr/>
              <a:t>‹#›</a:t>
            </a:fld>
            <a:endParaRPr lang="en-US"/>
          </a:p>
        </p:txBody>
      </p:sp>
    </p:spTree>
    <p:extLst>
      <p:ext uri="{BB962C8B-B14F-4D97-AF65-F5344CB8AC3E}">
        <p14:creationId xmlns:p14="http://schemas.microsoft.com/office/powerpoint/2010/main" val="4278590674"/>
      </p:ext>
    </p:extLst>
  </p:cSld>
  <p:clrMapOvr>
    <a:masterClrMapping/>
  </p:clrMapOvr>
  <p:transition>
    <p:fade/>
  </p:transition>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Full-size Image">
    <p:spTree>
      <p:nvGrpSpPr>
        <p:cNvPr id="1" name=""/>
        <p:cNvGrpSpPr/>
        <p:nvPr/>
      </p:nvGrpSpPr>
      <p:grpSpPr>
        <a:xfrm>
          <a:off x="0" y="0"/>
          <a:ext cx="0" cy="0"/>
          <a:chOff x="0" y="0"/>
          <a:chExt cx="0" cy="0"/>
        </a:xfrm>
      </p:grpSpPr>
      <p:sp>
        <p:nvSpPr>
          <p:cNvPr id="10" name="Picture Placeholder 3"/>
          <p:cNvSpPr>
            <a:spLocks noGrp="1"/>
          </p:cNvSpPr>
          <p:nvPr>
            <p:ph type="pic" sz="quarter" idx="13" hasCustomPrompt="1"/>
          </p:nvPr>
        </p:nvSpPr>
        <p:spPr bwMode="gray">
          <a:xfrm>
            <a:off x="0" y="0"/>
            <a:ext cx="12192000" cy="6858000"/>
          </a:xfrm>
          <a:prstGeom prst="rect">
            <a:avLst/>
          </a:prstGeom>
          <a:solidFill>
            <a:schemeClr val="tx1">
              <a:lumMod val="50000"/>
              <a:lumOff val="50000"/>
            </a:schemeClr>
          </a:solidFill>
        </p:spPr>
        <p:txBody>
          <a:bodyPr tIns="0" bIns="720000" anchor="ctr" anchorCtr="0"/>
          <a:lstStyle>
            <a:lvl1pPr algn="ctr">
              <a:defRPr sz="1200" baseline="0">
                <a:solidFill>
                  <a:schemeClr val="bg1"/>
                </a:solidFill>
              </a:defRPr>
            </a:lvl1pPr>
          </a:lstStyle>
          <a:p>
            <a:r>
              <a:rPr lang="de-DE" dirty="0"/>
              <a:t>Click </a:t>
            </a:r>
            <a:r>
              <a:rPr lang="de-DE" dirty="0" err="1"/>
              <a:t>the</a:t>
            </a:r>
            <a:r>
              <a:rPr lang="de-DE" dirty="0"/>
              <a:t> </a:t>
            </a:r>
            <a:r>
              <a:rPr lang="de-DE" dirty="0" err="1"/>
              <a:t>icon</a:t>
            </a:r>
            <a:r>
              <a:rPr lang="de-DE" dirty="0"/>
              <a:t> </a:t>
            </a:r>
            <a:br>
              <a:rPr lang="de-DE" dirty="0"/>
            </a:br>
            <a:r>
              <a:rPr lang="de-DE" dirty="0" err="1"/>
              <a:t>to</a:t>
            </a:r>
            <a:r>
              <a:rPr lang="de-DE" dirty="0"/>
              <a:t> </a:t>
            </a:r>
            <a:r>
              <a:rPr lang="de-DE" dirty="0" err="1"/>
              <a:t>add</a:t>
            </a:r>
            <a:r>
              <a:rPr lang="de-DE" dirty="0"/>
              <a:t> an </a:t>
            </a:r>
            <a:r>
              <a:rPr lang="de-DE" dirty="0" err="1"/>
              <a:t>image</a:t>
            </a:r>
            <a:endParaRPr lang="en-US" dirty="0"/>
          </a:p>
        </p:txBody>
      </p:sp>
      <p:sp>
        <p:nvSpPr>
          <p:cNvPr id="2" name="Title 1"/>
          <p:cNvSpPr>
            <a:spLocks noGrp="1"/>
          </p:cNvSpPr>
          <p:nvPr>
            <p:ph type="title" hasCustomPrompt="1"/>
          </p:nvPr>
        </p:nvSpPr>
        <p:spPr bwMode="gray">
          <a:xfrm>
            <a:off x="431801" y="452967"/>
            <a:ext cx="2544232" cy="3312584"/>
          </a:xfrm>
        </p:spPr>
        <p:txBody>
          <a:bodyPr/>
          <a:lstStyle>
            <a:lvl1pPr>
              <a:defRPr>
                <a:solidFill>
                  <a:schemeClr val="bg1"/>
                </a:solidFill>
              </a:defRPr>
            </a:lvl1pPr>
          </a:lstStyle>
          <a:p>
            <a:r>
              <a:rPr lang="de-DE" dirty="0"/>
              <a:t>Title </a:t>
            </a:r>
            <a:r>
              <a:rPr lang="de-DE" dirty="0" err="1"/>
              <a:t>of</a:t>
            </a:r>
            <a:r>
              <a:rPr lang="de-DE" dirty="0"/>
              <a:t> </a:t>
            </a:r>
            <a:br>
              <a:rPr lang="de-DE" dirty="0"/>
            </a:br>
            <a:r>
              <a:rPr lang="de-DE" dirty="0" err="1"/>
              <a:t>the</a:t>
            </a:r>
            <a:r>
              <a:rPr lang="de-DE" dirty="0"/>
              <a:t> </a:t>
            </a:r>
            <a:r>
              <a:rPr lang="de-DE" dirty="0" err="1"/>
              <a:t>slide</a:t>
            </a:r>
            <a:r>
              <a:rPr lang="en-US" dirty="0"/>
              <a:t/>
            </a:r>
            <a:br>
              <a:rPr lang="en-US" dirty="0"/>
            </a:br>
            <a:r>
              <a:rPr lang="en-US" dirty="0"/>
              <a:t>written </a:t>
            </a:r>
            <a:br>
              <a:rPr lang="en-US" dirty="0"/>
            </a:br>
            <a:r>
              <a:rPr lang="en-US" dirty="0"/>
              <a:t>in several lines</a:t>
            </a:r>
          </a:p>
        </p:txBody>
      </p:sp>
      <p:sp>
        <p:nvSpPr>
          <p:cNvPr id="4" name="Date Placeholder 3"/>
          <p:cNvSpPr>
            <a:spLocks noGrp="1"/>
          </p:cNvSpPr>
          <p:nvPr>
            <p:ph type="dt" sz="half" idx="10"/>
          </p:nvPr>
        </p:nvSpPr>
        <p:spPr bwMode="gray"/>
        <p:txBody>
          <a:bodyPr/>
          <a:lstStyle>
            <a:lvl1pPr>
              <a:defRPr>
                <a:solidFill>
                  <a:schemeClr val="bg1"/>
                </a:solidFill>
              </a:defRPr>
            </a:lvl1pPr>
          </a:lstStyle>
          <a:p>
            <a:fld id="{79812FFA-B21C-440A-A740-EA79645E5B9C}" type="datetime1">
              <a:rPr lang="en-US" smtClean="0"/>
              <a:t>7/6/2026</a:t>
            </a:fld>
            <a:endParaRPr lang="en-US"/>
          </a:p>
        </p:txBody>
      </p:sp>
      <p:sp>
        <p:nvSpPr>
          <p:cNvPr id="5" name="Footer Placeholder 4"/>
          <p:cNvSpPr>
            <a:spLocks noGrp="1"/>
          </p:cNvSpPr>
          <p:nvPr>
            <p:ph type="ftr" sz="quarter" idx="11"/>
          </p:nvPr>
        </p:nvSpPr>
        <p:spPr bwMode="gray"/>
        <p:txBody>
          <a:bodyPr/>
          <a:lstStyle>
            <a:lvl1pPr>
              <a:defRPr>
                <a:solidFill>
                  <a:schemeClr val="bg1"/>
                </a:solidFill>
              </a:defRPr>
            </a:lvl1pPr>
          </a:lstStyle>
          <a:p>
            <a:r>
              <a:rPr lang="en-US"/>
              <a:t>Title of the presentation</a:t>
            </a:r>
          </a:p>
        </p:txBody>
      </p:sp>
      <p:sp>
        <p:nvSpPr>
          <p:cNvPr id="6" name="Slide Number Placeholder 5"/>
          <p:cNvSpPr>
            <a:spLocks noGrp="1"/>
          </p:cNvSpPr>
          <p:nvPr>
            <p:ph type="sldNum" sz="quarter" idx="12"/>
          </p:nvPr>
        </p:nvSpPr>
        <p:spPr bwMode="gray"/>
        <p:txBody>
          <a:bodyPr/>
          <a:lstStyle>
            <a:lvl1pPr>
              <a:defRPr>
                <a:solidFill>
                  <a:schemeClr val="bg1"/>
                </a:solidFill>
              </a:defRPr>
            </a:lvl1pPr>
          </a:lstStyle>
          <a:p>
            <a:fld id="{FCB53D23-1D79-480C-B3BE-829293F4503C}" type="slidenum">
              <a:rPr lang="en-US" smtClean="0"/>
              <a:pPr/>
              <a:t>‹#›</a:t>
            </a:fld>
            <a:endParaRPr lang="en-US"/>
          </a:p>
        </p:txBody>
      </p:sp>
    </p:spTree>
    <p:custDataLst>
      <p:tags r:id="rId1"/>
    </p:custDataLst>
    <p:extLst>
      <p:ext uri="{BB962C8B-B14F-4D97-AF65-F5344CB8AC3E}">
        <p14:creationId xmlns:p14="http://schemas.microsoft.com/office/powerpoint/2010/main" val="3198465152"/>
      </p:ext>
    </p:extLst>
  </p:cSld>
  <p:clrMapOvr>
    <a:masterClrMapping/>
  </p:clrMapOvr>
  <p:transition>
    <p:fade/>
  </p:transition>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Text &amp; 1 round Image">
    <p:spTree>
      <p:nvGrpSpPr>
        <p:cNvPr id="1" name=""/>
        <p:cNvGrpSpPr/>
        <p:nvPr/>
      </p:nvGrpSpPr>
      <p:grpSpPr>
        <a:xfrm>
          <a:off x="0" y="0"/>
          <a:ext cx="0" cy="0"/>
          <a:chOff x="0" y="0"/>
          <a:chExt cx="0" cy="0"/>
        </a:xfrm>
      </p:grpSpPr>
      <p:sp>
        <p:nvSpPr>
          <p:cNvPr id="15" name="Picture Placeholder 3"/>
          <p:cNvSpPr>
            <a:spLocks noGrp="1"/>
          </p:cNvSpPr>
          <p:nvPr>
            <p:ph type="pic" sz="quarter" idx="13" hasCustomPrompt="1"/>
          </p:nvPr>
        </p:nvSpPr>
        <p:spPr bwMode="gray">
          <a:xfrm>
            <a:off x="6191249" y="453219"/>
            <a:ext cx="5568953" cy="5568445"/>
          </a:xfrm>
          <a:prstGeom prst="ellipse">
            <a:avLst/>
          </a:prstGeom>
          <a:solidFill>
            <a:schemeClr val="tx1">
              <a:lumMod val="50000"/>
              <a:lumOff val="50000"/>
            </a:schemeClr>
          </a:solidFill>
        </p:spPr>
        <p:txBody>
          <a:bodyPr tIns="0" bIns="720000" anchor="ctr" anchorCtr="0"/>
          <a:lstStyle>
            <a:lvl1pPr algn="ctr">
              <a:defRPr sz="1200" baseline="0">
                <a:solidFill>
                  <a:schemeClr val="bg1"/>
                </a:solidFill>
              </a:defRPr>
            </a:lvl1pPr>
          </a:lstStyle>
          <a:p>
            <a:r>
              <a:rPr lang="de-DE" dirty="0"/>
              <a:t>Click </a:t>
            </a:r>
            <a:r>
              <a:rPr lang="de-DE" dirty="0" err="1"/>
              <a:t>the</a:t>
            </a:r>
            <a:r>
              <a:rPr lang="de-DE" dirty="0"/>
              <a:t> </a:t>
            </a:r>
            <a:r>
              <a:rPr lang="de-DE" dirty="0" err="1"/>
              <a:t>icon</a:t>
            </a:r>
            <a:r>
              <a:rPr lang="de-DE" dirty="0"/>
              <a:t> </a:t>
            </a:r>
            <a:br>
              <a:rPr lang="de-DE" dirty="0"/>
            </a:br>
            <a:r>
              <a:rPr lang="de-DE" dirty="0" err="1"/>
              <a:t>to</a:t>
            </a:r>
            <a:r>
              <a:rPr lang="de-DE" dirty="0"/>
              <a:t> </a:t>
            </a:r>
            <a:r>
              <a:rPr lang="de-DE" dirty="0" err="1"/>
              <a:t>add</a:t>
            </a:r>
            <a:r>
              <a:rPr lang="de-DE" dirty="0"/>
              <a:t> an </a:t>
            </a:r>
            <a:r>
              <a:rPr lang="de-DE" dirty="0" err="1"/>
              <a:t>image</a:t>
            </a:r>
            <a:endParaRPr lang="en-US" dirty="0"/>
          </a:p>
        </p:txBody>
      </p:sp>
      <p:sp>
        <p:nvSpPr>
          <p:cNvPr id="2" name="Title 1"/>
          <p:cNvSpPr>
            <a:spLocks noGrp="1"/>
          </p:cNvSpPr>
          <p:nvPr>
            <p:ph type="title" hasCustomPrompt="1"/>
          </p:nvPr>
        </p:nvSpPr>
        <p:spPr bwMode="gray">
          <a:xfrm>
            <a:off x="431801" y="452969"/>
            <a:ext cx="5471585" cy="912284"/>
          </a:xfrm>
        </p:spPr>
        <p:txBody>
          <a:bodyPr/>
          <a:lstStyle>
            <a:lvl1pPr>
              <a:defRPr baseline="0"/>
            </a:lvl1pPr>
          </a:lstStyle>
          <a:p>
            <a:r>
              <a:rPr lang="de-DE" dirty="0"/>
              <a:t>Title </a:t>
            </a:r>
            <a:r>
              <a:rPr lang="de-DE" dirty="0" err="1"/>
              <a:t>of</a:t>
            </a:r>
            <a:r>
              <a:rPr lang="de-DE" dirty="0"/>
              <a:t> </a:t>
            </a:r>
            <a:br>
              <a:rPr lang="de-DE" dirty="0"/>
            </a:br>
            <a:r>
              <a:rPr lang="de-DE" dirty="0" err="1"/>
              <a:t>the</a:t>
            </a:r>
            <a:r>
              <a:rPr lang="de-DE" dirty="0"/>
              <a:t> </a:t>
            </a:r>
            <a:r>
              <a:rPr lang="de-DE" dirty="0" err="1"/>
              <a:t>slide</a:t>
            </a:r>
            <a:endParaRPr lang="en-US" dirty="0"/>
          </a:p>
        </p:txBody>
      </p:sp>
      <p:sp>
        <p:nvSpPr>
          <p:cNvPr id="3" name="Date Placeholder 2"/>
          <p:cNvSpPr>
            <a:spLocks noGrp="1"/>
          </p:cNvSpPr>
          <p:nvPr>
            <p:ph type="dt" sz="half" idx="16"/>
          </p:nvPr>
        </p:nvSpPr>
        <p:spPr bwMode="gray"/>
        <p:txBody>
          <a:bodyPr/>
          <a:lstStyle/>
          <a:p>
            <a:fld id="{AC8B4A33-29D9-4D64-AE63-425D2C2BA11E}" type="datetime1">
              <a:rPr lang="en-US" smtClean="0"/>
              <a:t>7/6/2026</a:t>
            </a:fld>
            <a:endParaRPr lang="en-US"/>
          </a:p>
        </p:txBody>
      </p:sp>
      <p:sp>
        <p:nvSpPr>
          <p:cNvPr id="8" name="Footer Placeholder 7"/>
          <p:cNvSpPr>
            <a:spLocks noGrp="1"/>
          </p:cNvSpPr>
          <p:nvPr>
            <p:ph type="ftr" sz="quarter" idx="17"/>
          </p:nvPr>
        </p:nvSpPr>
        <p:spPr bwMode="gray"/>
        <p:txBody>
          <a:bodyPr/>
          <a:lstStyle/>
          <a:p>
            <a:r>
              <a:rPr lang="en-US"/>
              <a:t>Title of the presentation</a:t>
            </a:r>
          </a:p>
        </p:txBody>
      </p:sp>
      <p:sp>
        <p:nvSpPr>
          <p:cNvPr id="9" name="Slide Number Placeholder 8"/>
          <p:cNvSpPr>
            <a:spLocks noGrp="1"/>
          </p:cNvSpPr>
          <p:nvPr>
            <p:ph type="sldNum" sz="quarter" idx="18"/>
          </p:nvPr>
        </p:nvSpPr>
        <p:spPr bwMode="gray"/>
        <p:txBody>
          <a:bodyPr/>
          <a:lstStyle/>
          <a:p>
            <a:fld id="{FCB53D23-1D79-480C-B3BE-829293F4503C}" type="slidenum">
              <a:rPr lang="en-US" smtClean="0"/>
              <a:pPr/>
              <a:t>‹#›</a:t>
            </a:fld>
            <a:endParaRPr lang="en-US"/>
          </a:p>
        </p:txBody>
      </p:sp>
      <p:sp>
        <p:nvSpPr>
          <p:cNvPr id="12" name="Text Placeholder 10"/>
          <p:cNvSpPr>
            <a:spLocks noGrp="1"/>
          </p:cNvSpPr>
          <p:nvPr>
            <p:ph type="body" sz="quarter" idx="19" hasCustomPrompt="1"/>
          </p:nvPr>
        </p:nvSpPr>
        <p:spPr bwMode="gray">
          <a:xfrm>
            <a:off x="6336893" y="4342268"/>
            <a:ext cx="1622400" cy="1622400"/>
          </a:xfrm>
          <a:prstGeom prst="ellipse">
            <a:avLst/>
          </a:prstGeom>
          <a:solidFill>
            <a:schemeClr val="accent1"/>
          </a:solidFill>
        </p:spPr>
        <p:txBody>
          <a:bodyPr anchor="ctr"/>
          <a:lstStyle>
            <a:lvl1pPr marL="0" indent="0" algn="ctr">
              <a:lnSpc>
                <a:spcPct val="75000"/>
              </a:lnSpc>
              <a:spcBef>
                <a:spcPts val="267"/>
              </a:spcBef>
              <a:spcAft>
                <a:spcPts val="267"/>
              </a:spcAft>
              <a:buFont typeface="Arial" panose="020B0604020202020204" pitchFamily="34" charset="0"/>
              <a:buNone/>
              <a:defRPr sz="1467">
                <a:solidFill>
                  <a:schemeClr val="bg1"/>
                </a:solidFill>
                <a:latin typeface="Avenir Next" panose="020B0503020202020204"/>
              </a:defRPr>
            </a:lvl1pPr>
            <a:lvl2pPr marL="0" indent="0" algn="ctr">
              <a:lnSpc>
                <a:spcPct val="75000"/>
              </a:lnSpc>
              <a:spcBef>
                <a:spcPts val="0"/>
              </a:spcBef>
              <a:spcAft>
                <a:spcPts val="0"/>
              </a:spcAft>
              <a:buFont typeface="Arial" panose="020B0604020202020204" pitchFamily="34" charset="0"/>
              <a:buNone/>
              <a:defRPr sz="1467">
                <a:solidFill>
                  <a:schemeClr val="bg1"/>
                </a:solidFill>
                <a:latin typeface="+mj-lt"/>
              </a:defRPr>
            </a:lvl2pPr>
            <a:lvl3pPr marL="0" indent="0" algn="ctr">
              <a:lnSpc>
                <a:spcPct val="75000"/>
              </a:lnSpc>
              <a:spcBef>
                <a:spcPts val="0"/>
              </a:spcBef>
              <a:spcAft>
                <a:spcPts val="0"/>
              </a:spcAft>
              <a:buFont typeface="Arial" panose="020B0604020202020204" pitchFamily="34" charset="0"/>
              <a:buNone/>
              <a:defRPr sz="1467">
                <a:solidFill>
                  <a:schemeClr val="bg1"/>
                </a:solidFill>
                <a:latin typeface="+mj-lt"/>
              </a:defRPr>
            </a:lvl3pPr>
            <a:lvl4pPr marL="0" indent="0" algn="ctr">
              <a:lnSpc>
                <a:spcPct val="75000"/>
              </a:lnSpc>
              <a:spcBef>
                <a:spcPts val="0"/>
              </a:spcBef>
              <a:spcAft>
                <a:spcPts val="0"/>
              </a:spcAft>
              <a:buFont typeface="Arial" panose="020B0604020202020204" pitchFamily="34" charset="0"/>
              <a:buNone/>
              <a:defRPr sz="1467">
                <a:solidFill>
                  <a:schemeClr val="bg1"/>
                </a:solidFill>
                <a:latin typeface="+mj-lt"/>
              </a:defRPr>
            </a:lvl4pPr>
            <a:lvl5pPr marL="0" indent="0" algn="ctr">
              <a:lnSpc>
                <a:spcPct val="75000"/>
              </a:lnSpc>
              <a:spcBef>
                <a:spcPts val="0"/>
              </a:spcBef>
              <a:spcAft>
                <a:spcPts val="0"/>
              </a:spcAft>
              <a:buFont typeface="Arial" panose="020B0604020202020204" pitchFamily="34" charset="0"/>
              <a:buNone/>
              <a:defRPr sz="1467">
                <a:solidFill>
                  <a:schemeClr val="bg1"/>
                </a:solidFill>
                <a:latin typeface="+mj-lt"/>
              </a:defRPr>
            </a:lvl5pPr>
            <a:lvl6pPr marL="0" indent="0" algn="ctr">
              <a:lnSpc>
                <a:spcPct val="75000"/>
              </a:lnSpc>
              <a:spcBef>
                <a:spcPts val="0"/>
              </a:spcBef>
              <a:spcAft>
                <a:spcPts val="0"/>
              </a:spcAft>
              <a:buFont typeface="Arial" panose="020B0604020202020204" pitchFamily="34" charset="0"/>
              <a:buNone/>
              <a:defRPr sz="1467">
                <a:solidFill>
                  <a:schemeClr val="bg1"/>
                </a:solidFill>
                <a:latin typeface="+mj-lt"/>
              </a:defRPr>
            </a:lvl6pPr>
            <a:lvl7pPr marL="0" indent="0" algn="ctr">
              <a:lnSpc>
                <a:spcPct val="75000"/>
              </a:lnSpc>
              <a:spcBef>
                <a:spcPts val="0"/>
              </a:spcBef>
              <a:spcAft>
                <a:spcPts val="0"/>
              </a:spcAft>
              <a:buFont typeface="Arial" panose="020B0604020202020204" pitchFamily="34" charset="0"/>
              <a:buNone/>
              <a:defRPr sz="1467">
                <a:solidFill>
                  <a:schemeClr val="bg1"/>
                </a:solidFill>
                <a:latin typeface="+mj-lt"/>
              </a:defRPr>
            </a:lvl7pPr>
            <a:lvl8pPr marL="0" indent="0" algn="ctr">
              <a:lnSpc>
                <a:spcPct val="75000"/>
              </a:lnSpc>
              <a:spcBef>
                <a:spcPts val="0"/>
              </a:spcBef>
              <a:spcAft>
                <a:spcPts val="0"/>
              </a:spcAft>
              <a:buFont typeface="Arial" panose="020B0604020202020204" pitchFamily="34" charset="0"/>
              <a:buNone/>
              <a:defRPr sz="1467">
                <a:solidFill>
                  <a:schemeClr val="bg1"/>
                </a:solidFill>
                <a:latin typeface="+mj-lt"/>
              </a:defRPr>
            </a:lvl8pPr>
            <a:lvl9pPr marL="0" indent="0" algn="ctr">
              <a:lnSpc>
                <a:spcPct val="75000"/>
              </a:lnSpc>
              <a:spcBef>
                <a:spcPts val="0"/>
              </a:spcBef>
              <a:spcAft>
                <a:spcPts val="0"/>
              </a:spcAft>
              <a:buFont typeface="Arial" panose="020B0604020202020204" pitchFamily="34" charset="0"/>
              <a:buNone/>
              <a:defRPr sz="1467">
                <a:solidFill>
                  <a:schemeClr val="bg1"/>
                </a:solidFill>
                <a:latin typeface="+mj-lt"/>
              </a:defRPr>
            </a:lvl9pPr>
          </a:lstStyle>
          <a:p>
            <a:pPr lvl="0"/>
            <a:r>
              <a:rPr lang="en-US" dirty="0"/>
              <a:t>Highlight element</a:t>
            </a:r>
          </a:p>
        </p:txBody>
      </p:sp>
      <p:sp>
        <p:nvSpPr>
          <p:cNvPr id="5" name="Text Placeholder 4"/>
          <p:cNvSpPr>
            <a:spLocks noGrp="1"/>
          </p:cNvSpPr>
          <p:nvPr>
            <p:ph type="body" sz="quarter" idx="20"/>
          </p:nvPr>
        </p:nvSpPr>
        <p:spPr bwMode="gray">
          <a:xfrm>
            <a:off x="431800" y="1701800"/>
            <a:ext cx="5471584" cy="432011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ustDataLst>
      <p:tags r:id="rId1"/>
    </p:custDataLst>
    <p:extLst>
      <p:ext uri="{BB962C8B-B14F-4D97-AF65-F5344CB8AC3E}">
        <p14:creationId xmlns:p14="http://schemas.microsoft.com/office/powerpoint/2010/main" val="3857992895"/>
      </p:ext>
    </p:extLst>
  </p:cSld>
  <p:clrMapOvr>
    <a:masterClrMapping/>
  </p:clrMapOvr>
  <p:transition>
    <p:fade/>
  </p:transition>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Title &amp; 1 round Image">
    <p:spTree>
      <p:nvGrpSpPr>
        <p:cNvPr id="1" name=""/>
        <p:cNvGrpSpPr/>
        <p:nvPr/>
      </p:nvGrpSpPr>
      <p:grpSpPr>
        <a:xfrm>
          <a:off x="0" y="0"/>
          <a:ext cx="0" cy="0"/>
          <a:chOff x="0" y="0"/>
          <a:chExt cx="0" cy="0"/>
        </a:xfrm>
      </p:grpSpPr>
      <p:sp>
        <p:nvSpPr>
          <p:cNvPr id="15" name="Picture Placeholder 3"/>
          <p:cNvSpPr>
            <a:spLocks noGrp="1"/>
          </p:cNvSpPr>
          <p:nvPr>
            <p:ph type="pic" sz="quarter" idx="13" hasCustomPrompt="1"/>
          </p:nvPr>
        </p:nvSpPr>
        <p:spPr bwMode="gray">
          <a:xfrm>
            <a:off x="4524769" y="453219"/>
            <a:ext cx="5568953" cy="5568445"/>
          </a:xfrm>
          <a:prstGeom prst="ellipse">
            <a:avLst/>
          </a:prstGeom>
          <a:solidFill>
            <a:schemeClr val="tx1">
              <a:lumMod val="50000"/>
              <a:lumOff val="50000"/>
            </a:schemeClr>
          </a:solidFill>
        </p:spPr>
        <p:txBody>
          <a:bodyPr tIns="0" bIns="720000" anchor="ctr" anchorCtr="0"/>
          <a:lstStyle>
            <a:lvl1pPr algn="ctr">
              <a:defRPr sz="1200" baseline="0">
                <a:solidFill>
                  <a:schemeClr val="bg1"/>
                </a:solidFill>
              </a:defRPr>
            </a:lvl1pPr>
          </a:lstStyle>
          <a:p>
            <a:r>
              <a:rPr lang="de-DE" dirty="0"/>
              <a:t>Click </a:t>
            </a:r>
            <a:r>
              <a:rPr lang="de-DE" dirty="0" err="1"/>
              <a:t>the</a:t>
            </a:r>
            <a:r>
              <a:rPr lang="de-DE" dirty="0"/>
              <a:t> </a:t>
            </a:r>
            <a:r>
              <a:rPr lang="de-DE" dirty="0" err="1"/>
              <a:t>icon</a:t>
            </a:r>
            <a:r>
              <a:rPr lang="de-DE" dirty="0"/>
              <a:t> </a:t>
            </a:r>
            <a:br>
              <a:rPr lang="de-DE" dirty="0"/>
            </a:br>
            <a:r>
              <a:rPr lang="de-DE" dirty="0" err="1"/>
              <a:t>to</a:t>
            </a:r>
            <a:r>
              <a:rPr lang="de-DE" dirty="0"/>
              <a:t> </a:t>
            </a:r>
            <a:r>
              <a:rPr lang="de-DE" dirty="0" err="1"/>
              <a:t>add</a:t>
            </a:r>
            <a:r>
              <a:rPr lang="de-DE" dirty="0"/>
              <a:t> an </a:t>
            </a:r>
            <a:r>
              <a:rPr lang="de-DE" dirty="0" err="1"/>
              <a:t>image</a:t>
            </a:r>
            <a:endParaRPr lang="en-US" dirty="0"/>
          </a:p>
        </p:txBody>
      </p:sp>
      <p:sp>
        <p:nvSpPr>
          <p:cNvPr id="2" name="Title 1"/>
          <p:cNvSpPr>
            <a:spLocks noGrp="1"/>
          </p:cNvSpPr>
          <p:nvPr>
            <p:ph type="title" hasCustomPrompt="1"/>
          </p:nvPr>
        </p:nvSpPr>
        <p:spPr bwMode="gray">
          <a:xfrm>
            <a:off x="431801" y="452969"/>
            <a:ext cx="2544233" cy="3312583"/>
          </a:xfrm>
        </p:spPr>
        <p:txBody>
          <a:bodyPr/>
          <a:lstStyle>
            <a:lvl1pPr>
              <a:defRPr baseline="0"/>
            </a:lvl1pPr>
          </a:lstStyle>
          <a:p>
            <a:r>
              <a:rPr lang="de-DE" dirty="0"/>
              <a:t>Title </a:t>
            </a:r>
            <a:r>
              <a:rPr lang="de-DE" dirty="0" err="1"/>
              <a:t>of</a:t>
            </a:r>
            <a:r>
              <a:rPr lang="de-DE" dirty="0"/>
              <a:t> </a:t>
            </a:r>
            <a:br>
              <a:rPr lang="de-DE" dirty="0"/>
            </a:br>
            <a:r>
              <a:rPr lang="de-DE" dirty="0" err="1"/>
              <a:t>the</a:t>
            </a:r>
            <a:r>
              <a:rPr lang="de-DE" dirty="0"/>
              <a:t> </a:t>
            </a:r>
            <a:r>
              <a:rPr lang="de-DE" dirty="0" err="1"/>
              <a:t>slide</a:t>
            </a:r>
            <a:r>
              <a:rPr lang="en-US" dirty="0"/>
              <a:t/>
            </a:r>
            <a:br>
              <a:rPr lang="en-US" dirty="0"/>
            </a:br>
            <a:r>
              <a:rPr lang="en-US" dirty="0"/>
              <a:t>written </a:t>
            </a:r>
            <a:br>
              <a:rPr lang="en-US" dirty="0"/>
            </a:br>
            <a:r>
              <a:rPr lang="en-US" dirty="0"/>
              <a:t>in several lines</a:t>
            </a:r>
          </a:p>
        </p:txBody>
      </p:sp>
      <p:sp>
        <p:nvSpPr>
          <p:cNvPr id="3" name="Date Placeholder 2"/>
          <p:cNvSpPr>
            <a:spLocks noGrp="1"/>
          </p:cNvSpPr>
          <p:nvPr>
            <p:ph type="dt" sz="half" idx="16"/>
          </p:nvPr>
        </p:nvSpPr>
        <p:spPr bwMode="gray"/>
        <p:txBody>
          <a:bodyPr/>
          <a:lstStyle/>
          <a:p>
            <a:fld id="{583092E4-502B-416E-BB71-3732066898E2}" type="datetime1">
              <a:rPr lang="en-US" smtClean="0"/>
              <a:t>7/6/2026</a:t>
            </a:fld>
            <a:endParaRPr lang="en-US"/>
          </a:p>
        </p:txBody>
      </p:sp>
      <p:sp>
        <p:nvSpPr>
          <p:cNvPr id="8" name="Footer Placeholder 7"/>
          <p:cNvSpPr>
            <a:spLocks noGrp="1"/>
          </p:cNvSpPr>
          <p:nvPr>
            <p:ph type="ftr" sz="quarter" idx="17"/>
          </p:nvPr>
        </p:nvSpPr>
        <p:spPr bwMode="gray"/>
        <p:txBody>
          <a:bodyPr/>
          <a:lstStyle/>
          <a:p>
            <a:r>
              <a:rPr lang="en-US"/>
              <a:t>Title of the presentation</a:t>
            </a:r>
          </a:p>
        </p:txBody>
      </p:sp>
      <p:sp>
        <p:nvSpPr>
          <p:cNvPr id="12" name="Slide Number Placeholder 11"/>
          <p:cNvSpPr>
            <a:spLocks noGrp="1"/>
          </p:cNvSpPr>
          <p:nvPr>
            <p:ph type="sldNum" sz="quarter" idx="18"/>
          </p:nvPr>
        </p:nvSpPr>
        <p:spPr bwMode="gray"/>
        <p:txBody>
          <a:bodyPr/>
          <a:lstStyle/>
          <a:p>
            <a:fld id="{FCB53D23-1D79-480C-B3BE-829293F4503C}" type="slidenum">
              <a:rPr lang="en-US" smtClean="0"/>
              <a:pPr/>
              <a:t>‹#›</a:t>
            </a:fld>
            <a:endParaRPr lang="en-US"/>
          </a:p>
        </p:txBody>
      </p:sp>
      <p:sp>
        <p:nvSpPr>
          <p:cNvPr id="14" name="Text Placeholder 10"/>
          <p:cNvSpPr>
            <a:spLocks noGrp="1"/>
          </p:cNvSpPr>
          <p:nvPr>
            <p:ph type="body" sz="quarter" idx="20" hasCustomPrompt="1"/>
          </p:nvPr>
        </p:nvSpPr>
        <p:spPr bwMode="gray">
          <a:xfrm>
            <a:off x="3138171" y="3237441"/>
            <a:ext cx="2160000" cy="2160000"/>
          </a:xfrm>
          <a:prstGeom prst="ellipse">
            <a:avLst/>
          </a:prstGeom>
          <a:solidFill>
            <a:schemeClr val="accent1"/>
          </a:solidFill>
        </p:spPr>
        <p:txBody>
          <a:bodyPr anchor="ctr"/>
          <a:lstStyle>
            <a:lvl1pPr marL="0" indent="0" algn="ctr">
              <a:lnSpc>
                <a:spcPct val="75000"/>
              </a:lnSpc>
              <a:spcBef>
                <a:spcPts val="267"/>
              </a:spcBef>
              <a:spcAft>
                <a:spcPts val="267"/>
              </a:spcAft>
              <a:buFont typeface="Arial" panose="020B0604020202020204" pitchFamily="34" charset="0"/>
              <a:buNone/>
              <a:defRPr sz="1867">
                <a:solidFill>
                  <a:schemeClr val="bg1"/>
                </a:solidFill>
                <a:latin typeface="Avenir Next" panose="020B0503020202020204"/>
              </a:defRPr>
            </a:lvl1pPr>
            <a:lvl2pPr marL="0" indent="0" algn="ctr">
              <a:lnSpc>
                <a:spcPct val="75000"/>
              </a:lnSpc>
              <a:spcBef>
                <a:spcPts val="0"/>
              </a:spcBef>
              <a:spcAft>
                <a:spcPts val="0"/>
              </a:spcAft>
              <a:buFont typeface="Arial" panose="020B0604020202020204" pitchFamily="34" charset="0"/>
              <a:buNone/>
              <a:defRPr sz="1467">
                <a:solidFill>
                  <a:schemeClr val="bg1"/>
                </a:solidFill>
                <a:latin typeface="+mj-lt"/>
              </a:defRPr>
            </a:lvl2pPr>
            <a:lvl3pPr marL="0" indent="0" algn="ctr">
              <a:lnSpc>
                <a:spcPct val="75000"/>
              </a:lnSpc>
              <a:spcBef>
                <a:spcPts val="0"/>
              </a:spcBef>
              <a:spcAft>
                <a:spcPts val="0"/>
              </a:spcAft>
              <a:buFont typeface="Arial" panose="020B0604020202020204" pitchFamily="34" charset="0"/>
              <a:buNone/>
              <a:defRPr sz="1467">
                <a:solidFill>
                  <a:schemeClr val="bg1"/>
                </a:solidFill>
                <a:latin typeface="+mj-lt"/>
              </a:defRPr>
            </a:lvl3pPr>
            <a:lvl4pPr marL="0" indent="0" algn="ctr">
              <a:lnSpc>
                <a:spcPct val="75000"/>
              </a:lnSpc>
              <a:spcBef>
                <a:spcPts val="0"/>
              </a:spcBef>
              <a:spcAft>
                <a:spcPts val="0"/>
              </a:spcAft>
              <a:buFont typeface="Arial" panose="020B0604020202020204" pitchFamily="34" charset="0"/>
              <a:buNone/>
              <a:defRPr sz="1467">
                <a:solidFill>
                  <a:schemeClr val="bg1"/>
                </a:solidFill>
                <a:latin typeface="+mj-lt"/>
              </a:defRPr>
            </a:lvl4pPr>
            <a:lvl5pPr marL="0" indent="0" algn="ctr">
              <a:lnSpc>
                <a:spcPct val="75000"/>
              </a:lnSpc>
              <a:spcBef>
                <a:spcPts val="0"/>
              </a:spcBef>
              <a:spcAft>
                <a:spcPts val="0"/>
              </a:spcAft>
              <a:buFont typeface="Arial" panose="020B0604020202020204" pitchFamily="34" charset="0"/>
              <a:buNone/>
              <a:defRPr sz="1467">
                <a:solidFill>
                  <a:schemeClr val="bg1"/>
                </a:solidFill>
                <a:latin typeface="+mj-lt"/>
              </a:defRPr>
            </a:lvl5pPr>
            <a:lvl6pPr marL="0" indent="0" algn="ctr">
              <a:lnSpc>
                <a:spcPct val="75000"/>
              </a:lnSpc>
              <a:spcBef>
                <a:spcPts val="0"/>
              </a:spcBef>
              <a:spcAft>
                <a:spcPts val="0"/>
              </a:spcAft>
              <a:buFont typeface="Arial" panose="020B0604020202020204" pitchFamily="34" charset="0"/>
              <a:buNone/>
              <a:defRPr sz="1467">
                <a:solidFill>
                  <a:schemeClr val="bg1"/>
                </a:solidFill>
                <a:latin typeface="+mj-lt"/>
              </a:defRPr>
            </a:lvl6pPr>
            <a:lvl7pPr marL="0" indent="0" algn="ctr">
              <a:lnSpc>
                <a:spcPct val="75000"/>
              </a:lnSpc>
              <a:spcBef>
                <a:spcPts val="0"/>
              </a:spcBef>
              <a:spcAft>
                <a:spcPts val="0"/>
              </a:spcAft>
              <a:buFont typeface="Arial" panose="020B0604020202020204" pitchFamily="34" charset="0"/>
              <a:buNone/>
              <a:defRPr sz="1467">
                <a:solidFill>
                  <a:schemeClr val="bg1"/>
                </a:solidFill>
                <a:latin typeface="+mj-lt"/>
              </a:defRPr>
            </a:lvl7pPr>
            <a:lvl8pPr marL="0" indent="0" algn="ctr">
              <a:lnSpc>
                <a:spcPct val="75000"/>
              </a:lnSpc>
              <a:spcBef>
                <a:spcPts val="0"/>
              </a:spcBef>
              <a:spcAft>
                <a:spcPts val="0"/>
              </a:spcAft>
              <a:buFont typeface="Arial" panose="020B0604020202020204" pitchFamily="34" charset="0"/>
              <a:buNone/>
              <a:defRPr sz="1467">
                <a:solidFill>
                  <a:schemeClr val="bg1"/>
                </a:solidFill>
                <a:latin typeface="+mj-lt"/>
              </a:defRPr>
            </a:lvl8pPr>
            <a:lvl9pPr marL="0" indent="0" algn="ctr">
              <a:lnSpc>
                <a:spcPct val="75000"/>
              </a:lnSpc>
              <a:spcBef>
                <a:spcPts val="0"/>
              </a:spcBef>
              <a:spcAft>
                <a:spcPts val="0"/>
              </a:spcAft>
              <a:buFont typeface="Arial" panose="020B0604020202020204" pitchFamily="34" charset="0"/>
              <a:buNone/>
              <a:defRPr sz="1467">
                <a:solidFill>
                  <a:schemeClr val="bg1"/>
                </a:solidFill>
                <a:latin typeface="+mj-lt"/>
              </a:defRPr>
            </a:lvl9pPr>
          </a:lstStyle>
          <a:p>
            <a:pPr lvl="0"/>
            <a:r>
              <a:rPr lang="en-US" dirty="0"/>
              <a:t>Highlight element</a:t>
            </a:r>
          </a:p>
        </p:txBody>
      </p:sp>
    </p:spTree>
    <p:custDataLst>
      <p:tags r:id="rId1"/>
    </p:custDataLst>
    <p:extLst>
      <p:ext uri="{BB962C8B-B14F-4D97-AF65-F5344CB8AC3E}">
        <p14:creationId xmlns:p14="http://schemas.microsoft.com/office/powerpoint/2010/main" val="277697610"/>
      </p:ext>
    </p:extLst>
  </p:cSld>
  <p:clrMapOvr>
    <a:masterClrMapping/>
  </p:clrMapOvr>
  <p:transition>
    <p:fade/>
  </p:transition>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userDrawn="1">
  <p:cSld name="Text &amp; 2 round Images">
    <p:spTree>
      <p:nvGrpSpPr>
        <p:cNvPr id="1" name=""/>
        <p:cNvGrpSpPr/>
        <p:nvPr/>
      </p:nvGrpSpPr>
      <p:grpSpPr>
        <a:xfrm>
          <a:off x="0" y="0"/>
          <a:ext cx="0" cy="0"/>
          <a:chOff x="0" y="0"/>
          <a:chExt cx="0" cy="0"/>
        </a:xfrm>
      </p:grpSpPr>
      <p:sp>
        <p:nvSpPr>
          <p:cNvPr id="19" name="Picture Placeholder 3"/>
          <p:cNvSpPr>
            <a:spLocks noGrp="1"/>
          </p:cNvSpPr>
          <p:nvPr>
            <p:ph type="pic" sz="quarter" idx="17" hasCustomPrompt="1"/>
          </p:nvPr>
        </p:nvSpPr>
        <p:spPr bwMode="gray">
          <a:xfrm>
            <a:off x="7537659" y="454925"/>
            <a:ext cx="4224000" cy="4224000"/>
          </a:xfrm>
          <a:prstGeom prst="ellipse">
            <a:avLst/>
          </a:prstGeom>
          <a:solidFill>
            <a:schemeClr val="tx1">
              <a:lumMod val="50000"/>
              <a:lumOff val="50000"/>
            </a:schemeClr>
          </a:solidFill>
        </p:spPr>
        <p:txBody>
          <a:bodyPr tIns="0" bIns="720000" anchor="ctr" anchorCtr="0"/>
          <a:lstStyle>
            <a:lvl1pPr algn="ctr">
              <a:defRPr sz="1200" baseline="0">
                <a:solidFill>
                  <a:schemeClr val="bg1"/>
                </a:solidFill>
              </a:defRPr>
            </a:lvl1pPr>
          </a:lstStyle>
          <a:p>
            <a:r>
              <a:rPr lang="de-DE" dirty="0"/>
              <a:t>Click </a:t>
            </a:r>
            <a:r>
              <a:rPr lang="de-DE" dirty="0" err="1"/>
              <a:t>the</a:t>
            </a:r>
            <a:r>
              <a:rPr lang="de-DE" dirty="0"/>
              <a:t> </a:t>
            </a:r>
            <a:r>
              <a:rPr lang="de-DE" dirty="0" err="1"/>
              <a:t>icon</a:t>
            </a:r>
            <a:r>
              <a:rPr lang="de-DE" dirty="0"/>
              <a:t> </a:t>
            </a:r>
            <a:br>
              <a:rPr lang="de-DE" dirty="0"/>
            </a:br>
            <a:r>
              <a:rPr lang="de-DE" dirty="0" err="1"/>
              <a:t>to</a:t>
            </a:r>
            <a:r>
              <a:rPr lang="de-DE" dirty="0"/>
              <a:t> </a:t>
            </a:r>
            <a:r>
              <a:rPr lang="de-DE" dirty="0" err="1"/>
              <a:t>add</a:t>
            </a:r>
            <a:r>
              <a:rPr lang="de-DE" dirty="0"/>
              <a:t> an </a:t>
            </a:r>
            <a:r>
              <a:rPr lang="de-DE" dirty="0" err="1"/>
              <a:t>image</a:t>
            </a:r>
            <a:endParaRPr lang="en-US" dirty="0"/>
          </a:p>
        </p:txBody>
      </p:sp>
      <p:sp>
        <p:nvSpPr>
          <p:cNvPr id="18" name="Picture Placeholder 3"/>
          <p:cNvSpPr>
            <a:spLocks noGrp="1"/>
          </p:cNvSpPr>
          <p:nvPr>
            <p:ph type="pic" sz="quarter" idx="13" hasCustomPrompt="1"/>
          </p:nvPr>
        </p:nvSpPr>
        <p:spPr bwMode="gray">
          <a:xfrm>
            <a:off x="3679427" y="2128204"/>
            <a:ext cx="3168000" cy="3168000"/>
          </a:xfrm>
          <a:prstGeom prst="ellipse">
            <a:avLst/>
          </a:prstGeom>
          <a:solidFill>
            <a:schemeClr val="tx1">
              <a:lumMod val="50000"/>
              <a:lumOff val="50000"/>
            </a:schemeClr>
          </a:solidFill>
        </p:spPr>
        <p:txBody>
          <a:bodyPr tIns="0" bIns="720000" anchor="ctr" anchorCtr="0"/>
          <a:lstStyle>
            <a:lvl1pPr algn="ctr">
              <a:defRPr sz="1200" baseline="0">
                <a:solidFill>
                  <a:schemeClr val="bg1"/>
                </a:solidFill>
              </a:defRPr>
            </a:lvl1pPr>
          </a:lstStyle>
          <a:p>
            <a:r>
              <a:rPr lang="de-DE" dirty="0"/>
              <a:t>Click </a:t>
            </a:r>
            <a:r>
              <a:rPr lang="de-DE" dirty="0" err="1"/>
              <a:t>the</a:t>
            </a:r>
            <a:r>
              <a:rPr lang="de-DE" dirty="0"/>
              <a:t> </a:t>
            </a:r>
            <a:r>
              <a:rPr lang="de-DE" dirty="0" err="1"/>
              <a:t>icon</a:t>
            </a:r>
            <a:r>
              <a:rPr lang="de-DE" dirty="0"/>
              <a:t> </a:t>
            </a:r>
            <a:br>
              <a:rPr lang="de-DE" dirty="0"/>
            </a:br>
            <a:r>
              <a:rPr lang="de-DE" dirty="0" err="1"/>
              <a:t>to</a:t>
            </a:r>
            <a:r>
              <a:rPr lang="de-DE" dirty="0"/>
              <a:t> </a:t>
            </a:r>
            <a:r>
              <a:rPr lang="de-DE" dirty="0" err="1"/>
              <a:t>add</a:t>
            </a:r>
            <a:r>
              <a:rPr lang="de-DE" dirty="0"/>
              <a:t> an </a:t>
            </a:r>
            <a:r>
              <a:rPr lang="de-DE" dirty="0" err="1"/>
              <a:t>image</a:t>
            </a:r>
            <a:endParaRPr lang="en-US" dirty="0"/>
          </a:p>
        </p:txBody>
      </p:sp>
      <p:sp>
        <p:nvSpPr>
          <p:cNvPr id="13" name="Text Placeholder 6"/>
          <p:cNvSpPr>
            <a:spLocks noGrp="1"/>
          </p:cNvSpPr>
          <p:nvPr>
            <p:ph type="body" sz="quarter" idx="14"/>
          </p:nvPr>
        </p:nvSpPr>
        <p:spPr bwMode="gray">
          <a:xfrm>
            <a:off x="431801" y="1701800"/>
            <a:ext cx="2544232" cy="432011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p:cNvSpPr>
            <a:spLocks noGrp="1"/>
          </p:cNvSpPr>
          <p:nvPr>
            <p:ph type="title" hasCustomPrompt="1"/>
          </p:nvPr>
        </p:nvSpPr>
        <p:spPr bwMode="gray">
          <a:xfrm>
            <a:off x="431800" y="452969"/>
            <a:ext cx="4320051" cy="912284"/>
          </a:xfrm>
        </p:spPr>
        <p:txBody>
          <a:bodyPr/>
          <a:lstStyle>
            <a:lvl1pPr>
              <a:defRPr baseline="0"/>
            </a:lvl1pPr>
          </a:lstStyle>
          <a:p>
            <a:r>
              <a:rPr lang="de-DE" dirty="0"/>
              <a:t>Title </a:t>
            </a:r>
            <a:r>
              <a:rPr lang="de-DE" dirty="0" err="1"/>
              <a:t>of</a:t>
            </a:r>
            <a:r>
              <a:rPr lang="de-DE" dirty="0"/>
              <a:t> </a:t>
            </a:r>
            <a:br>
              <a:rPr lang="de-DE" dirty="0"/>
            </a:br>
            <a:r>
              <a:rPr lang="de-DE" dirty="0" err="1"/>
              <a:t>the</a:t>
            </a:r>
            <a:r>
              <a:rPr lang="de-DE" dirty="0"/>
              <a:t> </a:t>
            </a:r>
            <a:r>
              <a:rPr lang="de-DE" dirty="0" err="1"/>
              <a:t>slide</a:t>
            </a:r>
            <a:endParaRPr lang="en-US" dirty="0"/>
          </a:p>
        </p:txBody>
      </p:sp>
      <p:sp>
        <p:nvSpPr>
          <p:cNvPr id="3" name="Date Placeholder 2"/>
          <p:cNvSpPr>
            <a:spLocks noGrp="1"/>
          </p:cNvSpPr>
          <p:nvPr>
            <p:ph type="dt" sz="half" idx="18"/>
          </p:nvPr>
        </p:nvSpPr>
        <p:spPr bwMode="gray"/>
        <p:txBody>
          <a:bodyPr/>
          <a:lstStyle/>
          <a:p>
            <a:fld id="{807390E8-38AC-4F47-9783-402153C140DF}" type="datetime1">
              <a:rPr lang="en-US" smtClean="0"/>
              <a:t>7/6/2026</a:t>
            </a:fld>
            <a:endParaRPr lang="en-US"/>
          </a:p>
        </p:txBody>
      </p:sp>
      <p:sp>
        <p:nvSpPr>
          <p:cNvPr id="7" name="Footer Placeholder 6"/>
          <p:cNvSpPr>
            <a:spLocks noGrp="1"/>
          </p:cNvSpPr>
          <p:nvPr>
            <p:ph type="ftr" sz="quarter" idx="19"/>
          </p:nvPr>
        </p:nvSpPr>
        <p:spPr bwMode="gray"/>
        <p:txBody>
          <a:bodyPr/>
          <a:lstStyle/>
          <a:p>
            <a:r>
              <a:rPr lang="en-US"/>
              <a:t>Title of the presentation</a:t>
            </a:r>
          </a:p>
        </p:txBody>
      </p:sp>
      <p:sp>
        <p:nvSpPr>
          <p:cNvPr id="20" name="Slide Number Placeholder 19"/>
          <p:cNvSpPr>
            <a:spLocks noGrp="1"/>
          </p:cNvSpPr>
          <p:nvPr>
            <p:ph type="sldNum" sz="quarter" idx="20"/>
          </p:nvPr>
        </p:nvSpPr>
        <p:spPr bwMode="gray"/>
        <p:txBody>
          <a:bodyPr/>
          <a:lstStyle/>
          <a:p>
            <a:fld id="{FCB53D23-1D79-480C-B3BE-829293F4503C}" type="slidenum">
              <a:rPr lang="en-US" smtClean="0"/>
              <a:pPr/>
              <a:t>‹#›</a:t>
            </a:fld>
            <a:endParaRPr lang="en-US"/>
          </a:p>
        </p:txBody>
      </p:sp>
      <p:sp>
        <p:nvSpPr>
          <p:cNvPr id="23" name="Text Placeholder 4"/>
          <p:cNvSpPr>
            <a:spLocks noGrp="1"/>
          </p:cNvSpPr>
          <p:nvPr>
            <p:ph type="body" sz="quarter" idx="22"/>
          </p:nvPr>
        </p:nvSpPr>
        <p:spPr>
          <a:xfrm>
            <a:off x="6474190" y="4965172"/>
            <a:ext cx="2741775" cy="1056747"/>
          </a:xfrm>
        </p:spPr>
        <p:txBody>
          <a:bodyPr>
            <a:noAutofit/>
          </a:bodyPr>
          <a:lstStyle>
            <a:lvl1pPr algn="l">
              <a:defRPr sz="1333" b="1">
                <a:solidFill>
                  <a:schemeClr val="accent1"/>
                </a:solidFill>
              </a:defRPr>
            </a:lvl1pPr>
            <a:lvl2pPr marL="0" indent="0" algn="l">
              <a:lnSpc>
                <a:spcPct val="90000"/>
              </a:lnSpc>
              <a:spcBef>
                <a:spcPts val="267"/>
              </a:spcBef>
              <a:spcAft>
                <a:spcPts val="267"/>
              </a:spcAft>
              <a:buFont typeface="Arial" panose="020B0604020202020204" pitchFamily="34" charset="0"/>
              <a:buNone/>
              <a:defRPr sz="1333" b="0">
                <a:solidFill>
                  <a:schemeClr val="accent1"/>
                </a:solidFill>
              </a:defRPr>
            </a:lvl2pPr>
            <a:lvl3pPr marL="0" indent="0" algn="l">
              <a:lnSpc>
                <a:spcPct val="90000"/>
              </a:lnSpc>
              <a:spcBef>
                <a:spcPts val="267"/>
              </a:spcBef>
              <a:spcAft>
                <a:spcPts val="267"/>
              </a:spcAft>
              <a:buNone/>
              <a:defRPr sz="1333" b="0">
                <a:solidFill>
                  <a:schemeClr val="accent1"/>
                </a:solidFill>
              </a:defRPr>
            </a:lvl3pPr>
            <a:lvl4pPr marL="0" indent="0" algn="l">
              <a:lnSpc>
                <a:spcPct val="90000"/>
              </a:lnSpc>
              <a:spcBef>
                <a:spcPts val="267"/>
              </a:spcBef>
              <a:spcAft>
                <a:spcPts val="267"/>
              </a:spcAft>
              <a:buNone/>
              <a:defRPr sz="1333" b="0">
                <a:solidFill>
                  <a:schemeClr val="accent1"/>
                </a:solidFill>
              </a:defRPr>
            </a:lvl4pPr>
            <a:lvl5pPr marL="0" indent="0" algn="l">
              <a:lnSpc>
                <a:spcPct val="90000"/>
              </a:lnSpc>
              <a:spcBef>
                <a:spcPts val="267"/>
              </a:spcBef>
              <a:spcAft>
                <a:spcPts val="267"/>
              </a:spcAft>
              <a:buNone/>
              <a:defRPr sz="1333" b="0">
                <a:solidFill>
                  <a:schemeClr val="accent1"/>
                </a:solidFill>
              </a:defRPr>
            </a:lvl5pPr>
            <a:lvl6pPr marL="0" indent="0">
              <a:lnSpc>
                <a:spcPct val="90000"/>
              </a:lnSpc>
              <a:spcBef>
                <a:spcPts val="267"/>
              </a:spcBef>
              <a:spcAft>
                <a:spcPts val="267"/>
              </a:spcAft>
              <a:buFont typeface="Arial" panose="020B0604020202020204" pitchFamily="34" charset="0"/>
              <a:buNone/>
              <a:defRPr sz="1333" b="0">
                <a:solidFill>
                  <a:schemeClr val="accent1"/>
                </a:solidFill>
              </a:defRPr>
            </a:lvl6pPr>
            <a:lvl7pPr marL="0" indent="0">
              <a:lnSpc>
                <a:spcPct val="90000"/>
              </a:lnSpc>
              <a:spcBef>
                <a:spcPts val="267"/>
              </a:spcBef>
              <a:spcAft>
                <a:spcPts val="267"/>
              </a:spcAft>
              <a:buFont typeface="Arial" panose="020B0604020202020204" pitchFamily="34" charset="0"/>
              <a:buNone/>
              <a:defRPr sz="1333" b="0">
                <a:solidFill>
                  <a:schemeClr val="accent1"/>
                </a:solidFill>
              </a:defRPr>
            </a:lvl7pPr>
            <a:lvl8pPr marL="0" indent="0">
              <a:lnSpc>
                <a:spcPct val="90000"/>
              </a:lnSpc>
              <a:spcBef>
                <a:spcPts val="267"/>
              </a:spcBef>
              <a:spcAft>
                <a:spcPts val="267"/>
              </a:spcAft>
              <a:buFont typeface="Arial" panose="020B0604020202020204" pitchFamily="34" charset="0"/>
              <a:buNone/>
              <a:defRPr sz="1333" b="0">
                <a:solidFill>
                  <a:schemeClr val="accent1"/>
                </a:solidFill>
              </a:defRPr>
            </a:lvl8pPr>
            <a:lvl9pPr marL="0" indent="0">
              <a:lnSpc>
                <a:spcPct val="90000"/>
              </a:lnSpc>
              <a:spcBef>
                <a:spcPts val="267"/>
              </a:spcBef>
              <a:spcAft>
                <a:spcPts val="267"/>
              </a:spcAft>
              <a:buFont typeface="Arial" panose="020B0604020202020204" pitchFamily="34" charset="0"/>
              <a:buNone/>
              <a:defRPr sz="1333" b="0">
                <a:solidFill>
                  <a:schemeClr val="accent1"/>
                </a:solidFill>
              </a:defRPr>
            </a:lvl9pPr>
          </a:lstStyle>
          <a:p>
            <a:pPr lvl="0"/>
            <a:r>
              <a:rPr lang="en-US"/>
              <a:t>Click to edit Master text styles</a:t>
            </a:r>
          </a:p>
          <a:p>
            <a:pPr lvl="1"/>
            <a:r>
              <a:rPr lang="en-US"/>
              <a:t>Second level</a:t>
            </a:r>
          </a:p>
        </p:txBody>
      </p:sp>
      <p:sp>
        <p:nvSpPr>
          <p:cNvPr id="11" name="Text Placeholder 4"/>
          <p:cNvSpPr>
            <a:spLocks noGrp="1"/>
          </p:cNvSpPr>
          <p:nvPr>
            <p:ph type="body" sz="quarter" idx="23"/>
          </p:nvPr>
        </p:nvSpPr>
        <p:spPr>
          <a:xfrm>
            <a:off x="5088675" y="861483"/>
            <a:ext cx="2448984" cy="1127356"/>
          </a:xfrm>
        </p:spPr>
        <p:txBody>
          <a:bodyPr>
            <a:noAutofit/>
          </a:bodyPr>
          <a:lstStyle>
            <a:lvl1pPr algn="r">
              <a:defRPr sz="1333" b="1">
                <a:solidFill>
                  <a:schemeClr val="accent1"/>
                </a:solidFill>
              </a:defRPr>
            </a:lvl1pPr>
            <a:lvl2pPr marL="0" indent="0" algn="r">
              <a:lnSpc>
                <a:spcPct val="90000"/>
              </a:lnSpc>
              <a:spcBef>
                <a:spcPts val="267"/>
              </a:spcBef>
              <a:spcAft>
                <a:spcPts val="267"/>
              </a:spcAft>
              <a:buFont typeface="Arial" panose="020B0604020202020204" pitchFamily="34" charset="0"/>
              <a:buNone/>
              <a:defRPr sz="1333" b="0">
                <a:solidFill>
                  <a:schemeClr val="accent1"/>
                </a:solidFill>
              </a:defRPr>
            </a:lvl2pPr>
            <a:lvl3pPr marL="0" indent="0" algn="l">
              <a:lnSpc>
                <a:spcPct val="90000"/>
              </a:lnSpc>
              <a:spcBef>
                <a:spcPts val="267"/>
              </a:spcBef>
              <a:spcAft>
                <a:spcPts val="267"/>
              </a:spcAft>
              <a:buNone/>
              <a:defRPr sz="1333" b="0">
                <a:solidFill>
                  <a:schemeClr val="accent1"/>
                </a:solidFill>
              </a:defRPr>
            </a:lvl3pPr>
            <a:lvl4pPr marL="0" indent="0" algn="l">
              <a:lnSpc>
                <a:spcPct val="90000"/>
              </a:lnSpc>
              <a:spcBef>
                <a:spcPts val="267"/>
              </a:spcBef>
              <a:spcAft>
                <a:spcPts val="267"/>
              </a:spcAft>
              <a:buNone/>
              <a:defRPr sz="1333" b="0">
                <a:solidFill>
                  <a:schemeClr val="accent1"/>
                </a:solidFill>
              </a:defRPr>
            </a:lvl4pPr>
            <a:lvl5pPr marL="0" indent="0" algn="l">
              <a:lnSpc>
                <a:spcPct val="90000"/>
              </a:lnSpc>
              <a:spcBef>
                <a:spcPts val="267"/>
              </a:spcBef>
              <a:spcAft>
                <a:spcPts val="267"/>
              </a:spcAft>
              <a:buNone/>
              <a:defRPr sz="1333" b="0">
                <a:solidFill>
                  <a:schemeClr val="accent1"/>
                </a:solidFill>
              </a:defRPr>
            </a:lvl5pPr>
            <a:lvl6pPr marL="0" indent="0">
              <a:lnSpc>
                <a:spcPct val="90000"/>
              </a:lnSpc>
              <a:spcBef>
                <a:spcPts val="267"/>
              </a:spcBef>
              <a:spcAft>
                <a:spcPts val="267"/>
              </a:spcAft>
              <a:buFont typeface="Arial" panose="020B0604020202020204" pitchFamily="34" charset="0"/>
              <a:buNone/>
              <a:defRPr sz="1333" b="0">
                <a:solidFill>
                  <a:schemeClr val="accent1"/>
                </a:solidFill>
              </a:defRPr>
            </a:lvl6pPr>
            <a:lvl7pPr marL="0" indent="0">
              <a:lnSpc>
                <a:spcPct val="90000"/>
              </a:lnSpc>
              <a:spcBef>
                <a:spcPts val="267"/>
              </a:spcBef>
              <a:spcAft>
                <a:spcPts val="267"/>
              </a:spcAft>
              <a:buFont typeface="Arial" panose="020B0604020202020204" pitchFamily="34" charset="0"/>
              <a:buNone/>
              <a:defRPr sz="1333" b="0">
                <a:solidFill>
                  <a:schemeClr val="accent1"/>
                </a:solidFill>
              </a:defRPr>
            </a:lvl7pPr>
            <a:lvl8pPr marL="0" indent="0">
              <a:lnSpc>
                <a:spcPct val="90000"/>
              </a:lnSpc>
              <a:spcBef>
                <a:spcPts val="267"/>
              </a:spcBef>
              <a:spcAft>
                <a:spcPts val="267"/>
              </a:spcAft>
              <a:buFont typeface="Arial" panose="020B0604020202020204" pitchFamily="34" charset="0"/>
              <a:buNone/>
              <a:defRPr sz="1333" b="0">
                <a:solidFill>
                  <a:schemeClr val="accent1"/>
                </a:solidFill>
              </a:defRPr>
            </a:lvl8pPr>
            <a:lvl9pPr marL="0" indent="0">
              <a:lnSpc>
                <a:spcPct val="90000"/>
              </a:lnSpc>
              <a:spcBef>
                <a:spcPts val="267"/>
              </a:spcBef>
              <a:spcAft>
                <a:spcPts val="267"/>
              </a:spcAft>
              <a:buFont typeface="Arial" panose="020B0604020202020204" pitchFamily="34" charset="0"/>
              <a:buNone/>
              <a:defRPr sz="1333" b="0">
                <a:solidFill>
                  <a:schemeClr val="accent1"/>
                </a:solidFill>
              </a:defRPr>
            </a:lvl9pPr>
          </a:lstStyle>
          <a:p>
            <a:pPr lvl="0"/>
            <a:r>
              <a:rPr lang="en-US"/>
              <a:t>Click to edit Master text styles</a:t>
            </a:r>
          </a:p>
          <a:p>
            <a:pPr lvl="1"/>
            <a:r>
              <a:rPr lang="en-US"/>
              <a:t>Second level</a:t>
            </a:r>
          </a:p>
        </p:txBody>
      </p:sp>
    </p:spTree>
    <p:custDataLst>
      <p:tags r:id="rId1"/>
    </p:custDataLst>
    <p:extLst>
      <p:ext uri="{BB962C8B-B14F-4D97-AF65-F5344CB8AC3E}">
        <p14:creationId xmlns:p14="http://schemas.microsoft.com/office/powerpoint/2010/main" val="3684283531"/>
      </p:ext>
    </p:extLst>
  </p:cSld>
  <p:clrMapOvr>
    <a:masterClrMapping/>
  </p:clrMapOvr>
  <p:transition>
    <p:fade/>
  </p:transition>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userDrawn="1">
  <p:cSld name="Video Slide">
    <p:spTree>
      <p:nvGrpSpPr>
        <p:cNvPr id="1" name=""/>
        <p:cNvGrpSpPr/>
        <p:nvPr/>
      </p:nvGrpSpPr>
      <p:grpSpPr>
        <a:xfrm>
          <a:off x="0" y="0"/>
          <a:ext cx="0" cy="0"/>
          <a:chOff x="0" y="0"/>
          <a:chExt cx="0" cy="0"/>
        </a:xfrm>
      </p:grpSpPr>
      <p:sp>
        <p:nvSpPr>
          <p:cNvPr id="2" name="Title 1"/>
          <p:cNvSpPr>
            <a:spLocks noGrp="1"/>
          </p:cNvSpPr>
          <p:nvPr>
            <p:ph type="title" hasCustomPrompt="1"/>
          </p:nvPr>
        </p:nvSpPr>
        <p:spPr bwMode="gray">
          <a:xfrm>
            <a:off x="431801" y="452969"/>
            <a:ext cx="2544232" cy="912284"/>
          </a:xfrm>
        </p:spPr>
        <p:txBody>
          <a:bodyPr/>
          <a:lstStyle>
            <a:lvl1pPr>
              <a:defRPr/>
            </a:lvl1pPr>
          </a:lstStyle>
          <a:p>
            <a:r>
              <a:rPr lang="en-US" dirty="0"/>
              <a:t>Video </a:t>
            </a:r>
            <a:br>
              <a:rPr lang="en-US" dirty="0"/>
            </a:br>
            <a:r>
              <a:rPr lang="en-US" dirty="0"/>
              <a:t>Slide</a:t>
            </a:r>
          </a:p>
        </p:txBody>
      </p:sp>
      <p:sp>
        <p:nvSpPr>
          <p:cNvPr id="6" name="Text Placeholder 6"/>
          <p:cNvSpPr>
            <a:spLocks noGrp="1"/>
          </p:cNvSpPr>
          <p:nvPr>
            <p:ph type="body" sz="quarter" idx="14"/>
          </p:nvPr>
        </p:nvSpPr>
        <p:spPr bwMode="gray">
          <a:xfrm>
            <a:off x="431801" y="1701800"/>
            <a:ext cx="2544232" cy="432011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6"/>
          <p:cNvSpPr/>
          <p:nvPr userDrawn="1"/>
        </p:nvSpPr>
        <p:spPr bwMode="gray">
          <a:xfrm>
            <a:off x="3359152" y="452967"/>
            <a:ext cx="8401051" cy="5568952"/>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latin typeface="Avenir Next" panose="020B0503020202020204"/>
            </a:endParaRPr>
          </a:p>
        </p:txBody>
      </p:sp>
      <p:sp>
        <p:nvSpPr>
          <p:cNvPr id="9" name="Media Placeholder 8"/>
          <p:cNvSpPr>
            <a:spLocks noGrp="1"/>
          </p:cNvSpPr>
          <p:nvPr>
            <p:ph type="media" sz="quarter" idx="15" hasCustomPrompt="1"/>
          </p:nvPr>
        </p:nvSpPr>
        <p:spPr bwMode="gray">
          <a:xfrm>
            <a:off x="3359152" y="452967"/>
            <a:ext cx="8401051" cy="5568952"/>
          </a:xfrm>
          <a:solidFill>
            <a:schemeClr val="tx1">
              <a:lumMod val="85000"/>
              <a:lumOff val="15000"/>
            </a:schemeClr>
          </a:solidFill>
        </p:spPr>
        <p:txBody>
          <a:bodyPr bIns="720000" anchor="ctr"/>
          <a:lstStyle>
            <a:lvl1pPr algn="ctr">
              <a:defRPr sz="1200" baseline="0">
                <a:solidFill>
                  <a:schemeClr val="bg1"/>
                </a:solidFill>
              </a:defRPr>
            </a:lvl1pPr>
          </a:lstStyle>
          <a:p>
            <a:r>
              <a:rPr lang="de-DE" dirty="0"/>
              <a:t>Click </a:t>
            </a:r>
            <a:r>
              <a:rPr lang="de-DE" dirty="0" err="1"/>
              <a:t>the</a:t>
            </a:r>
            <a:r>
              <a:rPr lang="de-DE" dirty="0"/>
              <a:t> </a:t>
            </a:r>
            <a:r>
              <a:rPr lang="de-DE" dirty="0" err="1"/>
              <a:t>icon</a:t>
            </a:r>
            <a:r>
              <a:rPr lang="de-DE" dirty="0"/>
              <a:t> </a:t>
            </a:r>
            <a:br>
              <a:rPr lang="de-DE" dirty="0"/>
            </a:br>
            <a:r>
              <a:rPr lang="de-DE" dirty="0" err="1"/>
              <a:t>to</a:t>
            </a:r>
            <a:r>
              <a:rPr lang="de-DE" dirty="0"/>
              <a:t> </a:t>
            </a:r>
            <a:r>
              <a:rPr lang="de-DE" dirty="0" err="1"/>
              <a:t>insert</a:t>
            </a:r>
            <a:r>
              <a:rPr lang="de-DE" dirty="0"/>
              <a:t> a </a:t>
            </a:r>
            <a:r>
              <a:rPr lang="de-DE" dirty="0" err="1"/>
              <a:t>video</a:t>
            </a:r>
            <a:endParaRPr lang="en-US" dirty="0"/>
          </a:p>
        </p:txBody>
      </p:sp>
      <p:sp>
        <p:nvSpPr>
          <p:cNvPr id="18" name="Date Placeholder 17"/>
          <p:cNvSpPr>
            <a:spLocks noGrp="1"/>
          </p:cNvSpPr>
          <p:nvPr>
            <p:ph type="dt" sz="half" idx="16"/>
          </p:nvPr>
        </p:nvSpPr>
        <p:spPr bwMode="gray"/>
        <p:txBody>
          <a:bodyPr/>
          <a:lstStyle/>
          <a:p>
            <a:fld id="{4F1F5FBD-27FC-4163-A1A3-A182CCE72DD4}" type="datetime1">
              <a:rPr lang="en-US" smtClean="0"/>
              <a:t>7/6/2026</a:t>
            </a:fld>
            <a:endParaRPr lang="en-US"/>
          </a:p>
        </p:txBody>
      </p:sp>
      <p:sp>
        <p:nvSpPr>
          <p:cNvPr id="19" name="Footer Placeholder 18"/>
          <p:cNvSpPr>
            <a:spLocks noGrp="1"/>
          </p:cNvSpPr>
          <p:nvPr>
            <p:ph type="ftr" sz="quarter" idx="17"/>
          </p:nvPr>
        </p:nvSpPr>
        <p:spPr bwMode="gray"/>
        <p:txBody>
          <a:bodyPr/>
          <a:lstStyle/>
          <a:p>
            <a:r>
              <a:rPr lang="en-US"/>
              <a:t>Title of the presentation</a:t>
            </a:r>
          </a:p>
        </p:txBody>
      </p:sp>
      <p:sp>
        <p:nvSpPr>
          <p:cNvPr id="20" name="Slide Number Placeholder 19"/>
          <p:cNvSpPr>
            <a:spLocks noGrp="1"/>
          </p:cNvSpPr>
          <p:nvPr>
            <p:ph type="sldNum" sz="quarter" idx="18"/>
          </p:nvPr>
        </p:nvSpPr>
        <p:spPr bwMode="gray"/>
        <p:txBody>
          <a:bodyPr/>
          <a:lstStyle/>
          <a:p>
            <a:fld id="{FCB53D23-1D79-480C-B3BE-829293F4503C}" type="slidenum">
              <a:rPr lang="en-US" smtClean="0"/>
              <a:pPr/>
              <a:t>‹#›</a:t>
            </a:fld>
            <a:endParaRPr lang="en-US"/>
          </a:p>
        </p:txBody>
      </p:sp>
    </p:spTree>
    <p:custDataLst>
      <p:tags r:id="rId1"/>
    </p:custDataLst>
    <p:extLst>
      <p:ext uri="{BB962C8B-B14F-4D97-AF65-F5344CB8AC3E}">
        <p14:creationId xmlns:p14="http://schemas.microsoft.com/office/powerpoint/2010/main" val="401249707"/>
      </p:ext>
    </p:extLst>
  </p:cSld>
  <p:clrMapOvr>
    <a:masterClrMapping/>
  </p:clrMapOvr>
  <p:transition>
    <p:fade/>
  </p:transition>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userDrawn="1">
  <p:cSld name="Contact Slide">
    <p:spTree>
      <p:nvGrpSpPr>
        <p:cNvPr id="1" name=""/>
        <p:cNvGrpSpPr/>
        <p:nvPr/>
      </p:nvGrpSpPr>
      <p:grpSpPr>
        <a:xfrm>
          <a:off x="0" y="0"/>
          <a:ext cx="0" cy="0"/>
          <a:chOff x="0" y="0"/>
          <a:chExt cx="0" cy="0"/>
        </a:xfrm>
      </p:grpSpPr>
      <p:sp>
        <p:nvSpPr>
          <p:cNvPr id="6" name="Title 1"/>
          <p:cNvSpPr>
            <a:spLocks noGrp="1"/>
          </p:cNvSpPr>
          <p:nvPr>
            <p:ph type="ctrTitle" hasCustomPrompt="1"/>
          </p:nvPr>
        </p:nvSpPr>
        <p:spPr bwMode="gray">
          <a:xfrm>
            <a:off x="1199457" y="1365251"/>
            <a:ext cx="5089164" cy="1007632"/>
          </a:xfrm>
        </p:spPr>
        <p:txBody>
          <a:bodyPr/>
          <a:lstStyle>
            <a:lvl1pPr>
              <a:defRPr sz="8000" spc="-200">
                <a:solidFill>
                  <a:schemeClr val="accent1"/>
                </a:solidFill>
              </a:defRPr>
            </a:lvl1pPr>
          </a:lstStyle>
          <a:p>
            <a:r>
              <a:rPr lang="en-US" dirty="0"/>
              <a:t>Contact.</a:t>
            </a:r>
          </a:p>
        </p:txBody>
      </p:sp>
      <p:sp>
        <p:nvSpPr>
          <p:cNvPr id="18" name="Rectangle 17"/>
          <p:cNvSpPr>
            <a:spLocks noChangeArrowheads="1"/>
          </p:cNvSpPr>
          <p:nvPr userDrawn="1"/>
        </p:nvSpPr>
        <p:spPr bwMode="gray">
          <a:xfrm>
            <a:off x="1510095" y="4341565"/>
            <a:ext cx="10250107" cy="1968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b">
            <a:no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r>
              <a:rPr lang="en-US" sz="800" b="1" kern="1200" dirty="0">
                <a:solidFill>
                  <a:schemeClr val="tx1"/>
                </a:solidFill>
                <a:effectLst/>
                <a:latin typeface="Avenir Next" panose="020B0503020202020204"/>
                <a:cs typeface="Arial" panose="020B0604020202020204" pitchFamily="34" charset="0"/>
              </a:rPr>
              <a:t>About Dr. Reddy’s</a:t>
            </a:r>
            <a:r>
              <a:rPr lang="en-US" sz="800" kern="1200" dirty="0">
                <a:solidFill>
                  <a:schemeClr val="tx1"/>
                </a:solidFill>
                <a:effectLst/>
                <a:latin typeface="Avenir Next" panose="020B0503020202020204"/>
                <a:cs typeface="Arial" panose="020B0604020202020204" pitchFamily="34" charset="0"/>
              </a:rPr>
              <a:t>: Dr. Reddy’s Laboratories Ltd. (NYSE: RDY) is an integrated pharmaceutical company, committed to providing affordable and innovative medicines for healthier lives. Through its three businesses - Pharmaceutical Services &amp; Active Ingredients, Global Generics and Proprietary Products – Dr. Reddy’s offers a portfolio of products and services including APIs, custom pharmaceutical services, generics, </a:t>
            </a:r>
            <a:r>
              <a:rPr lang="en-US" sz="800" kern="1200" dirty="0" err="1">
                <a:solidFill>
                  <a:schemeClr val="tx1"/>
                </a:solidFill>
                <a:effectLst/>
                <a:latin typeface="Avenir Next" panose="020B0503020202020204"/>
                <a:cs typeface="Arial" panose="020B0604020202020204" pitchFamily="34" charset="0"/>
              </a:rPr>
              <a:t>biosimilars</a:t>
            </a:r>
            <a:r>
              <a:rPr lang="en-US" sz="800" kern="1200" dirty="0">
                <a:solidFill>
                  <a:schemeClr val="tx1"/>
                </a:solidFill>
                <a:effectLst/>
                <a:latin typeface="Avenir Next" panose="020B0503020202020204"/>
                <a:cs typeface="Arial" panose="020B0604020202020204" pitchFamily="34" charset="0"/>
              </a:rPr>
              <a:t> and differentiated formulations. Our major therapeutic areas of focus are gastro-intestinal, cardiovascular, </a:t>
            </a:r>
            <a:r>
              <a:rPr lang="en-US" sz="800" kern="1200" dirty="0" err="1">
                <a:solidFill>
                  <a:schemeClr val="tx1"/>
                </a:solidFill>
                <a:effectLst/>
                <a:latin typeface="Avenir Next" panose="020B0503020202020204"/>
                <a:cs typeface="Arial" panose="020B0604020202020204" pitchFamily="34" charset="0"/>
              </a:rPr>
              <a:t>diabetology</a:t>
            </a:r>
            <a:r>
              <a:rPr lang="en-US" sz="800" kern="1200" dirty="0">
                <a:solidFill>
                  <a:schemeClr val="tx1"/>
                </a:solidFill>
                <a:effectLst/>
                <a:latin typeface="Avenir Next" panose="020B0503020202020204"/>
                <a:cs typeface="Arial" panose="020B0604020202020204" pitchFamily="34" charset="0"/>
              </a:rPr>
              <a:t>, oncology, pain management and anti-</a:t>
            </a:r>
            <a:r>
              <a:rPr lang="en-US" sz="800" kern="1200" dirty="0" err="1">
                <a:solidFill>
                  <a:schemeClr val="tx1"/>
                </a:solidFill>
                <a:effectLst/>
                <a:latin typeface="Avenir Next" panose="020B0503020202020204"/>
                <a:cs typeface="Arial" panose="020B0604020202020204" pitchFamily="34" charset="0"/>
              </a:rPr>
              <a:t>infectives</a:t>
            </a:r>
            <a:r>
              <a:rPr lang="en-US" sz="800" kern="1200" dirty="0">
                <a:solidFill>
                  <a:schemeClr val="tx1"/>
                </a:solidFill>
                <a:effectLst/>
                <a:latin typeface="Avenir Next" panose="020B0503020202020204"/>
                <a:cs typeface="Arial" panose="020B0604020202020204" pitchFamily="34" charset="0"/>
              </a:rPr>
              <a:t>. Dr. Reddy’s operates in markets across the globe. Our major markets include – USA, Russia &amp; CIS, Venezuela and India. For more information, log on to: </a:t>
            </a:r>
            <a:r>
              <a:rPr lang="en-US" sz="800" kern="1200" dirty="0">
                <a:solidFill>
                  <a:schemeClr val="tx1"/>
                </a:solidFill>
                <a:effectLst/>
                <a:latin typeface="Avenir Next" panose="020B0503020202020204"/>
                <a:cs typeface="Arial" panose="020B0604020202020204" pitchFamily="34" charset="0"/>
                <a:hlinkClick r:id="rId3"/>
              </a:rPr>
              <a:t>www.drreddys.com</a:t>
            </a:r>
            <a:endParaRPr lang="en-US" sz="800" kern="1200" dirty="0">
              <a:solidFill>
                <a:schemeClr val="tx1"/>
              </a:solidFill>
              <a:effectLst/>
              <a:latin typeface="Avenir Next" panose="020B0503020202020204"/>
              <a:cs typeface="Arial" panose="020B0604020202020204" pitchFamily="34" charset="0"/>
            </a:endParaRPr>
          </a:p>
          <a:p>
            <a:endParaRPr lang="en-US" sz="800" b="1" kern="1200" dirty="0">
              <a:solidFill>
                <a:schemeClr val="tx1"/>
              </a:solidFill>
              <a:effectLst/>
              <a:latin typeface="Avenir Next" panose="020B0503020202020204"/>
              <a:cs typeface="Arial" panose="020B0604020202020204" pitchFamily="34" charset="0"/>
            </a:endParaRPr>
          </a:p>
          <a:p>
            <a:r>
              <a:rPr lang="en-US" sz="800" b="1" kern="1200" dirty="0">
                <a:solidFill>
                  <a:schemeClr val="tx1"/>
                </a:solidFill>
                <a:effectLst/>
                <a:latin typeface="Avenir Next" panose="020B0503020202020204"/>
                <a:cs typeface="Arial" panose="020B0604020202020204" pitchFamily="34" charset="0"/>
              </a:rPr>
              <a:t>Disclaimer: </a:t>
            </a:r>
            <a:r>
              <a:rPr lang="en-US" sz="800" kern="1200" dirty="0">
                <a:solidFill>
                  <a:schemeClr val="tx1"/>
                </a:solidFill>
                <a:effectLst/>
                <a:latin typeface="Avenir Next" panose="020B0503020202020204"/>
                <a:cs typeface="Arial" panose="020B0604020202020204" pitchFamily="34" charset="0"/>
              </a:rPr>
              <a:t>This press release may include statements of future expectations and other forward-looking statements that are based on the management’s current views and assumptions and involve known or unknown risks and uncertainties that could cause actual results, performance or events to differ materially from those expressed or implied in such statements. In addition to statements which are forward-looking by reason of context, the words "may", "will", "should", "expects", "plans", "intends", "anticipates", "believes", "estimates", "predicts", "potential", or "continue" and similar expressions identify forward-looking statements. Actual results, performance or events may differ materially from those in such statements due to  without limitation, (</a:t>
            </a:r>
            <a:r>
              <a:rPr lang="en-US" sz="800" kern="1200" dirty="0" err="1">
                <a:solidFill>
                  <a:schemeClr val="tx1"/>
                </a:solidFill>
                <a:effectLst/>
                <a:latin typeface="Avenir Next" panose="020B0503020202020204"/>
                <a:cs typeface="Arial" panose="020B0604020202020204" pitchFamily="34" charset="0"/>
              </a:rPr>
              <a:t>i</a:t>
            </a:r>
            <a:r>
              <a:rPr lang="en-US" sz="800" kern="1200" dirty="0">
                <a:solidFill>
                  <a:schemeClr val="tx1"/>
                </a:solidFill>
                <a:effectLst/>
                <a:latin typeface="Avenir Next" panose="020B0503020202020204"/>
                <a:cs typeface="Arial" panose="020B0604020202020204" pitchFamily="34" charset="0"/>
              </a:rPr>
              <a:t>) general economic conditions such as performance of financial markets, credit defaults , currency exchange rates , interest rates , persistency levels and frequency / severity of insured loss events (ii) mortality and morbidity levels and trends, (iii) changing levels of competition and general competitive factors, (iv) changes in laws and regulations and in the policies of central banks and/or governments, (v) the impact of acquisitions or </a:t>
            </a:r>
            <a:r>
              <a:rPr lang="en-US" sz="800" kern="1200" dirty="0" err="1">
                <a:solidFill>
                  <a:schemeClr val="tx1"/>
                </a:solidFill>
                <a:effectLst/>
                <a:latin typeface="Avenir Next" panose="020B0503020202020204"/>
                <a:cs typeface="Arial" panose="020B0604020202020204" pitchFamily="34" charset="0"/>
              </a:rPr>
              <a:t>reorganisation</a:t>
            </a:r>
            <a:r>
              <a:rPr lang="en-US" sz="800" kern="1200" dirty="0">
                <a:solidFill>
                  <a:schemeClr val="tx1"/>
                </a:solidFill>
                <a:effectLst/>
                <a:latin typeface="Avenir Next" panose="020B0503020202020204"/>
                <a:cs typeface="Arial" panose="020B0604020202020204" pitchFamily="34" charset="0"/>
              </a:rPr>
              <a:t> , including related integration issues.</a:t>
            </a:r>
            <a:endParaRPr lang="en-IN" sz="800" kern="1200" dirty="0">
              <a:solidFill>
                <a:schemeClr val="tx1"/>
              </a:solidFill>
              <a:effectLst/>
              <a:latin typeface="Avenir Next" panose="020B0503020202020204"/>
              <a:cs typeface="Arial" panose="020B0604020202020204" pitchFamily="34" charset="0"/>
            </a:endParaRPr>
          </a:p>
          <a:p>
            <a:r>
              <a:rPr lang="en-US" sz="800" kern="1200" dirty="0">
                <a:solidFill>
                  <a:schemeClr val="tx1"/>
                </a:solidFill>
                <a:effectLst/>
                <a:latin typeface="Avenir Next" panose="020B0503020202020204"/>
                <a:cs typeface="Arial" panose="020B0604020202020204" pitchFamily="34" charset="0"/>
              </a:rPr>
              <a:t> </a:t>
            </a:r>
            <a:endParaRPr lang="en-IN" sz="800" kern="1200" dirty="0">
              <a:solidFill>
                <a:schemeClr val="tx1"/>
              </a:solidFill>
              <a:effectLst/>
              <a:latin typeface="Avenir Next" panose="020B0503020202020204"/>
              <a:cs typeface="Arial" panose="020B0604020202020204" pitchFamily="34" charset="0"/>
            </a:endParaRPr>
          </a:p>
          <a:p>
            <a:r>
              <a:rPr lang="en-US" sz="800" kern="1200" dirty="0">
                <a:solidFill>
                  <a:schemeClr val="tx1"/>
                </a:solidFill>
                <a:effectLst/>
                <a:latin typeface="Avenir Next" panose="020B0503020202020204"/>
                <a:cs typeface="Arial" panose="020B0604020202020204" pitchFamily="34" charset="0"/>
              </a:rPr>
              <a:t>The company assumes no obligation to update any information contained herein.</a:t>
            </a:r>
          </a:p>
          <a:p>
            <a:endParaRPr lang="de-DE" sz="800" dirty="0">
              <a:solidFill>
                <a:schemeClr val="tx1"/>
              </a:solidFill>
              <a:latin typeface="Avenir Next" panose="020B0503020202020204"/>
              <a:cs typeface="Arial" panose="020B0604020202020204" pitchFamily="34" charset="0"/>
            </a:endParaRPr>
          </a:p>
          <a:p>
            <a:r>
              <a:rPr lang="en-IN" sz="800" b="1" dirty="0">
                <a:solidFill>
                  <a:schemeClr val="tx1"/>
                </a:solidFill>
                <a:latin typeface="Avenir Next" panose="020B0503020202020204"/>
                <a:cs typeface="Arial" panose="020B0604020202020204" pitchFamily="34" charset="0"/>
              </a:rPr>
              <a:t>Registered Office: </a:t>
            </a:r>
            <a:r>
              <a:rPr lang="en-IN" sz="800" dirty="0" err="1">
                <a:solidFill>
                  <a:schemeClr val="tx1"/>
                </a:solidFill>
                <a:latin typeface="Avenir Next" panose="020B0503020202020204"/>
                <a:cs typeface="Arial" panose="020B0604020202020204" pitchFamily="34" charset="0"/>
              </a:rPr>
              <a:t>Dr.</a:t>
            </a:r>
            <a:r>
              <a:rPr lang="en-IN" sz="800" dirty="0">
                <a:solidFill>
                  <a:schemeClr val="tx1"/>
                </a:solidFill>
                <a:latin typeface="Avenir Next" panose="020B0503020202020204"/>
                <a:cs typeface="Arial" panose="020B0604020202020204" pitchFamily="34" charset="0"/>
              </a:rPr>
              <a:t> Reddy’s Laboratories Ltd. 8-2-337 | Road No. 3, </a:t>
            </a:r>
            <a:r>
              <a:rPr lang="en-IN" sz="800" dirty="0" err="1">
                <a:solidFill>
                  <a:schemeClr val="tx1"/>
                </a:solidFill>
                <a:latin typeface="Avenir Next" panose="020B0503020202020204"/>
                <a:cs typeface="Arial" panose="020B0604020202020204" pitchFamily="34" charset="0"/>
              </a:rPr>
              <a:t>Banjara</a:t>
            </a:r>
            <a:r>
              <a:rPr lang="en-IN" sz="800" dirty="0">
                <a:solidFill>
                  <a:schemeClr val="tx1"/>
                </a:solidFill>
                <a:latin typeface="Avenir Next" panose="020B0503020202020204"/>
                <a:cs typeface="Arial" panose="020B0604020202020204" pitchFamily="34" charset="0"/>
              </a:rPr>
              <a:t> Hills, Hyderabad - 500034, Telangana, India. </a:t>
            </a:r>
          </a:p>
          <a:p>
            <a:r>
              <a:rPr lang="en-IN" sz="800" dirty="0">
                <a:solidFill>
                  <a:schemeClr val="tx1"/>
                </a:solidFill>
                <a:latin typeface="Avenir Next" panose="020B0503020202020204"/>
                <a:cs typeface="Arial" panose="020B0604020202020204" pitchFamily="34" charset="0"/>
              </a:rPr>
              <a:t>Tel: 91 40 4900 2900 | Fax: 91 40 4900 2999 | Web: www.drreddys.com</a:t>
            </a:r>
          </a:p>
        </p:txBody>
      </p:sp>
      <p:sp>
        <p:nvSpPr>
          <p:cNvPr id="22" name="Text Placeholder 9"/>
          <p:cNvSpPr>
            <a:spLocks noGrp="1"/>
          </p:cNvSpPr>
          <p:nvPr>
            <p:ph type="body" sz="quarter" idx="10" hasCustomPrompt="1"/>
          </p:nvPr>
        </p:nvSpPr>
        <p:spPr bwMode="gray">
          <a:xfrm>
            <a:off x="1525076" y="2420890"/>
            <a:ext cx="3435632" cy="305561"/>
          </a:xfrm>
        </p:spPr>
        <p:txBody>
          <a:bodyPr anchor="b"/>
          <a:lstStyle>
            <a:lvl1pPr marL="0" indent="0">
              <a:lnSpc>
                <a:spcPct val="100000"/>
              </a:lnSpc>
              <a:spcBef>
                <a:spcPts val="0"/>
              </a:spcBef>
              <a:spcAft>
                <a:spcPts val="0"/>
              </a:spcAft>
              <a:buFont typeface="Arial" panose="020B0604020202020204" pitchFamily="34" charset="0"/>
              <a:buNone/>
              <a:defRPr sz="1467" b="0">
                <a:solidFill>
                  <a:schemeClr val="accent1"/>
                </a:solidFill>
                <a:latin typeface="Avenir Next" panose="020B0503020202020204"/>
              </a:defRPr>
            </a:lvl1pPr>
            <a:lvl2pPr marL="0" indent="0">
              <a:lnSpc>
                <a:spcPct val="100000"/>
              </a:lnSpc>
              <a:spcBef>
                <a:spcPts val="0"/>
              </a:spcBef>
              <a:spcAft>
                <a:spcPts val="0"/>
              </a:spcAft>
              <a:buFont typeface="Arial" panose="020B0604020202020204" pitchFamily="34" charset="0"/>
              <a:buNone/>
              <a:defRPr sz="1467" b="0">
                <a:solidFill>
                  <a:schemeClr val="accent1"/>
                </a:solidFill>
                <a:latin typeface="+mj-lt"/>
              </a:defRPr>
            </a:lvl2pPr>
            <a:lvl3pPr marL="0" indent="0">
              <a:lnSpc>
                <a:spcPct val="100000"/>
              </a:lnSpc>
              <a:spcBef>
                <a:spcPts val="0"/>
              </a:spcBef>
              <a:spcAft>
                <a:spcPts val="0"/>
              </a:spcAft>
              <a:buNone/>
              <a:defRPr sz="1467" b="0">
                <a:solidFill>
                  <a:schemeClr val="accent1"/>
                </a:solidFill>
                <a:latin typeface="+mj-lt"/>
              </a:defRPr>
            </a:lvl3pPr>
            <a:lvl4pPr marL="0" indent="0">
              <a:lnSpc>
                <a:spcPct val="100000"/>
              </a:lnSpc>
              <a:spcBef>
                <a:spcPts val="0"/>
              </a:spcBef>
              <a:spcAft>
                <a:spcPts val="0"/>
              </a:spcAft>
              <a:buNone/>
              <a:defRPr sz="1467" b="0">
                <a:solidFill>
                  <a:schemeClr val="accent1"/>
                </a:solidFill>
                <a:latin typeface="+mj-lt"/>
              </a:defRPr>
            </a:lvl4pPr>
            <a:lvl5pPr marL="0" indent="0">
              <a:lnSpc>
                <a:spcPct val="100000"/>
              </a:lnSpc>
              <a:spcBef>
                <a:spcPts val="0"/>
              </a:spcBef>
              <a:spcAft>
                <a:spcPts val="0"/>
              </a:spcAft>
              <a:buNone/>
              <a:defRPr sz="1467" b="0">
                <a:solidFill>
                  <a:schemeClr val="accent1"/>
                </a:solidFill>
                <a:latin typeface="+mj-lt"/>
              </a:defRPr>
            </a:lvl5pPr>
            <a:lvl6pPr marL="0" indent="0">
              <a:lnSpc>
                <a:spcPct val="100000"/>
              </a:lnSpc>
              <a:spcBef>
                <a:spcPts val="0"/>
              </a:spcBef>
              <a:spcAft>
                <a:spcPts val="0"/>
              </a:spcAft>
              <a:buFont typeface="Arial" panose="020B0604020202020204" pitchFamily="34" charset="0"/>
              <a:buNone/>
              <a:defRPr sz="1467" b="0">
                <a:solidFill>
                  <a:schemeClr val="accent1"/>
                </a:solidFill>
                <a:latin typeface="+mj-lt"/>
              </a:defRPr>
            </a:lvl6pPr>
            <a:lvl7pPr marL="0" indent="0">
              <a:lnSpc>
                <a:spcPct val="100000"/>
              </a:lnSpc>
              <a:spcBef>
                <a:spcPts val="0"/>
              </a:spcBef>
              <a:spcAft>
                <a:spcPts val="0"/>
              </a:spcAft>
              <a:buFont typeface="Arial" panose="020B0604020202020204" pitchFamily="34" charset="0"/>
              <a:buNone/>
              <a:defRPr sz="1467" b="0">
                <a:solidFill>
                  <a:schemeClr val="accent1"/>
                </a:solidFill>
                <a:latin typeface="+mj-lt"/>
              </a:defRPr>
            </a:lvl7pPr>
            <a:lvl8pPr marL="0" indent="0">
              <a:lnSpc>
                <a:spcPct val="100000"/>
              </a:lnSpc>
              <a:spcBef>
                <a:spcPts val="0"/>
              </a:spcBef>
              <a:spcAft>
                <a:spcPts val="0"/>
              </a:spcAft>
              <a:buFont typeface="Arial" panose="020B0604020202020204" pitchFamily="34" charset="0"/>
              <a:buNone/>
              <a:defRPr sz="1467" b="0">
                <a:solidFill>
                  <a:schemeClr val="accent1"/>
                </a:solidFill>
                <a:latin typeface="+mj-lt"/>
              </a:defRPr>
            </a:lvl8pPr>
            <a:lvl9pPr marL="0" indent="0">
              <a:lnSpc>
                <a:spcPct val="100000"/>
              </a:lnSpc>
              <a:spcBef>
                <a:spcPts val="0"/>
              </a:spcBef>
              <a:spcAft>
                <a:spcPts val="0"/>
              </a:spcAft>
              <a:buFont typeface="Arial" panose="020B0604020202020204" pitchFamily="34" charset="0"/>
              <a:buNone/>
              <a:defRPr sz="1467" b="0">
                <a:solidFill>
                  <a:schemeClr val="accent1"/>
                </a:solidFill>
                <a:latin typeface="+mj-lt"/>
              </a:defRPr>
            </a:lvl9pPr>
          </a:lstStyle>
          <a:p>
            <a:pPr lvl="0"/>
            <a:r>
              <a:rPr lang="de-DE" dirty="0"/>
              <a:t>Position</a:t>
            </a:r>
            <a:endParaRPr lang="en-US" dirty="0"/>
          </a:p>
        </p:txBody>
      </p:sp>
      <p:sp>
        <p:nvSpPr>
          <p:cNvPr id="23" name="Text Placeholder 9"/>
          <p:cNvSpPr>
            <a:spLocks noGrp="1"/>
          </p:cNvSpPr>
          <p:nvPr>
            <p:ph type="body" sz="quarter" idx="11" hasCustomPrompt="1"/>
          </p:nvPr>
        </p:nvSpPr>
        <p:spPr bwMode="gray">
          <a:xfrm>
            <a:off x="1525076" y="2724334"/>
            <a:ext cx="3435632" cy="290265"/>
          </a:xfrm>
        </p:spPr>
        <p:txBody>
          <a:bodyPr/>
          <a:lstStyle>
            <a:lvl1pPr marL="0" indent="0">
              <a:lnSpc>
                <a:spcPct val="100000"/>
              </a:lnSpc>
              <a:spcBef>
                <a:spcPts val="0"/>
              </a:spcBef>
              <a:spcAft>
                <a:spcPts val="0"/>
              </a:spcAft>
              <a:buFont typeface="Arial" panose="020B0604020202020204" pitchFamily="34" charset="0"/>
              <a:buNone/>
              <a:defRPr sz="1467" b="0" baseline="0">
                <a:solidFill>
                  <a:schemeClr val="accent1"/>
                </a:solidFill>
                <a:latin typeface="Avenir Next" panose="020B0503020202020204"/>
              </a:defRPr>
            </a:lvl1pPr>
            <a:lvl2pPr marL="0" indent="0">
              <a:lnSpc>
                <a:spcPct val="100000"/>
              </a:lnSpc>
              <a:spcBef>
                <a:spcPts val="0"/>
              </a:spcBef>
              <a:spcAft>
                <a:spcPts val="0"/>
              </a:spcAft>
              <a:buFont typeface="Arial" panose="020B0604020202020204" pitchFamily="34" charset="0"/>
              <a:buNone/>
              <a:defRPr sz="1467" b="0">
                <a:solidFill>
                  <a:schemeClr val="accent1"/>
                </a:solidFill>
                <a:latin typeface="+mj-lt"/>
              </a:defRPr>
            </a:lvl2pPr>
            <a:lvl3pPr marL="0" indent="0">
              <a:lnSpc>
                <a:spcPct val="100000"/>
              </a:lnSpc>
              <a:spcBef>
                <a:spcPts val="0"/>
              </a:spcBef>
              <a:spcAft>
                <a:spcPts val="0"/>
              </a:spcAft>
              <a:buNone/>
              <a:defRPr sz="1467" b="0">
                <a:solidFill>
                  <a:schemeClr val="accent1"/>
                </a:solidFill>
                <a:latin typeface="+mj-lt"/>
              </a:defRPr>
            </a:lvl3pPr>
            <a:lvl4pPr marL="0" indent="0">
              <a:lnSpc>
                <a:spcPct val="100000"/>
              </a:lnSpc>
              <a:spcBef>
                <a:spcPts val="0"/>
              </a:spcBef>
              <a:spcAft>
                <a:spcPts val="0"/>
              </a:spcAft>
              <a:buNone/>
              <a:defRPr sz="1467" b="0">
                <a:solidFill>
                  <a:schemeClr val="accent1"/>
                </a:solidFill>
                <a:latin typeface="+mj-lt"/>
              </a:defRPr>
            </a:lvl4pPr>
            <a:lvl5pPr marL="0" indent="0">
              <a:lnSpc>
                <a:spcPct val="100000"/>
              </a:lnSpc>
              <a:spcBef>
                <a:spcPts val="0"/>
              </a:spcBef>
              <a:spcAft>
                <a:spcPts val="0"/>
              </a:spcAft>
              <a:buNone/>
              <a:defRPr sz="1467" b="0">
                <a:solidFill>
                  <a:schemeClr val="accent1"/>
                </a:solidFill>
                <a:latin typeface="+mj-lt"/>
              </a:defRPr>
            </a:lvl5pPr>
            <a:lvl6pPr marL="0" indent="0">
              <a:lnSpc>
                <a:spcPct val="100000"/>
              </a:lnSpc>
              <a:spcBef>
                <a:spcPts val="0"/>
              </a:spcBef>
              <a:spcAft>
                <a:spcPts val="0"/>
              </a:spcAft>
              <a:buFont typeface="Arial" panose="020B0604020202020204" pitchFamily="34" charset="0"/>
              <a:buNone/>
              <a:defRPr sz="1467" b="0">
                <a:solidFill>
                  <a:schemeClr val="accent1"/>
                </a:solidFill>
                <a:latin typeface="+mj-lt"/>
              </a:defRPr>
            </a:lvl6pPr>
            <a:lvl7pPr marL="0" indent="0">
              <a:lnSpc>
                <a:spcPct val="100000"/>
              </a:lnSpc>
              <a:spcBef>
                <a:spcPts val="0"/>
              </a:spcBef>
              <a:spcAft>
                <a:spcPts val="0"/>
              </a:spcAft>
              <a:buFont typeface="Arial" panose="020B0604020202020204" pitchFamily="34" charset="0"/>
              <a:buNone/>
              <a:defRPr sz="1467" b="0">
                <a:solidFill>
                  <a:schemeClr val="accent1"/>
                </a:solidFill>
                <a:latin typeface="+mj-lt"/>
              </a:defRPr>
            </a:lvl7pPr>
            <a:lvl8pPr marL="0" indent="0">
              <a:lnSpc>
                <a:spcPct val="100000"/>
              </a:lnSpc>
              <a:spcBef>
                <a:spcPts val="0"/>
              </a:spcBef>
              <a:spcAft>
                <a:spcPts val="0"/>
              </a:spcAft>
              <a:buFont typeface="Arial" panose="020B0604020202020204" pitchFamily="34" charset="0"/>
              <a:buNone/>
              <a:defRPr sz="1467" b="0">
                <a:solidFill>
                  <a:schemeClr val="accent1"/>
                </a:solidFill>
                <a:latin typeface="+mj-lt"/>
              </a:defRPr>
            </a:lvl8pPr>
            <a:lvl9pPr marL="0" indent="0">
              <a:lnSpc>
                <a:spcPct val="100000"/>
              </a:lnSpc>
              <a:spcBef>
                <a:spcPts val="0"/>
              </a:spcBef>
              <a:spcAft>
                <a:spcPts val="0"/>
              </a:spcAft>
              <a:buFont typeface="Arial" panose="020B0604020202020204" pitchFamily="34" charset="0"/>
              <a:buNone/>
              <a:defRPr sz="1467" b="0">
                <a:solidFill>
                  <a:schemeClr val="accent1"/>
                </a:solidFill>
                <a:latin typeface="+mj-lt"/>
              </a:defRPr>
            </a:lvl9pPr>
          </a:lstStyle>
          <a:p>
            <a:pPr lvl="0"/>
            <a:r>
              <a:rPr lang="de-DE" dirty="0"/>
              <a:t>First </a:t>
            </a:r>
            <a:r>
              <a:rPr lang="de-DE" dirty="0" err="1"/>
              <a:t>name</a:t>
            </a:r>
            <a:r>
              <a:rPr lang="de-DE" dirty="0"/>
              <a:t> Last </a:t>
            </a:r>
            <a:r>
              <a:rPr lang="de-DE" dirty="0" err="1"/>
              <a:t>name</a:t>
            </a:r>
            <a:endParaRPr lang="en-US" dirty="0"/>
          </a:p>
        </p:txBody>
      </p:sp>
      <p:sp>
        <p:nvSpPr>
          <p:cNvPr id="24" name="Text Placeholder 9"/>
          <p:cNvSpPr>
            <a:spLocks noGrp="1"/>
          </p:cNvSpPr>
          <p:nvPr>
            <p:ph type="body" sz="quarter" idx="12" hasCustomPrompt="1"/>
          </p:nvPr>
        </p:nvSpPr>
        <p:spPr bwMode="gray">
          <a:xfrm>
            <a:off x="1525076" y="3014600"/>
            <a:ext cx="3435632" cy="750953"/>
          </a:xfrm>
        </p:spPr>
        <p:txBody>
          <a:bodyPr/>
          <a:lstStyle>
            <a:lvl1pPr marL="0" indent="0">
              <a:lnSpc>
                <a:spcPct val="100000"/>
              </a:lnSpc>
              <a:spcBef>
                <a:spcPts val="0"/>
              </a:spcBef>
              <a:spcAft>
                <a:spcPts val="0"/>
              </a:spcAft>
              <a:buFont typeface="Arial" panose="020B0604020202020204" pitchFamily="34" charset="0"/>
              <a:buNone/>
              <a:defRPr sz="1467" b="0" baseline="0">
                <a:solidFill>
                  <a:schemeClr val="accent1"/>
                </a:solidFill>
                <a:latin typeface="Avenir Next" panose="020B0503020202020204"/>
              </a:defRPr>
            </a:lvl1pPr>
            <a:lvl2pPr marL="0" indent="0">
              <a:lnSpc>
                <a:spcPct val="100000"/>
              </a:lnSpc>
              <a:spcBef>
                <a:spcPts val="0"/>
              </a:spcBef>
              <a:spcAft>
                <a:spcPts val="0"/>
              </a:spcAft>
              <a:buFont typeface="Arial" panose="020B0604020202020204" pitchFamily="34" charset="0"/>
              <a:buNone/>
              <a:defRPr sz="1467" b="0">
                <a:solidFill>
                  <a:schemeClr val="accent1"/>
                </a:solidFill>
                <a:latin typeface="+mj-lt"/>
              </a:defRPr>
            </a:lvl2pPr>
            <a:lvl3pPr marL="0" indent="0">
              <a:lnSpc>
                <a:spcPct val="100000"/>
              </a:lnSpc>
              <a:spcBef>
                <a:spcPts val="0"/>
              </a:spcBef>
              <a:spcAft>
                <a:spcPts val="0"/>
              </a:spcAft>
              <a:buNone/>
              <a:defRPr sz="1467" b="0">
                <a:solidFill>
                  <a:schemeClr val="accent1"/>
                </a:solidFill>
                <a:latin typeface="+mj-lt"/>
              </a:defRPr>
            </a:lvl3pPr>
            <a:lvl4pPr marL="0" indent="0">
              <a:lnSpc>
                <a:spcPct val="100000"/>
              </a:lnSpc>
              <a:spcBef>
                <a:spcPts val="0"/>
              </a:spcBef>
              <a:spcAft>
                <a:spcPts val="0"/>
              </a:spcAft>
              <a:buNone/>
              <a:defRPr sz="1467" b="0">
                <a:solidFill>
                  <a:schemeClr val="accent1"/>
                </a:solidFill>
                <a:latin typeface="+mj-lt"/>
              </a:defRPr>
            </a:lvl4pPr>
            <a:lvl5pPr marL="0" indent="0">
              <a:lnSpc>
                <a:spcPct val="100000"/>
              </a:lnSpc>
              <a:spcBef>
                <a:spcPts val="0"/>
              </a:spcBef>
              <a:spcAft>
                <a:spcPts val="0"/>
              </a:spcAft>
              <a:buNone/>
              <a:defRPr sz="1467" b="0">
                <a:solidFill>
                  <a:schemeClr val="accent1"/>
                </a:solidFill>
                <a:latin typeface="+mj-lt"/>
              </a:defRPr>
            </a:lvl5pPr>
            <a:lvl6pPr marL="0" indent="0">
              <a:lnSpc>
                <a:spcPct val="100000"/>
              </a:lnSpc>
              <a:spcBef>
                <a:spcPts val="0"/>
              </a:spcBef>
              <a:spcAft>
                <a:spcPts val="0"/>
              </a:spcAft>
              <a:buFont typeface="Arial" panose="020B0604020202020204" pitchFamily="34" charset="0"/>
              <a:buNone/>
              <a:defRPr sz="1467" b="0">
                <a:solidFill>
                  <a:schemeClr val="accent1"/>
                </a:solidFill>
                <a:latin typeface="+mj-lt"/>
              </a:defRPr>
            </a:lvl6pPr>
            <a:lvl7pPr marL="0" indent="0">
              <a:lnSpc>
                <a:spcPct val="100000"/>
              </a:lnSpc>
              <a:spcBef>
                <a:spcPts val="0"/>
              </a:spcBef>
              <a:spcAft>
                <a:spcPts val="0"/>
              </a:spcAft>
              <a:buFont typeface="Arial" panose="020B0604020202020204" pitchFamily="34" charset="0"/>
              <a:buNone/>
              <a:defRPr sz="1467" b="0">
                <a:solidFill>
                  <a:schemeClr val="accent1"/>
                </a:solidFill>
                <a:latin typeface="+mj-lt"/>
              </a:defRPr>
            </a:lvl7pPr>
            <a:lvl8pPr marL="0" indent="0">
              <a:lnSpc>
                <a:spcPct val="100000"/>
              </a:lnSpc>
              <a:spcBef>
                <a:spcPts val="0"/>
              </a:spcBef>
              <a:spcAft>
                <a:spcPts val="0"/>
              </a:spcAft>
              <a:buFont typeface="Arial" panose="020B0604020202020204" pitchFamily="34" charset="0"/>
              <a:buNone/>
              <a:defRPr sz="1467" b="0">
                <a:solidFill>
                  <a:schemeClr val="accent1"/>
                </a:solidFill>
                <a:latin typeface="+mj-lt"/>
              </a:defRPr>
            </a:lvl8pPr>
            <a:lvl9pPr marL="0" indent="0">
              <a:lnSpc>
                <a:spcPct val="100000"/>
              </a:lnSpc>
              <a:spcBef>
                <a:spcPts val="0"/>
              </a:spcBef>
              <a:spcAft>
                <a:spcPts val="0"/>
              </a:spcAft>
              <a:buFont typeface="Arial" panose="020B0604020202020204" pitchFamily="34" charset="0"/>
              <a:buNone/>
              <a:defRPr sz="1467" b="0">
                <a:solidFill>
                  <a:schemeClr val="accent1"/>
                </a:solidFill>
                <a:latin typeface="+mj-lt"/>
              </a:defRPr>
            </a:lvl9pPr>
          </a:lstStyle>
          <a:p>
            <a:pPr lvl="0"/>
            <a:r>
              <a:rPr lang="de-DE" dirty="0"/>
              <a:t>Mail</a:t>
            </a:r>
            <a:br>
              <a:rPr lang="de-DE" dirty="0"/>
            </a:br>
            <a:r>
              <a:rPr lang="de-DE" dirty="0"/>
              <a:t>Phone</a:t>
            </a:r>
            <a:endParaRPr lang="en-US" dirty="0"/>
          </a:p>
        </p:txBody>
      </p:sp>
      <p:sp>
        <p:nvSpPr>
          <p:cNvPr id="26" name="Text Placeholder 9"/>
          <p:cNvSpPr>
            <a:spLocks noGrp="1"/>
          </p:cNvSpPr>
          <p:nvPr>
            <p:ph type="body" sz="quarter" idx="14" hasCustomPrompt="1"/>
          </p:nvPr>
        </p:nvSpPr>
        <p:spPr bwMode="gray">
          <a:xfrm>
            <a:off x="5397220" y="2420890"/>
            <a:ext cx="3435632" cy="305561"/>
          </a:xfrm>
        </p:spPr>
        <p:txBody>
          <a:bodyPr anchor="b"/>
          <a:lstStyle>
            <a:lvl1pPr marL="0" indent="0">
              <a:lnSpc>
                <a:spcPct val="100000"/>
              </a:lnSpc>
              <a:spcBef>
                <a:spcPts val="0"/>
              </a:spcBef>
              <a:spcAft>
                <a:spcPts val="0"/>
              </a:spcAft>
              <a:buFont typeface="Arial" panose="020B0604020202020204" pitchFamily="34" charset="0"/>
              <a:buNone/>
              <a:defRPr sz="1467" b="0">
                <a:solidFill>
                  <a:schemeClr val="accent1"/>
                </a:solidFill>
                <a:latin typeface="Avenir Next" panose="020B0503020202020204"/>
              </a:defRPr>
            </a:lvl1pPr>
            <a:lvl2pPr marL="0" indent="0">
              <a:lnSpc>
                <a:spcPct val="100000"/>
              </a:lnSpc>
              <a:spcBef>
                <a:spcPts val="0"/>
              </a:spcBef>
              <a:spcAft>
                <a:spcPts val="0"/>
              </a:spcAft>
              <a:buFont typeface="Arial" panose="020B0604020202020204" pitchFamily="34" charset="0"/>
              <a:buNone/>
              <a:defRPr sz="1467" b="0">
                <a:solidFill>
                  <a:schemeClr val="accent1"/>
                </a:solidFill>
                <a:latin typeface="+mj-lt"/>
              </a:defRPr>
            </a:lvl2pPr>
            <a:lvl3pPr marL="0" indent="0">
              <a:lnSpc>
                <a:spcPct val="100000"/>
              </a:lnSpc>
              <a:spcBef>
                <a:spcPts val="0"/>
              </a:spcBef>
              <a:spcAft>
                <a:spcPts val="0"/>
              </a:spcAft>
              <a:buNone/>
              <a:defRPr sz="1467" b="0">
                <a:solidFill>
                  <a:schemeClr val="accent1"/>
                </a:solidFill>
                <a:latin typeface="+mj-lt"/>
              </a:defRPr>
            </a:lvl3pPr>
            <a:lvl4pPr marL="0" indent="0">
              <a:lnSpc>
                <a:spcPct val="100000"/>
              </a:lnSpc>
              <a:spcBef>
                <a:spcPts val="0"/>
              </a:spcBef>
              <a:spcAft>
                <a:spcPts val="0"/>
              </a:spcAft>
              <a:buNone/>
              <a:defRPr sz="1467" b="0">
                <a:solidFill>
                  <a:schemeClr val="accent1"/>
                </a:solidFill>
                <a:latin typeface="+mj-lt"/>
              </a:defRPr>
            </a:lvl4pPr>
            <a:lvl5pPr marL="0" indent="0">
              <a:lnSpc>
                <a:spcPct val="100000"/>
              </a:lnSpc>
              <a:spcBef>
                <a:spcPts val="0"/>
              </a:spcBef>
              <a:spcAft>
                <a:spcPts val="0"/>
              </a:spcAft>
              <a:buNone/>
              <a:defRPr sz="1467" b="0">
                <a:solidFill>
                  <a:schemeClr val="accent1"/>
                </a:solidFill>
                <a:latin typeface="+mj-lt"/>
              </a:defRPr>
            </a:lvl5pPr>
            <a:lvl6pPr marL="0" indent="0">
              <a:lnSpc>
                <a:spcPct val="100000"/>
              </a:lnSpc>
              <a:spcBef>
                <a:spcPts val="0"/>
              </a:spcBef>
              <a:spcAft>
                <a:spcPts val="0"/>
              </a:spcAft>
              <a:buFont typeface="Arial" panose="020B0604020202020204" pitchFamily="34" charset="0"/>
              <a:buNone/>
              <a:defRPr sz="1467" b="0">
                <a:solidFill>
                  <a:schemeClr val="accent1"/>
                </a:solidFill>
                <a:latin typeface="+mj-lt"/>
              </a:defRPr>
            </a:lvl6pPr>
            <a:lvl7pPr marL="0" indent="0">
              <a:lnSpc>
                <a:spcPct val="100000"/>
              </a:lnSpc>
              <a:spcBef>
                <a:spcPts val="0"/>
              </a:spcBef>
              <a:spcAft>
                <a:spcPts val="0"/>
              </a:spcAft>
              <a:buFont typeface="Arial" panose="020B0604020202020204" pitchFamily="34" charset="0"/>
              <a:buNone/>
              <a:defRPr sz="1467" b="0">
                <a:solidFill>
                  <a:schemeClr val="accent1"/>
                </a:solidFill>
                <a:latin typeface="+mj-lt"/>
              </a:defRPr>
            </a:lvl7pPr>
            <a:lvl8pPr marL="0" indent="0">
              <a:lnSpc>
                <a:spcPct val="100000"/>
              </a:lnSpc>
              <a:spcBef>
                <a:spcPts val="0"/>
              </a:spcBef>
              <a:spcAft>
                <a:spcPts val="0"/>
              </a:spcAft>
              <a:buFont typeface="Arial" panose="020B0604020202020204" pitchFamily="34" charset="0"/>
              <a:buNone/>
              <a:defRPr sz="1467" b="0">
                <a:solidFill>
                  <a:schemeClr val="accent1"/>
                </a:solidFill>
                <a:latin typeface="+mj-lt"/>
              </a:defRPr>
            </a:lvl8pPr>
            <a:lvl9pPr marL="0" indent="0">
              <a:lnSpc>
                <a:spcPct val="100000"/>
              </a:lnSpc>
              <a:spcBef>
                <a:spcPts val="0"/>
              </a:spcBef>
              <a:spcAft>
                <a:spcPts val="0"/>
              </a:spcAft>
              <a:buFont typeface="Arial" panose="020B0604020202020204" pitchFamily="34" charset="0"/>
              <a:buNone/>
              <a:defRPr sz="1467" b="0">
                <a:solidFill>
                  <a:schemeClr val="accent1"/>
                </a:solidFill>
                <a:latin typeface="+mj-lt"/>
              </a:defRPr>
            </a:lvl9pPr>
          </a:lstStyle>
          <a:p>
            <a:pPr lvl="0"/>
            <a:r>
              <a:rPr lang="de-DE" dirty="0"/>
              <a:t>Position</a:t>
            </a:r>
            <a:endParaRPr lang="en-US" dirty="0"/>
          </a:p>
        </p:txBody>
      </p:sp>
      <p:sp>
        <p:nvSpPr>
          <p:cNvPr id="27" name="Text Placeholder 9"/>
          <p:cNvSpPr>
            <a:spLocks noGrp="1"/>
          </p:cNvSpPr>
          <p:nvPr>
            <p:ph type="body" sz="quarter" idx="15" hasCustomPrompt="1"/>
          </p:nvPr>
        </p:nvSpPr>
        <p:spPr bwMode="gray">
          <a:xfrm>
            <a:off x="5397220" y="2724334"/>
            <a:ext cx="3435632" cy="290265"/>
          </a:xfrm>
        </p:spPr>
        <p:txBody>
          <a:bodyPr/>
          <a:lstStyle>
            <a:lvl1pPr marL="0" indent="0">
              <a:lnSpc>
                <a:spcPct val="100000"/>
              </a:lnSpc>
              <a:spcBef>
                <a:spcPts val="0"/>
              </a:spcBef>
              <a:spcAft>
                <a:spcPts val="0"/>
              </a:spcAft>
              <a:buFont typeface="Arial" panose="020B0604020202020204" pitchFamily="34" charset="0"/>
              <a:buNone/>
              <a:defRPr sz="1467" b="0" baseline="0">
                <a:solidFill>
                  <a:schemeClr val="accent1"/>
                </a:solidFill>
                <a:latin typeface="Avenir Next" panose="020B0503020202020204"/>
              </a:defRPr>
            </a:lvl1pPr>
            <a:lvl2pPr marL="0" indent="0">
              <a:lnSpc>
                <a:spcPct val="100000"/>
              </a:lnSpc>
              <a:spcBef>
                <a:spcPts val="0"/>
              </a:spcBef>
              <a:spcAft>
                <a:spcPts val="0"/>
              </a:spcAft>
              <a:buFont typeface="Arial" panose="020B0604020202020204" pitchFamily="34" charset="0"/>
              <a:buNone/>
              <a:defRPr sz="1467" b="0">
                <a:solidFill>
                  <a:schemeClr val="accent1"/>
                </a:solidFill>
                <a:latin typeface="+mj-lt"/>
              </a:defRPr>
            </a:lvl2pPr>
            <a:lvl3pPr marL="0" indent="0">
              <a:lnSpc>
                <a:spcPct val="100000"/>
              </a:lnSpc>
              <a:spcBef>
                <a:spcPts val="0"/>
              </a:spcBef>
              <a:spcAft>
                <a:spcPts val="0"/>
              </a:spcAft>
              <a:buNone/>
              <a:defRPr sz="1467" b="0">
                <a:solidFill>
                  <a:schemeClr val="accent1"/>
                </a:solidFill>
                <a:latin typeface="+mj-lt"/>
              </a:defRPr>
            </a:lvl3pPr>
            <a:lvl4pPr marL="0" indent="0">
              <a:lnSpc>
                <a:spcPct val="100000"/>
              </a:lnSpc>
              <a:spcBef>
                <a:spcPts val="0"/>
              </a:spcBef>
              <a:spcAft>
                <a:spcPts val="0"/>
              </a:spcAft>
              <a:buNone/>
              <a:defRPr sz="1467" b="0">
                <a:solidFill>
                  <a:schemeClr val="accent1"/>
                </a:solidFill>
                <a:latin typeface="+mj-lt"/>
              </a:defRPr>
            </a:lvl4pPr>
            <a:lvl5pPr marL="0" indent="0">
              <a:lnSpc>
                <a:spcPct val="100000"/>
              </a:lnSpc>
              <a:spcBef>
                <a:spcPts val="0"/>
              </a:spcBef>
              <a:spcAft>
                <a:spcPts val="0"/>
              </a:spcAft>
              <a:buNone/>
              <a:defRPr sz="1467" b="0">
                <a:solidFill>
                  <a:schemeClr val="accent1"/>
                </a:solidFill>
                <a:latin typeface="+mj-lt"/>
              </a:defRPr>
            </a:lvl5pPr>
            <a:lvl6pPr marL="0" indent="0">
              <a:lnSpc>
                <a:spcPct val="100000"/>
              </a:lnSpc>
              <a:spcBef>
                <a:spcPts val="0"/>
              </a:spcBef>
              <a:spcAft>
                <a:spcPts val="0"/>
              </a:spcAft>
              <a:buFont typeface="Arial" panose="020B0604020202020204" pitchFamily="34" charset="0"/>
              <a:buNone/>
              <a:defRPr sz="1467" b="0">
                <a:solidFill>
                  <a:schemeClr val="accent1"/>
                </a:solidFill>
                <a:latin typeface="+mj-lt"/>
              </a:defRPr>
            </a:lvl6pPr>
            <a:lvl7pPr marL="0" indent="0">
              <a:lnSpc>
                <a:spcPct val="100000"/>
              </a:lnSpc>
              <a:spcBef>
                <a:spcPts val="0"/>
              </a:spcBef>
              <a:spcAft>
                <a:spcPts val="0"/>
              </a:spcAft>
              <a:buFont typeface="Arial" panose="020B0604020202020204" pitchFamily="34" charset="0"/>
              <a:buNone/>
              <a:defRPr sz="1467" b="0">
                <a:solidFill>
                  <a:schemeClr val="accent1"/>
                </a:solidFill>
                <a:latin typeface="+mj-lt"/>
              </a:defRPr>
            </a:lvl7pPr>
            <a:lvl8pPr marL="0" indent="0">
              <a:lnSpc>
                <a:spcPct val="100000"/>
              </a:lnSpc>
              <a:spcBef>
                <a:spcPts val="0"/>
              </a:spcBef>
              <a:spcAft>
                <a:spcPts val="0"/>
              </a:spcAft>
              <a:buFont typeface="Arial" panose="020B0604020202020204" pitchFamily="34" charset="0"/>
              <a:buNone/>
              <a:defRPr sz="1467" b="0">
                <a:solidFill>
                  <a:schemeClr val="accent1"/>
                </a:solidFill>
                <a:latin typeface="+mj-lt"/>
              </a:defRPr>
            </a:lvl8pPr>
            <a:lvl9pPr marL="0" indent="0">
              <a:lnSpc>
                <a:spcPct val="100000"/>
              </a:lnSpc>
              <a:spcBef>
                <a:spcPts val="0"/>
              </a:spcBef>
              <a:spcAft>
                <a:spcPts val="0"/>
              </a:spcAft>
              <a:buFont typeface="Arial" panose="020B0604020202020204" pitchFamily="34" charset="0"/>
              <a:buNone/>
              <a:defRPr sz="1467" b="0">
                <a:solidFill>
                  <a:schemeClr val="accent1"/>
                </a:solidFill>
                <a:latin typeface="+mj-lt"/>
              </a:defRPr>
            </a:lvl9pPr>
          </a:lstStyle>
          <a:p>
            <a:pPr lvl="0"/>
            <a:r>
              <a:rPr lang="de-DE" dirty="0"/>
              <a:t>First </a:t>
            </a:r>
            <a:r>
              <a:rPr lang="de-DE" dirty="0" err="1"/>
              <a:t>name</a:t>
            </a:r>
            <a:r>
              <a:rPr lang="de-DE" dirty="0"/>
              <a:t> Last </a:t>
            </a:r>
            <a:r>
              <a:rPr lang="de-DE" dirty="0" err="1"/>
              <a:t>name</a:t>
            </a:r>
            <a:endParaRPr lang="en-US" dirty="0"/>
          </a:p>
        </p:txBody>
      </p:sp>
      <p:sp>
        <p:nvSpPr>
          <p:cNvPr id="28" name="Text Placeholder 9"/>
          <p:cNvSpPr>
            <a:spLocks noGrp="1"/>
          </p:cNvSpPr>
          <p:nvPr>
            <p:ph type="body" sz="quarter" idx="16" hasCustomPrompt="1"/>
          </p:nvPr>
        </p:nvSpPr>
        <p:spPr bwMode="gray">
          <a:xfrm>
            <a:off x="5397220" y="3014600"/>
            <a:ext cx="3435632" cy="750953"/>
          </a:xfrm>
        </p:spPr>
        <p:txBody>
          <a:bodyPr/>
          <a:lstStyle>
            <a:lvl1pPr marL="0" indent="0">
              <a:lnSpc>
                <a:spcPct val="100000"/>
              </a:lnSpc>
              <a:spcBef>
                <a:spcPts val="0"/>
              </a:spcBef>
              <a:spcAft>
                <a:spcPts val="0"/>
              </a:spcAft>
              <a:buFont typeface="Arial" panose="020B0604020202020204" pitchFamily="34" charset="0"/>
              <a:buNone/>
              <a:defRPr sz="1467" b="0" baseline="0">
                <a:solidFill>
                  <a:schemeClr val="accent1"/>
                </a:solidFill>
                <a:latin typeface="Avenir Next" panose="020B0503020202020204"/>
              </a:defRPr>
            </a:lvl1pPr>
            <a:lvl2pPr marL="0" indent="0">
              <a:lnSpc>
                <a:spcPct val="100000"/>
              </a:lnSpc>
              <a:spcBef>
                <a:spcPts val="0"/>
              </a:spcBef>
              <a:spcAft>
                <a:spcPts val="0"/>
              </a:spcAft>
              <a:buFont typeface="Arial" panose="020B0604020202020204" pitchFamily="34" charset="0"/>
              <a:buNone/>
              <a:defRPr sz="1467" b="0">
                <a:solidFill>
                  <a:schemeClr val="accent1"/>
                </a:solidFill>
                <a:latin typeface="+mj-lt"/>
              </a:defRPr>
            </a:lvl2pPr>
            <a:lvl3pPr marL="0" indent="0">
              <a:lnSpc>
                <a:spcPct val="100000"/>
              </a:lnSpc>
              <a:spcBef>
                <a:spcPts val="0"/>
              </a:spcBef>
              <a:spcAft>
                <a:spcPts val="0"/>
              </a:spcAft>
              <a:buNone/>
              <a:defRPr sz="1467" b="0">
                <a:solidFill>
                  <a:schemeClr val="accent1"/>
                </a:solidFill>
                <a:latin typeface="+mj-lt"/>
              </a:defRPr>
            </a:lvl3pPr>
            <a:lvl4pPr marL="0" indent="0">
              <a:lnSpc>
                <a:spcPct val="100000"/>
              </a:lnSpc>
              <a:spcBef>
                <a:spcPts val="0"/>
              </a:spcBef>
              <a:spcAft>
                <a:spcPts val="0"/>
              </a:spcAft>
              <a:buNone/>
              <a:defRPr sz="1467" b="0">
                <a:solidFill>
                  <a:schemeClr val="accent1"/>
                </a:solidFill>
                <a:latin typeface="+mj-lt"/>
              </a:defRPr>
            </a:lvl4pPr>
            <a:lvl5pPr marL="0" indent="0">
              <a:lnSpc>
                <a:spcPct val="100000"/>
              </a:lnSpc>
              <a:spcBef>
                <a:spcPts val="0"/>
              </a:spcBef>
              <a:spcAft>
                <a:spcPts val="0"/>
              </a:spcAft>
              <a:buNone/>
              <a:defRPr sz="1467" b="0">
                <a:solidFill>
                  <a:schemeClr val="accent1"/>
                </a:solidFill>
                <a:latin typeface="+mj-lt"/>
              </a:defRPr>
            </a:lvl5pPr>
            <a:lvl6pPr marL="0" indent="0">
              <a:lnSpc>
                <a:spcPct val="100000"/>
              </a:lnSpc>
              <a:spcBef>
                <a:spcPts val="0"/>
              </a:spcBef>
              <a:spcAft>
                <a:spcPts val="0"/>
              </a:spcAft>
              <a:buFont typeface="Arial" panose="020B0604020202020204" pitchFamily="34" charset="0"/>
              <a:buNone/>
              <a:defRPr sz="1467" b="0">
                <a:solidFill>
                  <a:schemeClr val="accent1"/>
                </a:solidFill>
                <a:latin typeface="+mj-lt"/>
              </a:defRPr>
            </a:lvl6pPr>
            <a:lvl7pPr marL="0" indent="0">
              <a:lnSpc>
                <a:spcPct val="100000"/>
              </a:lnSpc>
              <a:spcBef>
                <a:spcPts val="0"/>
              </a:spcBef>
              <a:spcAft>
                <a:spcPts val="0"/>
              </a:spcAft>
              <a:buFont typeface="Arial" panose="020B0604020202020204" pitchFamily="34" charset="0"/>
              <a:buNone/>
              <a:defRPr sz="1467" b="0">
                <a:solidFill>
                  <a:schemeClr val="accent1"/>
                </a:solidFill>
                <a:latin typeface="+mj-lt"/>
              </a:defRPr>
            </a:lvl7pPr>
            <a:lvl8pPr marL="0" indent="0">
              <a:lnSpc>
                <a:spcPct val="100000"/>
              </a:lnSpc>
              <a:spcBef>
                <a:spcPts val="0"/>
              </a:spcBef>
              <a:spcAft>
                <a:spcPts val="0"/>
              </a:spcAft>
              <a:buFont typeface="Arial" panose="020B0604020202020204" pitchFamily="34" charset="0"/>
              <a:buNone/>
              <a:defRPr sz="1467" b="0">
                <a:solidFill>
                  <a:schemeClr val="accent1"/>
                </a:solidFill>
                <a:latin typeface="+mj-lt"/>
              </a:defRPr>
            </a:lvl8pPr>
            <a:lvl9pPr marL="0" indent="0">
              <a:lnSpc>
                <a:spcPct val="100000"/>
              </a:lnSpc>
              <a:spcBef>
                <a:spcPts val="0"/>
              </a:spcBef>
              <a:spcAft>
                <a:spcPts val="0"/>
              </a:spcAft>
              <a:buFont typeface="Arial" panose="020B0604020202020204" pitchFamily="34" charset="0"/>
              <a:buNone/>
              <a:defRPr sz="1467" b="0">
                <a:solidFill>
                  <a:schemeClr val="accent1"/>
                </a:solidFill>
                <a:latin typeface="+mj-lt"/>
              </a:defRPr>
            </a:lvl9pPr>
          </a:lstStyle>
          <a:p>
            <a:pPr lvl="0"/>
            <a:r>
              <a:rPr lang="de-DE" dirty="0"/>
              <a:t>Mail</a:t>
            </a:r>
            <a:br>
              <a:rPr lang="de-DE" dirty="0"/>
            </a:br>
            <a:r>
              <a:rPr lang="de-DE" dirty="0"/>
              <a:t>Phone</a:t>
            </a:r>
            <a:endParaRPr lang="en-US" dirty="0"/>
          </a:p>
        </p:txBody>
      </p:sp>
      <p:sp>
        <p:nvSpPr>
          <p:cNvPr id="11" name="Date Placeholder 2"/>
          <p:cNvSpPr>
            <a:spLocks noGrp="1"/>
          </p:cNvSpPr>
          <p:nvPr>
            <p:ph type="dt" sz="half" idx="17"/>
          </p:nvPr>
        </p:nvSpPr>
        <p:spPr>
          <a:xfrm>
            <a:off x="10848530" y="7077405"/>
            <a:ext cx="624069" cy="96011"/>
          </a:xfrm>
        </p:spPr>
        <p:txBody>
          <a:bodyPr/>
          <a:lstStyle>
            <a:lvl1pPr>
              <a:defRPr sz="400">
                <a:solidFill>
                  <a:schemeClr val="bg1">
                    <a:lumMod val="75000"/>
                    <a:alpha val="0"/>
                  </a:schemeClr>
                </a:solidFill>
              </a:defRPr>
            </a:lvl1pPr>
          </a:lstStyle>
          <a:p>
            <a:fld id="{1DAB84EA-0DE7-42BE-BB40-84BC121DC46D}" type="datetime1">
              <a:rPr lang="en-US" smtClean="0"/>
              <a:t>7/6/2026</a:t>
            </a:fld>
            <a:endParaRPr lang="en-US"/>
          </a:p>
        </p:txBody>
      </p:sp>
      <p:sp>
        <p:nvSpPr>
          <p:cNvPr id="13" name="Footer Placeholder 3"/>
          <p:cNvSpPr>
            <a:spLocks noGrp="1"/>
          </p:cNvSpPr>
          <p:nvPr>
            <p:ph type="ftr" sz="quarter" idx="18"/>
          </p:nvPr>
        </p:nvSpPr>
        <p:spPr>
          <a:xfrm>
            <a:off x="9215967" y="7077405"/>
            <a:ext cx="1632563" cy="96011"/>
          </a:xfrm>
        </p:spPr>
        <p:txBody>
          <a:bodyPr/>
          <a:lstStyle>
            <a:lvl1pPr>
              <a:defRPr sz="400">
                <a:solidFill>
                  <a:schemeClr val="bg1">
                    <a:lumMod val="75000"/>
                    <a:alpha val="0"/>
                  </a:schemeClr>
                </a:solidFill>
              </a:defRPr>
            </a:lvl1pPr>
          </a:lstStyle>
          <a:p>
            <a:r>
              <a:rPr lang="en-US"/>
              <a:t>Title of the presentation</a:t>
            </a:r>
          </a:p>
        </p:txBody>
      </p:sp>
      <p:sp>
        <p:nvSpPr>
          <p:cNvPr id="14" name="Slide Number Placeholder 4"/>
          <p:cNvSpPr>
            <a:spLocks noGrp="1"/>
          </p:cNvSpPr>
          <p:nvPr>
            <p:ph type="sldNum" sz="quarter" idx="19"/>
          </p:nvPr>
        </p:nvSpPr>
        <p:spPr>
          <a:xfrm>
            <a:off x="11472598" y="7077405"/>
            <a:ext cx="287601" cy="96011"/>
          </a:xfrm>
        </p:spPr>
        <p:txBody>
          <a:bodyPr/>
          <a:lstStyle>
            <a:lvl1pPr>
              <a:defRPr sz="400">
                <a:solidFill>
                  <a:schemeClr val="bg1">
                    <a:lumMod val="75000"/>
                    <a:alpha val="0"/>
                  </a:schemeClr>
                </a:solidFill>
              </a:defRPr>
            </a:lvl1pPr>
          </a:lstStyle>
          <a:p>
            <a:fld id="{FCB53D23-1D79-480C-B3BE-829293F4503C}" type="slidenum">
              <a:rPr lang="en-US" smtClean="0"/>
              <a:pPr/>
              <a:t>‹#›</a:t>
            </a:fld>
            <a:endParaRPr lang="en-US"/>
          </a:p>
        </p:txBody>
      </p:sp>
      <p:pic>
        <p:nvPicPr>
          <p:cNvPr id="15" name="Picture 14"/>
          <p:cNvPicPr>
            <a:picLocks noChangeAspect="1"/>
          </p:cNvPicPr>
          <p:nvPr userDrawn="1"/>
        </p:nvPicPr>
        <p:blipFill rotWithShape="1">
          <a:blip r:embed="rId4">
            <a:extLst>
              <a:ext uri="{28A0092B-C50C-407E-A947-70E740481C1C}">
                <a14:useLocalDpi xmlns:a14="http://schemas.microsoft.com/office/drawing/2010/main" val="0"/>
              </a:ext>
            </a:extLst>
          </a:blip>
          <a:srcRect l="24379" t="37316" r="25013" b="45452"/>
          <a:stretch/>
        </p:blipFill>
        <p:spPr>
          <a:xfrm>
            <a:off x="10424933" y="6021289"/>
            <a:ext cx="1239687" cy="298289"/>
          </a:xfrm>
          <a:prstGeom prst="rect">
            <a:avLst/>
          </a:prstGeom>
        </p:spPr>
      </p:pic>
      <p:pic>
        <p:nvPicPr>
          <p:cNvPr id="16" name="Picture 24"/>
          <p:cNvPicPr>
            <a:picLocks noChangeAspect="1" noChangeArrowheads="1"/>
          </p:cNvPicPr>
          <p:nvPr userDrawn="1"/>
        </p:nvPicPr>
        <p:blipFill>
          <a:blip r:embed="rId5" cstate="hqprint">
            <a:extLst>
              <a:ext uri="{28A0092B-C50C-407E-A947-70E740481C1C}">
                <a14:useLocalDpi xmlns:a14="http://schemas.microsoft.com/office/drawing/2010/main" val="0"/>
              </a:ext>
            </a:extLst>
          </a:blip>
          <a:srcRect/>
          <a:stretch>
            <a:fillRect/>
          </a:stretch>
        </p:blipFill>
        <p:spPr bwMode="gray">
          <a:xfrm>
            <a:off x="7907163" y="5883230"/>
            <a:ext cx="2250631" cy="49003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ustDataLst>
      <p:tags r:id="rId1"/>
    </p:custDataLst>
    <p:extLst>
      <p:ext uri="{BB962C8B-B14F-4D97-AF65-F5344CB8AC3E}">
        <p14:creationId xmlns:p14="http://schemas.microsoft.com/office/powerpoint/2010/main" val="3912579395"/>
      </p:ext>
    </p:extLst>
  </p:cSld>
  <p:clrMapOvr>
    <a:masterClrMapping/>
  </p:clrMapOvr>
  <p:transition>
    <p:fade/>
  </p:transition>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userDrawn="1">
  <p:cSld name="Divider Slide">
    <p:spTree>
      <p:nvGrpSpPr>
        <p:cNvPr id="1" name=""/>
        <p:cNvGrpSpPr/>
        <p:nvPr/>
      </p:nvGrpSpPr>
      <p:grpSpPr>
        <a:xfrm>
          <a:off x="0" y="0"/>
          <a:ext cx="0" cy="0"/>
          <a:chOff x="0" y="0"/>
          <a:chExt cx="0" cy="0"/>
        </a:xfrm>
      </p:grpSpPr>
      <p:sp>
        <p:nvSpPr>
          <p:cNvPr id="7" name="Text Placeholder 10"/>
          <p:cNvSpPr>
            <a:spLocks noGrp="1"/>
          </p:cNvSpPr>
          <p:nvPr>
            <p:ph type="body" sz="quarter" idx="21" hasCustomPrompt="1"/>
          </p:nvPr>
        </p:nvSpPr>
        <p:spPr bwMode="gray">
          <a:xfrm>
            <a:off x="5645503" y="-1868912"/>
            <a:ext cx="2774400" cy="2774400"/>
          </a:xfrm>
          <a:prstGeom prst="ellipse">
            <a:avLst/>
          </a:prstGeom>
          <a:solidFill>
            <a:schemeClr val="accent1"/>
          </a:solidFill>
        </p:spPr>
        <p:txBody>
          <a:bodyPr anchor="ctr"/>
          <a:lstStyle>
            <a:lvl1pPr marL="0" indent="0" algn="ctr">
              <a:lnSpc>
                <a:spcPct val="100000"/>
              </a:lnSpc>
              <a:spcBef>
                <a:spcPts val="0"/>
              </a:spcBef>
              <a:spcAft>
                <a:spcPts val="0"/>
              </a:spcAft>
              <a:buFont typeface="Arial" panose="020B0604020202020204" pitchFamily="34" charset="0"/>
              <a:buNone/>
              <a:defRPr sz="267" b="0" baseline="0">
                <a:solidFill>
                  <a:schemeClr val="accent1">
                    <a:alpha val="0"/>
                  </a:schemeClr>
                </a:solidFill>
                <a:latin typeface="Avenir Next" panose="020B0503020202020204"/>
              </a:defRPr>
            </a:lvl1pPr>
            <a:lvl2pPr marL="0" indent="0" algn="ctr">
              <a:lnSpc>
                <a:spcPct val="100000"/>
              </a:lnSpc>
              <a:spcBef>
                <a:spcPts val="0"/>
              </a:spcBef>
              <a:spcAft>
                <a:spcPts val="0"/>
              </a:spcAft>
              <a:buFont typeface="Arial" panose="020B0604020202020204" pitchFamily="34" charset="0"/>
              <a:buNone/>
              <a:defRPr sz="267" b="0">
                <a:solidFill>
                  <a:schemeClr val="accent1">
                    <a:alpha val="0"/>
                  </a:schemeClr>
                </a:solidFill>
                <a:latin typeface="+mn-lt"/>
              </a:defRPr>
            </a:lvl2pPr>
            <a:lvl3pPr marL="0" indent="0" algn="ctr">
              <a:lnSpc>
                <a:spcPct val="100000"/>
              </a:lnSpc>
              <a:spcBef>
                <a:spcPts val="0"/>
              </a:spcBef>
              <a:spcAft>
                <a:spcPts val="0"/>
              </a:spcAft>
              <a:buFont typeface="Arial" panose="020B0604020202020204" pitchFamily="34" charset="0"/>
              <a:buNone/>
              <a:defRPr sz="267" b="0">
                <a:solidFill>
                  <a:schemeClr val="accent1">
                    <a:alpha val="0"/>
                  </a:schemeClr>
                </a:solidFill>
                <a:latin typeface="+mn-lt"/>
              </a:defRPr>
            </a:lvl3pPr>
            <a:lvl4pPr marL="0" indent="0" algn="ctr">
              <a:lnSpc>
                <a:spcPct val="100000"/>
              </a:lnSpc>
              <a:spcBef>
                <a:spcPts val="0"/>
              </a:spcBef>
              <a:spcAft>
                <a:spcPts val="0"/>
              </a:spcAft>
              <a:buFont typeface="Arial" panose="020B0604020202020204" pitchFamily="34" charset="0"/>
              <a:buNone/>
              <a:defRPr sz="267" b="0">
                <a:solidFill>
                  <a:schemeClr val="accent1">
                    <a:alpha val="0"/>
                  </a:schemeClr>
                </a:solidFill>
                <a:latin typeface="+mn-lt"/>
              </a:defRPr>
            </a:lvl4pPr>
            <a:lvl5pPr marL="0" indent="0" algn="ctr">
              <a:lnSpc>
                <a:spcPct val="100000"/>
              </a:lnSpc>
              <a:spcBef>
                <a:spcPts val="0"/>
              </a:spcBef>
              <a:spcAft>
                <a:spcPts val="0"/>
              </a:spcAft>
              <a:buFont typeface="Arial" panose="020B0604020202020204" pitchFamily="34" charset="0"/>
              <a:buNone/>
              <a:defRPr sz="267" b="0">
                <a:solidFill>
                  <a:schemeClr val="accent1">
                    <a:alpha val="0"/>
                  </a:schemeClr>
                </a:solidFill>
                <a:latin typeface="+mn-lt"/>
              </a:defRPr>
            </a:lvl5pPr>
            <a:lvl6pPr marL="0" indent="0" algn="ctr">
              <a:lnSpc>
                <a:spcPct val="100000"/>
              </a:lnSpc>
              <a:spcBef>
                <a:spcPts val="0"/>
              </a:spcBef>
              <a:spcAft>
                <a:spcPts val="0"/>
              </a:spcAft>
              <a:buFont typeface="Arial" panose="020B0604020202020204" pitchFamily="34" charset="0"/>
              <a:buNone/>
              <a:defRPr sz="267" b="0">
                <a:solidFill>
                  <a:schemeClr val="accent1">
                    <a:alpha val="0"/>
                  </a:schemeClr>
                </a:solidFill>
                <a:latin typeface="+mn-lt"/>
              </a:defRPr>
            </a:lvl6pPr>
            <a:lvl7pPr marL="0" indent="0" algn="ctr">
              <a:lnSpc>
                <a:spcPct val="100000"/>
              </a:lnSpc>
              <a:spcBef>
                <a:spcPts val="0"/>
              </a:spcBef>
              <a:spcAft>
                <a:spcPts val="0"/>
              </a:spcAft>
              <a:buFont typeface="Arial" panose="020B0604020202020204" pitchFamily="34" charset="0"/>
              <a:buNone/>
              <a:defRPr sz="267" b="0">
                <a:solidFill>
                  <a:schemeClr val="accent1">
                    <a:alpha val="0"/>
                  </a:schemeClr>
                </a:solidFill>
                <a:latin typeface="+mn-lt"/>
              </a:defRPr>
            </a:lvl7pPr>
            <a:lvl8pPr marL="0" indent="0" algn="ctr">
              <a:lnSpc>
                <a:spcPct val="100000"/>
              </a:lnSpc>
              <a:spcBef>
                <a:spcPts val="0"/>
              </a:spcBef>
              <a:spcAft>
                <a:spcPts val="0"/>
              </a:spcAft>
              <a:buFont typeface="Arial" panose="020B0604020202020204" pitchFamily="34" charset="0"/>
              <a:buNone/>
              <a:defRPr sz="267" b="0">
                <a:solidFill>
                  <a:schemeClr val="accent1">
                    <a:alpha val="0"/>
                  </a:schemeClr>
                </a:solidFill>
                <a:latin typeface="+mn-lt"/>
              </a:defRPr>
            </a:lvl8pPr>
            <a:lvl9pPr marL="0" indent="0" algn="ctr">
              <a:lnSpc>
                <a:spcPct val="100000"/>
              </a:lnSpc>
              <a:spcBef>
                <a:spcPts val="0"/>
              </a:spcBef>
              <a:spcAft>
                <a:spcPts val="0"/>
              </a:spcAft>
              <a:buFont typeface="Arial" panose="020B0604020202020204" pitchFamily="34" charset="0"/>
              <a:buNone/>
              <a:defRPr sz="267" b="0">
                <a:solidFill>
                  <a:schemeClr val="accent1">
                    <a:alpha val="0"/>
                  </a:schemeClr>
                </a:solidFill>
                <a:latin typeface="+mn-lt"/>
              </a:defRPr>
            </a:lvl9pPr>
          </a:lstStyle>
          <a:p>
            <a:pPr lvl="0"/>
            <a:r>
              <a:rPr lang="de-DE" dirty="0"/>
              <a:t> </a:t>
            </a:r>
          </a:p>
        </p:txBody>
      </p:sp>
      <p:sp>
        <p:nvSpPr>
          <p:cNvPr id="2" name="Title 1"/>
          <p:cNvSpPr>
            <a:spLocks noGrp="1"/>
          </p:cNvSpPr>
          <p:nvPr>
            <p:ph type="ctrTitle" hasCustomPrompt="1"/>
          </p:nvPr>
        </p:nvSpPr>
        <p:spPr bwMode="gray">
          <a:xfrm>
            <a:off x="1199457" y="1365251"/>
            <a:ext cx="5089164" cy="3983963"/>
          </a:xfrm>
        </p:spPr>
        <p:txBody>
          <a:bodyPr>
            <a:normAutofit/>
          </a:bodyPr>
          <a:lstStyle>
            <a:lvl1pPr>
              <a:defRPr sz="6400" spc="-200">
                <a:solidFill>
                  <a:schemeClr val="accent1"/>
                </a:solidFill>
              </a:defRPr>
            </a:lvl1pPr>
          </a:lstStyle>
          <a:p>
            <a:r>
              <a:rPr lang="en-US" dirty="0"/>
              <a:t>Use this slide to start a new chapter</a:t>
            </a:r>
          </a:p>
        </p:txBody>
      </p:sp>
      <p:sp>
        <p:nvSpPr>
          <p:cNvPr id="21" name="Picture Placeholder 3"/>
          <p:cNvSpPr>
            <a:spLocks noGrp="1"/>
          </p:cNvSpPr>
          <p:nvPr>
            <p:ph type="pic" sz="quarter" idx="13" hasCustomPrompt="1"/>
          </p:nvPr>
        </p:nvSpPr>
        <p:spPr bwMode="gray">
          <a:xfrm>
            <a:off x="9084814" y="-562752"/>
            <a:ext cx="3644537" cy="3644203"/>
          </a:xfrm>
          <a:prstGeom prst="ellipse">
            <a:avLst/>
          </a:prstGeom>
          <a:solidFill>
            <a:schemeClr val="accent1"/>
          </a:solidFill>
        </p:spPr>
        <p:txBody>
          <a:bodyPr tIns="0" bIns="720000" anchor="ctr" anchorCtr="0"/>
          <a:lstStyle>
            <a:lvl1pPr algn="ctr">
              <a:defRPr sz="1200" baseline="0">
                <a:solidFill>
                  <a:schemeClr val="bg1"/>
                </a:solidFill>
              </a:defRPr>
            </a:lvl1pPr>
          </a:lstStyle>
          <a:p>
            <a:pPr lvl="0"/>
            <a:r>
              <a:rPr lang="de-DE" dirty="0"/>
              <a:t>Click </a:t>
            </a:r>
            <a:r>
              <a:rPr lang="de-DE" dirty="0" err="1"/>
              <a:t>the</a:t>
            </a:r>
            <a:r>
              <a:rPr lang="de-DE" dirty="0"/>
              <a:t> </a:t>
            </a:r>
            <a:r>
              <a:rPr lang="de-DE" dirty="0" err="1"/>
              <a:t>icon</a:t>
            </a:r>
            <a:r>
              <a:rPr lang="de-DE" dirty="0"/>
              <a:t> </a:t>
            </a:r>
            <a:br>
              <a:rPr lang="de-DE" dirty="0"/>
            </a:br>
            <a:r>
              <a:rPr lang="de-DE" dirty="0" err="1"/>
              <a:t>to</a:t>
            </a:r>
            <a:r>
              <a:rPr lang="de-DE" dirty="0"/>
              <a:t> </a:t>
            </a:r>
            <a:r>
              <a:rPr lang="de-DE" dirty="0" err="1"/>
              <a:t>add</a:t>
            </a:r>
            <a:r>
              <a:rPr lang="de-DE" dirty="0"/>
              <a:t> an </a:t>
            </a:r>
            <a:r>
              <a:rPr lang="de-DE" dirty="0" err="1"/>
              <a:t>images</a:t>
            </a:r>
            <a:endParaRPr lang="en-US" dirty="0"/>
          </a:p>
        </p:txBody>
      </p:sp>
      <p:sp>
        <p:nvSpPr>
          <p:cNvPr id="9" name="Text Placeholder 10"/>
          <p:cNvSpPr>
            <a:spLocks noGrp="1"/>
          </p:cNvSpPr>
          <p:nvPr>
            <p:ph type="body" sz="quarter" idx="22" hasCustomPrompt="1"/>
          </p:nvPr>
        </p:nvSpPr>
        <p:spPr bwMode="gray">
          <a:xfrm>
            <a:off x="11482225" y="3894125"/>
            <a:ext cx="1262400" cy="1262400"/>
          </a:xfrm>
          <a:prstGeom prst="ellipse">
            <a:avLst/>
          </a:prstGeom>
          <a:solidFill>
            <a:schemeClr val="accent1"/>
          </a:solidFill>
        </p:spPr>
        <p:txBody>
          <a:bodyPr anchor="ctr"/>
          <a:lstStyle>
            <a:lvl1pPr marL="0" indent="0" algn="ctr">
              <a:lnSpc>
                <a:spcPct val="100000"/>
              </a:lnSpc>
              <a:spcBef>
                <a:spcPts val="0"/>
              </a:spcBef>
              <a:spcAft>
                <a:spcPts val="0"/>
              </a:spcAft>
              <a:buFont typeface="Arial" panose="020B0604020202020204" pitchFamily="34" charset="0"/>
              <a:buNone/>
              <a:defRPr sz="267" b="0" baseline="0">
                <a:solidFill>
                  <a:schemeClr val="accent1">
                    <a:alpha val="0"/>
                  </a:schemeClr>
                </a:solidFill>
                <a:latin typeface="Avenir Next" panose="020B0503020202020204"/>
              </a:defRPr>
            </a:lvl1pPr>
            <a:lvl2pPr marL="0" indent="0" algn="ctr">
              <a:lnSpc>
                <a:spcPct val="100000"/>
              </a:lnSpc>
              <a:spcBef>
                <a:spcPts val="0"/>
              </a:spcBef>
              <a:spcAft>
                <a:spcPts val="0"/>
              </a:spcAft>
              <a:buFont typeface="Arial" panose="020B0604020202020204" pitchFamily="34" charset="0"/>
              <a:buNone/>
              <a:defRPr sz="267" b="0">
                <a:solidFill>
                  <a:schemeClr val="accent1">
                    <a:alpha val="0"/>
                  </a:schemeClr>
                </a:solidFill>
                <a:latin typeface="+mn-lt"/>
              </a:defRPr>
            </a:lvl2pPr>
            <a:lvl3pPr marL="0" indent="0" algn="ctr">
              <a:lnSpc>
                <a:spcPct val="100000"/>
              </a:lnSpc>
              <a:spcBef>
                <a:spcPts val="0"/>
              </a:spcBef>
              <a:spcAft>
                <a:spcPts val="0"/>
              </a:spcAft>
              <a:buFont typeface="Arial" panose="020B0604020202020204" pitchFamily="34" charset="0"/>
              <a:buNone/>
              <a:defRPr sz="267" b="0">
                <a:solidFill>
                  <a:schemeClr val="accent1">
                    <a:alpha val="0"/>
                  </a:schemeClr>
                </a:solidFill>
                <a:latin typeface="+mn-lt"/>
              </a:defRPr>
            </a:lvl3pPr>
            <a:lvl4pPr marL="0" indent="0" algn="ctr">
              <a:lnSpc>
                <a:spcPct val="100000"/>
              </a:lnSpc>
              <a:spcBef>
                <a:spcPts val="0"/>
              </a:spcBef>
              <a:spcAft>
                <a:spcPts val="0"/>
              </a:spcAft>
              <a:buFont typeface="Arial" panose="020B0604020202020204" pitchFamily="34" charset="0"/>
              <a:buNone/>
              <a:defRPr sz="267" b="0">
                <a:solidFill>
                  <a:schemeClr val="accent1">
                    <a:alpha val="0"/>
                  </a:schemeClr>
                </a:solidFill>
                <a:latin typeface="+mn-lt"/>
              </a:defRPr>
            </a:lvl4pPr>
            <a:lvl5pPr marL="0" indent="0" algn="ctr">
              <a:lnSpc>
                <a:spcPct val="100000"/>
              </a:lnSpc>
              <a:spcBef>
                <a:spcPts val="0"/>
              </a:spcBef>
              <a:spcAft>
                <a:spcPts val="0"/>
              </a:spcAft>
              <a:buFont typeface="Arial" panose="020B0604020202020204" pitchFamily="34" charset="0"/>
              <a:buNone/>
              <a:defRPr sz="267" b="0">
                <a:solidFill>
                  <a:schemeClr val="accent1">
                    <a:alpha val="0"/>
                  </a:schemeClr>
                </a:solidFill>
                <a:latin typeface="+mn-lt"/>
              </a:defRPr>
            </a:lvl5pPr>
            <a:lvl6pPr marL="0" indent="0" algn="ctr">
              <a:lnSpc>
                <a:spcPct val="100000"/>
              </a:lnSpc>
              <a:spcBef>
                <a:spcPts val="0"/>
              </a:spcBef>
              <a:spcAft>
                <a:spcPts val="0"/>
              </a:spcAft>
              <a:buFont typeface="Arial" panose="020B0604020202020204" pitchFamily="34" charset="0"/>
              <a:buNone/>
              <a:defRPr sz="267" b="0">
                <a:solidFill>
                  <a:schemeClr val="accent1">
                    <a:alpha val="0"/>
                  </a:schemeClr>
                </a:solidFill>
                <a:latin typeface="+mn-lt"/>
              </a:defRPr>
            </a:lvl6pPr>
            <a:lvl7pPr marL="0" indent="0" algn="ctr">
              <a:lnSpc>
                <a:spcPct val="100000"/>
              </a:lnSpc>
              <a:spcBef>
                <a:spcPts val="0"/>
              </a:spcBef>
              <a:spcAft>
                <a:spcPts val="0"/>
              </a:spcAft>
              <a:buFont typeface="Arial" panose="020B0604020202020204" pitchFamily="34" charset="0"/>
              <a:buNone/>
              <a:defRPr sz="267" b="0">
                <a:solidFill>
                  <a:schemeClr val="accent1">
                    <a:alpha val="0"/>
                  </a:schemeClr>
                </a:solidFill>
                <a:latin typeface="+mn-lt"/>
              </a:defRPr>
            </a:lvl7pPr>
            <a:lvl8pPr marL="0" indent="0" algn="ctr">
              <a:lnSpc>
                <a:spcPct val="100000"/>
              </a:lnSpc>
              <a:spcBef>
                <a:spcPts val="0"/>
              </a:spcBef>
              <a:spcAft>
                <a:spcPts val="0"/>
              </a:spcAft>
              <a:buFont typeface="Arial" panose="020B0604020202020204" pitchFamily="34" charset="0"/>
              <a:buNone/>
              <a:defRPr sz="267" b="0">
                <a:solidFill>
                  <a:schemeClr val="accent1">
                    <a:alpha val="0"/>
                  </a:schemeClr>
                </a:solidFill>
                <a:latin typeface="+mn-lt"/>
              </a:defRPr>
            </a:lvl8pPr>
            <a:lvl9pPr marL="0" indent="0" algn="ctr">
              <a:lnSpc>
                <a:spcPct val="100000"/>
              </a:lnSpc>
              <a:spcBef>
                <a:spcPts val="0"/>
              </a:spcBef>
              <a:spcAft>
                <a:spcPts val="0"/>
              </a:spcAft>
              <a:buFont typeface="Arial" panose="020B0604020202020204" pitchFamily="34" charset="0"/>
              <a:buNone/>
              <a:defRPr sz="267" b="0">
                <a:solidFill>
                  <a:schemeClr val="accent1">
                    <a:alpha val="0"/>
                  </a:schemeClr>
                </a:solidFill>
                <a:latin typeface="+mn-lt"/>
              </a:defRPr>
            </a:lvl9pPr>
          </a:lstStyle>
          <a:p>
            <a:pPr lvl="0"/>
            <a:r>
              <a:rPr lang="de-DE" dirty="0"/>
              <a:t> </a:t>
            </a:r>
          </a:p>
        </p:txBody>
      </p:sp>
      <p:sp>
        <p:nvSpPr>
          <p:cNvPr id="8" name="Date Placeholder 2"/>
          <p:cNvSpPr>
            <a:spLocks noGrp="1"/>
          </p:cNvSpPr>
          <p:nvPr>
            <p:ph type="dt" sz="half" idx="10"/>
          </p:nvPr>
        </p:nvSpPr>
        <p:spPr>
          <a:xfrm>
            <a:off x="10848530" y="7077405"/>
            <a:ext cx="624069" cy="96011"/>
          </a:xfrm>
        </p:spPr>
        <p:txBody>
          <a:bodyPr/>
          <a:lstStyle>
            <a:lvl1pPr>
              <a:defRPr sz="400">
                <a:solidFill>
                  <a:schemeClr val="bg1">
                    <a:lumMod val="75000"/>
                    <a:alpha val="0"/>
                  </a:schemeClr>
                </a:solidFill>
              </a:defRPr>
            </a:lvl1pPr>
          </a:lstStyle>
          <a:p>
            <a:fld id="{4940080B-7CF8-4FEA-96C3-146AF1F5E67F}" type="datetime1">
              <a:rPr lang="en-US" smtClean="0"/>
              <a:t>7/6/2026</a:t>
            </a:fld>
            <a:endParaRPr lang="en-US"/>
          </a:p>
        </p:txBody>
      </p:sp>
      <p:sp>
        <p:nvSpPr>
          <p:cNvPr id="11" name="Footer Placeholder 3"/>
          <p:cNvSpPr>
            <a:spLocks noGrp="1"/>
          </p:cNvSpPr>
          <p:nvPr>
            <p:ph type="ftr" sz="quarter" idx="11"/>
          </p:nvPr>
        </p:nvSpPr>
        <p:spPr>
          <a:xfrm>
            <a:off x="9215967" y="7077405"/>
            <a:ext cx="1632563" cy="96011"/>
          </a:xfrm>
        </p:spPr>
        <p:txBody>
          <a:bodyPr/>
          <a:lstStyle>
            <a:lvl1pPr>
              <a:defRPr sz="400">
                <a:solidFill>
                  <a:schemeClr val="bg1">
                    <a:lumMod val="75000"/>
                    <a:alpha val="0"/>
                  </a:schemeClr>
                </a:solidFill>
              </a:defRPr>
            </a:lvl1pPr>
          </a:lstStyle>
          <a:p>
            <a:r>
              <a:rPr lang="en-US"/>
              <a:t>Title of the presentation</a:t>
            </a:r>
          </a:p>
        </p:txBody>
      </p:sp>
      <p:sp>
        <p:nvSpPr>
          <p:cNvPr id="12" name="Slide Number Placeholder 4"/>
          <p:cNvSpPr>
            <a:spLocks noGrp="1"/>
          </p:cNvSpPr>
          <p:nvPr>
            <p:ph type="sldNum" sz="quarter" idx="12"/>
          </p:nvPr>
        </p:nvSpPr>
        <p:spPr>
          <a:xfrm>
            <a:off x="11472598" y="7077405"/>
            <a:ext cx="287601" cy="96011"/>
          </a:xfrm>
        </p:spPr>
        <p:txBody>
          <a:bodyPr/>
          <a:lstStyle>
            <a:lvl1pPr>
              <a:defRPr sz="400">
                <a:solidFill>
                  <a:schemeClr val="bg1">
                    <a:lumMod val="75000"/>
                    <a:alpha val="0"/>
                  </a:schemeClr>
                </a:solidFill>
              </a:defRPr>
            </a:lvl1pPr>
          </a:lstStyle>
          <a:p>
            <a:fld id="{FCB53D23-1D79-480C-B3BE-829293F4503C}" type="slidenum">
              <a:rPr lang="en-US" smtClean="0"/>
              <a:pPr/>
              <a:t>‹#›</a:t>
            </a:fld>
            <a:endParaRPr lang="en-US"/>
          </a:p>
        </p:txBody>
      </p:sp>
      <p:pic>
        <p:nvPicPr>
          <p:cNvPr id="13" name="Picture 12"/>
          <p:cNvPicPr>
            <a:picLocks noChangeAspect="1"/>
          </p:cNvPicPr>
          <p:nvPr userDrawn="1"/>
        </p:nvPicPr>
        <p:blipFill rotWithShape="1">
          <a:blip r:embed="rId3">
            <a:extLst>
              <a:ext uri="{28A0092B-C50C-407E-A947-70E740481C1C}">
                <a14:useLocalDpi xmlns:a14="http://schemas.microsoft.com/office/drawing/2010/main" val="0"/>
              </a:ext>
            </a:extLst>
          </a:blip>
          <a:srcRect l="24379" t="37316" r="25013" b="45452"/>
          <a:stretch/>
        </p:blipFill>
        <p:spPr>
          <a:xfrm>
            <a:off x="10424933" y="6021289"/>
            <a:ext cx="1239687" cy="298289"/>
          </a:xfrm>
          <a:prstGeom prst="rect">
            <a:avLst/>
          </a:prstGeom>
        </p:spPr>
      </p:pic>
      <p:pic>
        <p:nvPicPr>
          <p:cNvPr id="14" name="Picture 24"/>
          <p:cNvPicPr>
            <a:picLocks noChangeAspect="1" noChangeArrowheads="1"/>
          </p:cNvPicPr>
          <p:nvPr userDrawn="1"/>
        </p:nvPicPr>
        <p:blipFill>
          <a:blip r:embed="rId4" cstate="hqprint">
            <a:extLst>
              <a:ext uri="{28A0092B-C50C-407E-A947-70E740481C1C}">
                <a14:useLocalDpi xmlns:a14="http://schemas.microsoft.com/office/drawing/2010/main" val="0"/>
              </a:ext>
            </a:extLst>
          </a:blip>
          <a:srcRect/>
          <a:stretch>
            <a:fillRect/>
          </a:stretch>
        </p:blipFill>
        <p:spPr bwMode="gray">
          <a:xfrm>
            <a:off x="7907163" y="5883230"/>
            <a:ext cx="2250631" cy="49003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ustDataLst>
      <p:tags r:id="rId1"/>
    </p:custDataLst>
    <p:extLst>
      <p:ext uri="{BB962C8B-B14F-4D97-AF65-F5344CB8AC3E}">
        <p14:creationId xmlns:p14="http://schemas.microsoft.com/office/powerpoint/2010/main" val="248730023"/>
      </p:ext>
    </p:extLst>
  </p:cSld>
  <p:clrMapOvr>
    <a:masterClrMapping/>
  </p:clrMapOvr>
  <p:transition>
    <p:fade/>
  </p:transition>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7" name="Rectangle 6"/>
          <p:cNvSpPr/>
          <p:nvPr userDrawn="1"/>
        </p:nvSpPr>
        <p:spPr bwMode="gray">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latin typeface="Avenir Next" panose="020B0503020202020204"/>
            </a:endParaRPr>
          </a:p>
        </p:txBody>
      </p:sp>
      <p:sp>
        <p:nvSpPr>
          <p:cNvPr id="2" name="Title 1"/>
          <p:cNvSpPr>
            <a:spLocks noGrp="1"/>
          </p:cNvSpPr>
          <p:nvPr>
            <p:ph type="ctrTitle" hasCustomPrompt="1"/>
          </p:nvPr>
        </p:nvSpPr>
        <p:spPr bwMode="gray">
          <a:xfrm>
            <a:off x="1199457" y="1365251"/>
            <a:ext cx="7633396" cy="3983963"/>
          </a:xfrm>
        </p:spPr>
        <p:txBody>
          <a:bodyPr>
            <a:normAutofit/>
          </a:bodyPr>
          <a:lstStyle>
            <a:lvl1pPr>
              <a:defRPr kumimoji="0" lang="de-DE" sz="8000" b="0" i="0" u="none" strike="noStrike" kern="0" cap="none" spc="-200" normalizeH="0" baseline="0" noProof="0" smtClean="0">
                <a:ln>
                  <a:noFill/>
                </a:ln>
                <a:solidFill>
                  <a:sysClr val="window" lastClr="FFFFFF"/>
                </a:solidFill>
                <a:effectLst/>
                <a:uLnTx/>
                <a:uFillTx/>
                <a:latin typeface="Avenir Next" panose="020B0503020202020204"/>
              </a:defRPr>
            </a:lvl1pPr>
          </a:lstStyle>
          <a:p>
            <a:r>
              <a:rPr lang="en-US" dirty="0"/>
              <a:t>A title for this presentation can be </a:t>
            </a:r>
            <a:br>
              <a:rPr lang="en-US" dirty="0"/>
            </a:br>
            <a:r>
              <a:rPr lang="en-US" dirty="0"/>
              <a:t>very long.</a:t>
            </a:r>
          </a:p>
        </p:txBody>
      </p:sp>
      <p:sp>
        <p:nvSpPr>
          <p:cNvPr id="11" name="Subtitle 2"/>
          <p:cNvSpPr>
            <a:spLocks noGrp="1"/>
          </p:cNvSpPr>
          <p:nvPr>
            <p:ph type="subTitle" idx="1" hasCustomPrompt="1"/>
          </p:nvPr>
        </p:nvSpPr>
        <p:spPr bwMode="gray">
          <a:xfrm>
            <a:off x="1199456" y="6021917"/>
            <a:ext cx="4703929" cy="327299"/>
          </a:xfrm>
        </p:spPr>
        <p:txBody>
          <a:bodyPr anchor="b"/>
          <a:lstStyle>
            <a:lvl1pPr marL="0" indent="0" algn="l">
              <a:buNone/>
              <a:defRPr baseline="0">
                <a:solidFill>
                  <a:schemeClr val="bg1"/>
                </a:solidFil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dirty="0"/>
              <a:t>Speaker, Date, Location</a:t>
            </a:r>
          </a:p>
        </p:txBody>
      </p:sp>
      <p:sp>
        <p:nvSpPr>
          <p:cNvPr id="6" name="Date Placeholder 2"/>
          <p:cNvSpPr>
            <a:spLocks noGrp="1"/>
          </p:cNvSpPr>
          <p:nvPr>
            <p:ph type="dt" sz="half" idx="10"/>
          </p:nvPr>
        </p:nvSpPr>
        <p:spPr>
          <a:xfrm>
            <a:off x="10848530" y="7077405"/>
            <a:ext cx="624069" cy="96011"/>
          </a:xfrm>
        </p:spPr>
        <p:txBody>
          <a:bodyPr/>
          <a:lstStyle>
            <a:lvl1pPr>
              <a:defRPr sz="400">
                <a:solidFill>
                  <a:schemeClr val="bg1">
                    <a:lumMod val="75000"/>
                    <a:alpha val="0"/>
                  </a:schemeClr>
                </a:solidFill>
              </a:defRPr>
            </a:lvl1pPr>
          </a:lstStyle>
          <a:p>
            <a:fld id="{D0395947-0C4A-4D99-B1B3-B048D81E0E56}" type="datetime1">
              <a:rPr lang="en-US" smtClean="0"/>
              <a:t>7/6/2026</a:t>
            </a:fld>
            <a:endParaRPr lang="en-US"/>
          </a:p>
        </p:txBody>
      </p:sp>
      <p:sp>
        <p:nvSpPr>
          <p:cNvPr id="8" name="Footer Placeholder 3"/>
          <p:cNvSpPr>
            <a:spLocks noGrp="1"/>
          </p:cNvSpPr>
          <p:nvPr>
            <p:ph type="ftr" sz="quarter" idx="11"/>
          </p:nvPr>
        </p:nvSpPr>
        <p:spPr>
          <a:xfrm>
            <a:off x="9215967" y="7077405"/>
            <a:ext cx="1632563" cy="96011"/>
          </a:xfrm>
        </p:spPr>
        <p:txBody>
          <a:bodyPr/>
          <a:lstStyle>
            <a:lvl1pPr>
              <a:defRPr sz="400">
                <a:solidFill>
                  <a:schemeClr val="bg1">
                    <a:lumMod val="75000"/>
                    <a:alpha val="0"/>
                  </a:schemeClr>
                </a:solidFill>
              </a:defRPr>
            </a:lvl1pPr>
          </a:lstStyle>
          <a:p>
            <a:r>
              <a:rPr lang="en-US"/>
              <a:t>Title of the presentation</a:t>
            </a:r>
          </a:p>
        </p:txBody>
      </p:sp>
      <p:sp>
        <p:nvSpPr>
          <p:cNvPr id="9" name="Slide Number Placeholder 4"/>
          <p:cNvSpPr>
            <a:spLocks noGrp="1"/>
          </p:cNvSpPr>
          <p:nvPr>
            <p:ph type="sldNum" sz="quarter" idx="12"/>
          </p:nvPr>
        </p:nvSpPr>
        <p:spPr>
          <a:xfrm>
            <a:off x="11472598" y="7077405"/>
            <a:ext cx="287601" cy="96011"/>
          </a:xfrm>
        </p:spPr>
        <p:txBody>
          <a:bodyPr/>
          <a:lstStyle>
            <a:lvl1pPr>
              <a:defRPr sz="400">
                <a:solidFill>
                  <a:schemeClr val="bg1">
                    <a:lumMod val="75000"/>
                    <a:alpha val="0"/>
                  </a:schemeClr>
                </a:solidFill>
              </a:defRPr>
            </a:lvl1pPr>
          </a:lstStyle>
          <a:p>
            <a:fld id="{FCB53D23-1D79-480C-B3BE-829293F4503C}" type="slidenum">
              <a:rPr lang="en-US" smtClean="0"/>
              <a:pPr/>
              <a:t>‹#›</a:t>
            </a:fld>
            <a:endParaRPr lang="en-US"/>
          </a:p>
        </p:txBody>
      </p:sp>
      <p:sp>
        <p:nvSpPr>
          <p:cNvPr id="12" name="Text Placeholder 3096"/>
          <p:cNvSpPr>
            <a:spLocks noGrp="1"/>
          </p:cNvSpPr>
          <p:nvPr>
            <p:ph type="body" sz="quarter" idx="13" hasCustomPrompt="1"/>
          </p:nvPr>
        </p:nvSpPr>
        <p:spPr bwMode="gray">
          <a:xfrm>
            <a:off x="7907163" y="5889883"/>
            <a:ext cx="2232375" cy="484941"/>
          </a:xfrm>
          <a:custGeom>
            <a:avLst/>
            <a:gdLst/>
            <a:ahLst/>
            <a:cxnLst/>
            <a:rect l="l" t="t" r="r" b="b"/>
            <a:pathLst>
              <a:path w="1674281" h="363706">
                <a:moveTo>
                  <a:pt x="1468832" y="327565"/>
                </a:moveTo>
                <a:cubicBezTo>
                  <a:pt x="1477584" y="327565"/>
                  <a:pt x="1484679" y="334660"/>
                  <a:pt x="1484679" y="343412"/>
                </a:cubicBezTo>
                <a:cubicBezTo>
                  <a:pt x="1484679" y="352164"/>
                  <a:pt x="1477584" y="359259"/>
                  <a:pt x="1468832" y="359259"/>
                </a:cubicBezTo>
                <a:cubicBezTo>
                  <a:pt x="1460080" y="359259"/>
                  <a:pt x="1452985" y="352164"/>
                  <a:pt x="1452985" y="343412"/>
                </a:cubicBezTo>
                <a:cubicBezTo>
                  <a:pt x="1452985" y="334660"/>
                  <a:pt x="1460080" y="327565"/>
                  <a:pt x="1468832" y="327565"/>
                </a:cubicBezTo>
                <a:close/>
                <a:moveTo>
                  <a:pt x="255178" y="271128"/>
                </a:moveTo>
                <a:cubicBezTo>
                  <a:pt x="267845" y="271128"/>
                  <a:pt x="278114" y="281272"/>
                  <a:pt x="278114" y="293786"/>
                </a:cubicBezTo>
                <a:cubicBezTo>
                  <a:pt x="278114" y="306300"/>
                  <a:pt x="267845" y="316444"/>
                  <a:pt x="255178" y="316444"/>
                </a:cubicBezTo>
                <a:cubicBezTo>
                  <a:pt x="242511" y="316444"/>
                  <a:pt x="232242" y="306300"/>
                  <a:pt x="232242" y="293786"/>
                </a:cubicBezTo>
                <a:cubicBezTo>
                  <a:pt x="232242" y="281272"/>
                  <a:pt x="242511" y="271128"/>
                  <a:pt x="255178" y="271128"/>
                </a:cubicBezTo>
                <a:close/>
                <a:moveTo>
                  <a:pt x="1514147" y="224423"/>
                </a:moveTo>
                <a:cubicBezTo>
                  <a:pt x="1539174" y="224423"/>
                  <a:pt x="1559463" y="244712"/>
                  <a:pt x="1559463" y="269739"/>
                </a:cubicBezTo>
                <a:cubicBezTo>
                  <a:pt x="1559463" y="294766"/>
                  <a:pt x="1539174" y="315055"/>
                  <a:pt x="1514147" y="315055"/>
                </a:cubicBezTo>
                <a:cubicBezTo>
                  <a:pt x="1489120" y="315055"/>
                  <a:pt x="1468831" y="294766"/>
                  <a:pt x="1468831" y="269739"/>
                </a:cubicBezTo>
                <a:cubicBezTo>
                  <a:pt x="1468831" y="244712"/>
                  <a:pt x="1489120" y="224423"/>
                  <a:pt x="1514147" y="224423"/>
                </a:cubicBezTo>
                <a:close/>
                <a:moveTo>
                  <a:pt x="1397939" y="220530"/>
                </a:moveTo>
                <a:cubicBezTo>
                  <a:pt x="1387805" y="220530"/>
                  <a:pt x="1379590" y="228745"/>
                  <a:pt x="1379590" y="238879"/>
                </a:cubicBezTo>
                <a:cubicBezTo>
                  <a:pt x="1379590" y="249013"/>
                  <a:pt x="1387805" y="257228"/>
                  <a:pt x="1397939" y="257228"/>
                </a:cubicBezTo>
                <a:cubicBezTo>
                  <a:pt x="1408073" y="257228"/>
                  <a:pt x="1416288" y="249013"/>
                  <a:pt x="1416288" y="238879"/>
                </a:cubicBezTo>
                <a:cubicBezTo>
                  <a:pt x="1416288" y="228745"/>
                  <a:pt x="1408073" y="220530"/>
                  <a:pt x="1397939" y="220530"/>
                </a:cubicBezTo>
                <a:close/>
                <a:moveTo>
                  <a:pt x="801885" y="218028"/>
                </a:moveTo>
                <a:cubicBezTo>
                  <a:pt x="784996" y="218028"/>
                  <a:pt x="771304" y="233774"/>
                  <a:pt x="771304" y="253197"/>
                </a:cubicBezTo>
                <a:cubicBezTo>
                  <a:pt x="771304" y="272620"/>
                  <a:pt x="784996" y="288366"/>
                  <a:pt x="801885" y="288366"/>
                </a:cubicBezTo>
                <a:cubicBezTo>
                  <a:pt x="818774" y="288366"/>
                  <a:pt x="832466" y="272620"/>
                  <a:pt x="832466" y="253197"/>
                </a:cubicBezTo>
                <a:cubicBezTo>
                  <a:pt x="832466" y="233774"/>
                  <a:pt x="818774" y="218028"/>
                  <a:pt x="801885" y="218028"/>
                </a:cubicBezTo>
                <a:close/>
                <a:moveTo>
                  <a:pt x="653202" y="218028"/>
                </a:moveTo>
                <a:cubicBezTo>
                  <a:pt x="636101" y="218028"/>
                  <a:pt x="622290" y="230520"/>
                  <a:pt x="622290" y="252866"/>
                </a:cubicBezTo>
                <a:cubicBezTo>
                  <a:pt x="622290" y="275219"/>
                  <a:pt x="635446" y="288365"/>
                  <a:pt x="653202" y="288365"/>
                </a:cubicBezTo>
                <a:cubicBezTo>
                  <a:pt x="670296" y="288365"/>
                  <a:pt x="683452" y="275219"/>
                  <a:pt x="683452" y="252866"/>
                </a:cubicBezTo>
                <a:cubicBezTo>
                  <a:pt x="683452" y="230520"/>
                  <a:pt x="670296" y="218028"/>
                  <a:pt x="653202" y="218028"/>
                </a:cubicBezTo>
                <a:close/>
                <a:moveTo>
                  <a:pt x="509279" y="214692"/>
                </a:moveTo>
                <a:cubicBezTo>
                  <a:pt x="491497" y="214692"/>
                  <a:pt x="482276" y="227766"/>
                  <a:pt x="481617" y="238879"/>
                </a:cubicBezTo>
                <a:lnTo>
                  <a:pt x="536941" y="238879"/>
                </a:lnTo>
                <a:cubicBezTo>
                  <a:pt x="536283" y="226459"/>
                  <a:pt x="528379" y="214692"/>
                  <a:pt x="509279" y="214692"/>
                </a:cubicBezTo>
                <a:close/>
                <a:moveTo>
                  <a:pt x="885707" y="191061"/>
                </a:moveTo>
                <a:lnTo>
                  <a:pt x="911313" y="191061"/>
                </a:lnTo>
                <a:cubicBezTo>
                  <a:pt x="914596" y="191061"/>
                  <a:pt x="918525" y="193685"/>
                  <a:pt x="919844" y="196965"/>
                </a:cubicBezTo>
                <a:lnTo>
                  <a:pt x="950697" y="263934"/>
                </a:lnTo>
                <a:lnTo>
                  <a:pt x="978268" y="196965"/>
                </a:lnTo>
                <a:cubicBezTo>
                  <a:pt x="980233" y="193685"/>
                  <a:pt x="984175" y="191061"/>
                  <a:pt x="987445" y="191061"/>
                </a:cubicBezTo>
                <a:lnTo>
                  <a:pt x="1011732" y="191061"/>
                </a:lnTo>
                <a:cubicBezTo>
                  <a:pt x="1014356" y="191061"/>
                  <a:pt x="1015675" y="193685"/>
                  <a:pt x="1013710" y="196965"/>
                </a:cubicBezTo>
                <a:lnTo>
                  <a:pt x="941507" y="358458"/>
                </a:lnTo>
                <a:cubicBezTo>
                  <a:pt x="939529" y="361082"/>
                  <a:pt x="936260" y="363706"/>
                  <a:pt x="932976" y="363706"/>
                </a:cubicBezTo>
                <a:lnTo>
                  <a:pt x="908689" y="363706"/>
                </a:lnTo>
                <a:cubicBezTo>
                  <a:pt x="906065" y="363706"/>
                  <a:pt x="904746" y="361082"/>
                  <a:pt x="906065" y="357802"/>
                </a:cubicBezTo>
                <a:lnTo>
                  <a:pt x="932317" y="299379"/>
                </a:lnTo>
                <a:lnTo>
                  <a:pt x="883083" y="196965"/>
                </a:lnTo>
                <a:cubicBezTo>
                  <a:pt x="881118" y="193685"/>
                  <a:pt x="882437" y="191061"/>
                  <a:pt x="885707" y="191061"/>
                </a:cubicBezTo>
                <a:close/>
                <a:moveTo>
                  <a:pt x="230778" y="190505"/>
                </a:moveTo>
                <a:cubicBezTo>
                  <a:pt x="233393" y="190505"/>
                  <a:pt x="236014" y="190505"/>
                  <a:pt x="238636" y="191165"/>
                </a:cubicBezTo>
                <a:lnTo>
                  <a:pt x="238636" y="224594"/>
                </a:lnTo>
                <a:cubicBezTo>
                  <a:pt x="234703" y="223934"/>
                  <a:pt x="231426" y="223286"/>
                  <a:pt x="228156" y="223286"/>
                </a:cubicBezTo>
                <a:cubicBezTo>
                  <a:pt x="211122" y="223286"/>
                  <a:pt x="196709" y="231805"/>
                  <a:pt x="196709" y="258683"/>
                </a:cubicBezTo>
                <a:lnTo>
                  <a:pt x="196709" y="309150"/>
                </a:lnTo>
                <a:cubicBezTo>
                  <a:pt x="196709" y="312426"/>
                  <a:pt x="194087" y="315054"/>
                  <a:pt x="190810" y="315054"/>
                </a:cubicBezTo>
                <a:lnTo>
                  <a:pt x="168539" y="315054"/>
                </a:lnTo>
                <a:cubicBezTo>
                  <a:pt x="165917" y="315054"/>
                  <a:pt x="163295" y="312426"/>
                  <a:pt x="163295" y="309150"/>
                </a:cubicBezTo>
                <a:lnTo>
                  <a:pt x="163295" y="197056"/>
                </a:lnTo>
                <a:cubicBezTo>
                  <a:pt x="163295" y="193781"/>
                  <a:pt x="165917" y="191165"/>
                  <a:pt x="168539" y="191165"/>
                </a:cubicBezTo>
                <a:lnTo>
                  <a:pt x="190154" y="191165"/>
                </a:lnTo>
                <a:cubicBezTo>
                  <a:pt x="192776" y="191813"/>
                  <a:pt x="195398" y="193781"/>
                  <a:pt x="195398" y="197056"/>
                </a:cubicBezTo>
                <a:lnTo>
                  <a:pt x="195398" y="209511"/>
                </a:lnTo>
                <a:cubicBezTo>
                  <a:pt x="203256" y="193133"/>
                  <a:pt x="220291" y="190505"/>
                  <a:pt x="230778" y="190505"/>
                </a:cubicBezTo>
                <a:close/>
                <a:moveTo>
                  <a:pt x="1102405" y="187725"/>
                </a:moveTo>
                <a:cubicBezTo>
                  <a:pt x="1133291" y="187725"/>
                  <a:pt x="1146442" y="204803"/>
                  <a:pt x="1150382" y="217935"/>
                </a:cubicBezTo>
                <a:cubicBezTo>
                  <a:pt x="1150382" y="220561"/>
                  <a:pt x="1149072" y="223187"/>
                  <a:pt x="1146442" y="224494"/>
                </a:cubicBezTo>
                <a:lnTo>
                  <a:pt x="1128031" y="228440"/>
                </a:lnTo>
                <a:cubicBezTo>
                  <a:pt x="1125411" y="229094"/>
                  <a:pt x="1122781" y="227121"/>
                  <a:pt x="1122116" y="224494"/>
                </a:cubicBezTo>
                <a:cubicBezTo>
                  <a:pt x="1119495" y="218588"/>
                  <a:pt x="1114235" y="212682"/>
                  <a:pt x="1103060" y="212682"/>
                </a:cubicBezTo>
                <a:cubicBezTo>
                  <a:pt x="1093859" y="212682"/>
                  <a:pt x="1087279" y="217935"/>
                  <a:pt x="1087279" y="225147"/>
                </a:cubicBezTo>
                <a:cubicBezTo>
                  <a:pt x="1087279" y="231067"/>
                  <a:pt x="1091884" y="235000"/>
                  <a:pt x="1098454" y="236319"/>
                </a:cubicBezTo>
                <a:lnTo>
                  <a:pt x="1116200" y="240252"/>
                </a:lnTo>
                <a:cubicBezTo>
                  <a:pt x="1140527" y="244852"/>
                  <a:pt x="1153012" y="259957"/>
                  <a:pt x="1153012" y="277675"/>
                </a:cubicBezTo>
                <a:cubicBezTo>
                  <a:pt x="1153012" y="298032"/>
                  <a:pt x="1137241" y="318390"/>
                  <a:pt x="1104370" y="318390"/>
                </a:cubicBezTo>
                <a:cubicBezTo>
                  <a:pt x="1072163" y="318390"/>
                  <a:pt x="1058367" y="300005"/>
                  <a:pt x="1054417" y="286220"/>
                </a:cubicBezTo>
                <a:cubicBezTo>
                  <a:pt x="1053762" y="282928"/>
                  <a:pt x="1055072" y="280301"/>
                  <a:pt x="1058367" y="279648"/>
                </a:cubicBezTo>
                <a:lnTo>
                  <a:pt x="1079398" y="275048"/>
                </a:lnTo>
                <a:cubicBezTo>
                  <a:pt x="1080708" y="274395"/>
                  <a:pt x="1082028" y="275048"/>
                  <a:pt x="1082028" y="277021"/>
                </a:cubicBezTo>
                <a:lnTo>
                  <a:pt x="1082028" y="276368"/>
                </a:lnTo>
                <a:cubicBezTo>
                  <a:pt x="1083994" y="285554"/>
                  <a:pt x="1091229" y="292780"/>
                  <a:pt x="1104370" y="292780"/>
                </a:cubicBezTo>
                <a:cubicBezTo>
                  <a:pt x="1115545" y="292780"/>
                  <a:pt x="1120806" y="287527"/>
                  <a:pt x="1120806" y="280968"/>
                </a:cubicBezTo>
                <a:cubicBezTo>
                  <a:pt x="1120806" y="275048"/>
                  <a:pt x="1116865" y="270462"/>
                  <a:pt x="1107655" y="268489"/>
                </a:cubicBezTo>
                <a:lnTo>
                  <a:pt x="1091229" y="265209"/>
                </a:lnTo>
                <a:cubicBezTo>
                  <a:pt x="1066913" y="259957"/>
                  <a:pt x="1056392" y="245505"/>
                  <a:pt x="1056392" y="227774"/>
                </a:cubicBezTo>
                <a:cubicBezTo>
                  <a:pt x="1056392" y="206110"/>
                  <a:pt x="1076113" y="187725"/>
                  <a:pt x="1102405" y="187725"/>
                </a:cubicBezTo>
                <a:close/>
                <a:moveTo>
                  <a:pt x="508673" y="187725"/>
                </a:moveTo>
                <a:cubicBezTo>
                  <a:pt x="546760" y="187725"/>
                  <a:pt x="569746" y="212016"/>
                  <a:pt x="569746" y="251411"/>
                </a:cubicBezTo>
                <a:lnTo>
                  <a:pt x="569746" y="256011"/>
                </a:lnTo>
                <a:cubicBezTo>
                  <a:pt x="569746" y="259290"/>
                  <a:pt x="567122" y="261917"/>
                  <a:pt x="563842" y="261917"/>
                </a:cubicBezTo>
                <a:lnTo>
                  <a:pt x="481095" y="261917"/>
                </a:lnTo>
                <a:cubicBezTo>
                  <a:pt x="481751" y="278341"/>
                  <a:pt x="495540" y="290153"/>
                  <a:pt x="511953" y="290153"/>
                </a:cubicBezTo>
                <a:cubicBezTo>
                  <a:pt x="525743" y="290153"/>
                  <a:pt x="534283" y="284247"/>
                  <a:pt x="538220" y="275048"/>
                </a:cubicBezTo>
                <a:cubicBezTo>
                  <a:pt x="540200" y="273088"/>
                  <a:pt x="542168" y="271769"/>
                  <a:pt x="544792" y="272422"/>
                </a:cubicBezTo>
                <a:lnTo>
                  <a:pt x="562518" y="277675"/>
                </a:lnTo>
                <a:cubicBezTo>
                  <a:pt x="565154" y="278341"/>
                  <a:pt x="566466" y="280968"/>
                  <a:pt x="566466" y="283594"/>
                </a:cubicBezTo>
                <a:cubicBezTo>
                  <a:pt x="559237" y="303285"/>
                  <a:pt x="540200" y="318390"/>
                  <a:pt x="511953" y="318390"/>
                </a:cubicBezTo>
                <a:cubicBezTo>
                  <a:pt x="477803" y="318390"/>
                  <a:pt x="448256" y="294099"/>
                  <a:pt x="448256" y="252731"/>
                </a:cubicBezTo>
                <a:cubicBezTo>
                  <a:pt x="448256" y="213335"/>
                  <a:pt x="477147" y="187725"/>
                  <a:pt x="508673" y="187725"/>
                </a:cubicBezTo>
                <a:close/>
                <a:moveTo>
                  <a:pt x="34576" y="168821"/>
                </a:moveTo>
                <a:lnTo>
                  <a:pt x="34576" y="283083"/>
                </a:lnTo>
                <a:lnTo>
                  <a:pt x="51640" y="283083"/>
                </a:lnTo>
                <a:cubicBezTo>
                  <a:pt x="81181" y="283083"/>
                  <a:pt x="105469" y="264698"/>
                  <a:pt x="105469" y="225952"/>
                </a:cubicBezTo>
                <a:cubicBezTo>
                  <a:pt x="105469" y="187206"/>
                  <a:pt x="81181" y="168821"/>
                  <a:pt x="52299" y="168821"/>
                </a:cubicBezTo>
                <a:close/>
                <a:moveTo>
                  <a:pt x="348450" y="166596"/>
                </a:moveTo>
                <a:lnTo>
                  <a:pt x="348450" y="216638"/>
                </a:lnTo>
                <a:lnTo>
                  <a:pt x="376668" y="216638"/>
                </a:lnTo>
                <a:cubicBezTo>
                  <a:pt x="394389" y="216638"/>
                  <a:pt x="404886" y="206104"/>
                  <a:pt x="404886" y="191617"/>
                </a:cubicBezTo>
                <a:cubicBezTo>
                  <a:pt x="404886" y="176474"/>
                  <a:pt x="394389" y="166596"/>
                  <a:pt x="376668" y="166596"/>
                </a:cubicBezTo>
                <a:close/>
                <a:moveTo>
                  <a:pt x="319598" y="136571"/>
                </a:moveTo>
                <a:cubicBezTo>
                  <a:pt x="319598" y="136571"/>
                  <a:pt x="319598" y="136571"/>
                  <a:pt x="383173" y="136571"/>
                </a:cubicBezTo>
                <a:cubicBezTo>
                  <a:pt x="417910" y="136571"/>
                  <a:pt x="440194" y="160850"/>
                  <a:pt x="440194" y="191691"/>
                </a:cubicBezTo>
                <a:cubicBezTo>
                  <a:pt x="440194" y="216626"/>
                  <a:pt x="425120" y="234999"/>
                  <a:pt x="402180" y="242217"/>
                </a:cubicBezTo>
                <a:lnTo>
                  <a:pt x="436917" y="309148"/>
                </a:lnTo>
                <a:cubicBezTo>
                  <a:pt x="438883" y="312429"/>
                  <a:pt x="437573" y="315054"/>
                  <a:pt x="434296" y="315054"/>
                </a:cubicBezTo>
                <a:cubicBezTo>
                  <a:pt x="434296" y="315054"/>
                  <a:pt x="434296" y="315054"/>
                  <a:pt x="407424" y="315054"/>
                </a:cubicBezTo>
                <a:cubicBezTo>
                  <a:pt x="404146" y="315054"/>
                  <a:pt x="400214" y="312429"/>
                  <a:pt x="398903" y="309148"/>
                </a:cubicBezTo>
                <a:cubicBezTo>
                  <a:pt x="398903" y="309148"/>
                  <a:pt x="398903" y="309148"/>
                  <a:pt x="364494" y="246154"/>
                </a:cubicBezTo>
                <a:lnTo>
                  <a:pt x="348436" y="246154"/>
                </a:lnTo>
                <a:cubicBezTo>
                  <a:pt x="348436" y="246154"/>
                  <a:pt x="348436" y="246154"/>
                  <a:pt x="348436" y="309148"/>
                </a:cubicBezTo>
                <a:cubicBezTo>
                  <a:pt x="348436" y="312429"/>
                  <a:pt x="345815" y="315054"/>
                  <a:pt x="343193" y="315054"/>
                </a:cubicBezTo>
                <a:cubicBezTo>
                  <a:pt x="343193" y="315054"/>
                  <a:pt x="343193" y="315054"/>
                  <a:pt x="319598" y="315054"/>
                </a:cubicBezTo>
                <a:cubicBezTo>
                  <a:pt x="316321" y="315054"/>
                  <a:pt x="313699" y="312429"/>
                  <a:pt x="313699" y="309148"/>
                </a:cubicBezTo>
                <a:cubicBezTo>
                  <a:pt x="313699" y="309148"/>
                  <a:pt x="313699" y="309148"/>
                  <a:pt x="313699" y="142477"/>
                </a:cubicBezTo>
                <a:cubicBezTo>
                  <a:pt x="313699" y="139196"/>
                  <a:pt x="316321" y="136571"/>
                  <a:pt x="319598" y="136571"/>
                </a:cubicBezTo>
                <a:close/>
                <a:moveTo>
                  <a:pt x="5471" y="136571"/>
                </a:moveTo>
                <a:lnTo>
                  <a:pt x="53474" y="136571"/>
                </a:lnTo>
                <a:cubicBezTo>
                  <a:pt x="104120" y="136571"/>
                  <a:pt x="141610" y="169376"/>
                  <a:pt x="141610" y="225813"/>
                </a:cubicBezTo>
                <a:cubicBezTo>
                  <a:pt x="141610" y="282249"/>
                  <a:pt x="104120" y="315054"/>
                  <a:pt x="52821" y="315054"/>
                </a:cubicBezTo>
                <a:lnTo>
                  <a:pt x="5471" y="315054"/>
                </a:lnTo>
                <a:cubicBezTo>
                  <a:pt x="2344" y="315054"/>
                  <a:pt x="-183" y="312691"/>
                  <a:pt x="10" y="309608"/>
                </a:cubicBezTo>
                <a:lnTo>
                  <a:pt x="10" y="142017"/>
                </a:lnTo>
                <a:close/>
                <a:moveTo>
                  <a:pt x="837088" y="133235"/>
                </a:moveTo>
                <a:lnTo>
                  <a:pt x="858794" y="133235"/>
                </a:lnTo>
                <a:cubicBezTo>
                  <a:pt x="862087" y="133235"/>
                  <a:pt x="864715" y="135210"/>
                  <a:pt x="864715" y="138496"/>
                </a:cubicBezTo>
                <a:lnTo>
                  <a:pt x="864715" y="194337"/>
                </a:lnTo>
                <a:lnTo>
                  <a:pt x="864715" y="309952"/>
                </a:lnTo>
                <a:cubicBezTo>
                  <a:pt x="864715" y="312573"/>
                  <a:pt x="862087" y="315213"/>
                  <a:pt x="859458" y="315213"/>
                </a:cubicBezTo>
                <a:lnTo>
                  <a:pt x="836438" y="315213"/>
                </a:lnTo>
                <a:cubicBezTo>
                  <a:pt x="835110" y="315213"/>
                  <a:pt x="833796" y="313884"/>
                  <a:pt x="833796" y="313238"/>
                </a:cubicBezTo>
                <a:cubicBezTo>
                  <a:pt x="833145" y="311262"/>
                  <a:pt x="833145" y="308641"/>
                  <a:pt x="832482" y="306001"/>
                </a:cubicBezTo>
                <a:lnTo>
                  <a:pt x="832482" y="301405"/>
                </a:lnTo>
                <a:lnTo>
                  <a:pt x="832482" y="300759"/>
                </a:lnTo>
                <a:cubicBezTo>
                  <a:pt x="827224" y="310616"/>
                  <a:pt x="814719" y="317834"/>
                  <a:pt x="797619" y="317834"/>
                </a:cubicBezTo>
                <a:cubicBezTo>
                  <a:pt x="762757" y="317834"/>
                  <a:pt x="737108" y="290236"/>
                  <a:pt x="737108" y="252800"/>
                </a:cubicBezTo>
                <a:cubicBezTo>
                  <a:pt x="737108" y="216674"/>
                  <a:pt x="762106" y="188412"/>
                  <a:pt x="796969" y="188412"/>
                </a:cubicBezTo>
                <a:cubicBezTo>
                  <a:pt x="818011" y="188412"/>
                  <a:pt x="828539" y="196959"/>
                  <a:pt x="831831" y="203530"/>
                </a:cubicBezTo>
                <a:lnTo>
                  <a:pt x="831831" y="201555"/>
                </a:lnTo>
                <a:lnTo>
                  <a:pt x="831831" y="138496"/>
                </a:lnTo>
                <a:lnTo>
                  <a:pt x="831831" y="137832"/>
                </a:lnTo>
                <a:cubicBezTo>
                  <a:pt x="832482" y="135210"/>
                  <a:pt x="834460" y="133235"/>
                  <a:pt x="837088" y="133235"/>
                </a:cubicBezTo>
                <a:close/>
                <a:moveTo>
                  <a:pt x="688631" y="133235"/>
                </a:moveTo>
                <a:lnTo>
                  <a:pt x="710337" y="133235"/>
                </a:lnTo>
                <a:cubicBezTo>
                  <a:pt x="713630" y="133235"/>
                  <a:pt x="716258" y="135210"/>
                  <a:pt x="716258" y="138496"/>
                </a:cubicBezTo>
                <a:lnTo>
                  <a:pt x="716258" y="194337"/>
                </a:lnTo>
                <a:lnTo>
                  <a:pt x="716258" y="309952"/>
                </a:lnTo>
                <a:cubicBezTo>
                  <a:pt x="715595" y="312573"/>
                  <a:pt x="713630" y="315213"/>
                  <a:pt x="710337" y="315213"/>
                </a:cubicBezTo>
                <a:lnTo>
                  <a:pt x="684688" y="313238"/>
                </a:lnTo>
                <a:cubicBezTo>
                  <a:pt x="684688" y="311262"/>
                  <a:pt x="684025" y="308641"/>
                  <a:pt x="684025" y="306001"/>
                </a:cubicBezTo>
                <a:lnTo>
                  <a:pt x="684025" y="301405"/>
                </a:lnTo>
                <a:lnTo>
                  <a:pt x="684025" y="300759"/>
                </a:lnTo>
                <a:cubicBezTo>
                  <a:pt x="678104" y="310616"/>
                  <a:pt x="665611" y="317834"/>
                  <a:pt x="649162" y="317834"/>
                </a:cubicBezTo>
                <a:cubicBezTo>
                  <a:pt x="613649" y="317834"/>
                  <a:pt x="588651" y="290236"/>
                  <a:pt x="588651" y="252800"/>
                </a:cubicBezTo>
                <a:cubicBezTo>
                  <a:pt x="588651" y="216674"/>
                  <a:pt x="612986" y="188412"/>
                  <a:pt x="647848" y="188412"/>
                </a:cubicBezTo>
                <a:cubicBezTo>
                  <a:pt x="669554" y="188412"/>
                  <a:pt x="679418" y="196959"/>
                  <a:pt x="683374" y="203530"/>
                </a:cubicBezTo>
                <a:lnTo>
                  <a:pt x="683374" y="201555"/>
                </a:lnTo>
                <a:lnTo>
                  <a:pt x="682710" y="201555"/>
                </a:lnTo>
                <a:lnTo>
                  <a:pt x="682710" y="138496"/>
                </a:lnTo>
                <a:lnTo>
                  <a:pt x="683374" y="137832"/>
                </a:lnTo>
                <a:cubicBezTo>
                  <a:pt x="683374" y="135210"/>
                  <a:pt x="686003" y="133235"/>
                  <a:pt x="688631" y="133235"/>
                </a:cubicBezTo>
                <a:close/>
                <a:moveTo>
                  <a:pt x="1488849" y="132679"/>
                </a:moveTo>
                <a:cubicBezTo>
                  <a:pt x="1507888" y="132679"/>
                  <a:pt x="1523323" y="148114"/>
                  <a:pt x="1523323" y="167153"/>
                </a:cubicBezTo>
                <a:cubicBezTo>
                  <a:pt x="1523323" y="186192"/>
                  <a:pt x="1507888" y="201627"/>
                  <a:pt x="1488849" y="201627"/>
                </a:cubicBezTo>
                <a:cubicBezTo>
                  <a:pt x="1469810" y="201627"/>
                  <a:pt x="1454375" y="186192"/>
                  <a:pt x="1454375" y="167153"/>
                </a:cubicBezTo>
                <a:cubicBezTo>
                  <a:pt x="1454375" y="148114"/>
                  <a:pt x="1469810" y="132679"/>
                  <a:pt x="1488849" y="132679"/>
                </a:cubicBezTo>
                <a:close/>
                <a:moveTo>
                  <a:pt x="1047090" y="131289"/>
                </a:moveTo>
                <a:cubicBezTo>
                  <a:pt x="1058220" y="131289"/>
                  <a:pt x="1067385" y="140472"/>
                  <a:pt x="1067385" y="151622"/>
                </a:cubicBezTo>
                <a:cubicBezTo>
                  <a:pt x="1067385" y="154245"/>
                  <a:pt x="1066731" y="156869"/>
                  <a:pt x="1066076" y="158837"/>
                </a:cubicBezTo>
                <a:cubicBezTo>
                  <a:pt x="1066076" y="159492"/>
                  <a:pt x="1066076" y="159492"/>
                  <a:pt x="1066076" y="160148"/>
                </a:cubicBezTo>
                <a:cubicBezTo>
                  <a:pt x="1047090" y="196878"/>
                  <a:pt x="1047090" y="196878"/>
                  <a:pt x="1044472" y="198846"/>
                </a:cubicBezTo>
                <a:lnTo>
                  <a:pt x="1034733" y="198846"/>
                </a:lnTo>
                <a:cubicBezTo>
                  <a:pt x="1033421" y="198846"/>
                  <a:pt x="1033347" y="198846"/>
                  <a:pt x="1033342" y="198846"/>
                </a:cubicBezTo>
                <a:cubicBezTo>
                  <a:pt x="1032033" y="198846"/>
                  <a:pt x="1030723" y="198190"/>
                  <a:pt x="1031378" y="196222"/>
                </a:cubicBezTo>
                <a:cubicBezTo>
                  <a:pt x="1042330" y="171698"/>
                  <a:pt x="1042505" y="171305"/>
                  <a:pt x="1042508" y="171299"/>
                </a:cubicBezTo>
                <a:cubicBezTo>
                  <a:pt x="1033342" y="169331"/>
                  <a:pt x="1026795" y="161460"/>
                  <a:pt x="1026795" y="151622"/>
                </a:cubicBezTo>
                <a:cubicBezTo>
                  <a:pt x="1026795" y="140472"/>
                  <a:pt x="1035961" y="131289"/>
                  <a:pt x="1047090" y="131289"/>
                </a:cubicBezTo>
                <a:close/>
                <a:moveTo>
                  <a:pt x="1600469" y="114330"/>
                </a:moveTo>
                <a:cubicBezTo>
                  <a:pt x="1633710" y="114330"/>
                  <a:pt x="1660658" y="141340"/>
                  <a:pt x="1660658" y="174659"/>
                </a:cubicBezTo>
                <a:cubicBezTo>
                  <a:pt x="1660658" y="207978"/>
                  <a:pt x="1633710" y="234988"/>
                  <a:pt x="1600469" y="234988"/>
                </a:cubicBezTo>
                <a:cubicBezTo>
                  <a:pt x="1567228" y="234988"/>
                  <a:pt x="1540280" y="207978"/>
                  <a:pt x="1540280" y="174659"/>
                </a:cubicBezTo>
                <a:cubicBezTo>
                  <a:pt x="1540280" y="141340"/>
                  <a:pt x="1567228" y="114330"/>
                  <a:pt x="1600469" y="114330"/>
                </a:cubicBezTo>
                <a:close/>
                <a:moveTo>
                  <a:pt x="1642449" y="40102"/>
                </a:moveTo>
                <a:cubicBezTo>
                  <a:pt x="1660029" y="40102"/>
                  <a:pt x="1674281" y="54167"/>
                  <a:pt x="1674281" y="71517"/>
                </a:cubicBezTo>
                <a:cubicBezTo>
                  <a:pt x="1674281" y="88867"/>
                  <a:pt x="1660029" y="102932"/>
                  <a:pt x="1642449" y="102932"/>
                </a:cubicBezTo>
                <a:cubicBezTo>
                  <a:pt x="1624869" y="102932"/>
                  <a:pt x="1610617" y="88867"/>
                  <a:pt x="1610617" y="71517"/>
                </a:cubicBezTo>
                <a:cubicBezTo>
                  <a:pt x="1610617" y="54167"/>
                  <a:pt x="1624869" y="40102"/>
                  <a:pt x="1642449" y="40102"/>
                </a:cubicBezTo>
                <a:close/>
                <a:moveTo>
                  <a:pt x="1345930" y="10485"/>
                </a:moveTo>
                <a:cubicBezTo>
                  <a:pt x="1358385" y="11126"/>
                  <a:pt x="1370207" y="14435"/>
                  <a:pt x="1380695" y="19026"/>
                </a:cubicBezTo>
                <a:cubicBezTo>
                  <a:pt x="1413516" y="34114"/>
                  <a:pt x="1436482" y="66283"/>
                  <a:pt x="1437138" y="104360"/>
                </a:cubicBezTo>
                <a:lnTo>
                  <a:pt x="1437138" y="353208"/>
                </a:lnTo>
                <a:cubicBezTo>
                  <a:pt x="1437138" y="359116"/>
                  <a:pt x="1432549" y="363706"/>
                  <a:pt x="1427305" y="363706"/>
                </a:cubicBezTo>
                <a:cubicBezTo>
                  <a:pt x="1424661" y="363706"/>
                  <a:pt x="1422694" y="363065"/>
                  <a:pt x="1420727" y="361749"/>
                </a:cubicBezTo>
                <a:cubicBezTo>
                  <a:pt x="1371518" y="318406"/>
                  <a:pt x="1269799" y="221898"/>
                  <a:pt x="1244866" y="185779"/>
                </a:cubicBezTo>
                <a:cubicBezTo>
                  <a:pt x="1225178" y="156243"/>
                  <a:pt x="1218623" y="120765"/>
                  <a:pt x="1226489" y="91229"/>
                </a:cubicBezTo>
                <a:cubicBezTo>
                  <a:pt x="1238966" y="43295"/>
                  <a:pt x="1285554" y="7852"/>
                  <a:pt x="1345930" y="10485"/>
                </a:cubicBezTo>
                <a:close/>
                <a:moveTo>
                  <a:pt x="1520342" y="0"/>
                </a:moveTo>
                <a:lnTo>
                  <a:pt x="1522408" y="0"/>
                </a:lnTo>
                <a:cubicBezTo>
                  <a:pt x="1553869" y="356"/>
                  <a:pt x="1579201" y="26215"/>
                  <a:pt x="1579201" y="58033"/>
                </a:cubicBezTo>
                <a:cubicBezTo>
                  <a:pt x="1579201" y="90200"/>
                  <a:pt x="1553311" y="116276"/>
                  <a:pt x="1521375" y="116276"/>
                </a:cubicBezTo>
                <a:cubicBezTo>
                  <a:pt x="1489439" y="116276"/>
                  <a:pt x="1463549" y="90200"/>
                  <a:pt x="1463549" y="58033"/>
                </a:cubicBezTo>
                <a:cubicBezTo>
                  <a:pt x="1463549" y="26215"/>
                  <a:pt x="1488881" y="356"/>
                  <a:pt x="1520342" y="0"/>
                </a:cubicBezTo>
                <a:close/>
              </a:path>
            </a:pathLst>
          </a:custGeom>
          <a:solidFill>
            <a:schemeClr val="bg1"/>
          </a:solidFill>
        </p:spPr>
        <p:txBody>
          <a:bodyPr/>
          <a:lstStyle>
            <a:lvl1pPr marL="0" indent="0">
              <a:lnSpc>
                <a:spcPct val="100000"/>
              </a:lnSpc>
              <a:spcBef>
                <a:spcPts val="0"/>
              </a:spcBef>
              <a:spcAft>
                <a:spcPts val="0"/>
              </a:spcAft>
              <a:buFont typeface="Arial" panose="020B0604020202020204" pitchFamily="34" charset="0"/>
              <a:buNone/>
              <a:defRPr sz="533" b="0">
                <a:solidFill>
                  <a:schemeClr val="accent1"/>
                </a:solidFill>
              </a:defRPr>
            </a:lvl1pPr>
            <a:lvl2pPr marL="0" indent="0">
              <a:lnSpc>
                <a:spcPct val="100000"/>
              </a:lnSpc>
              <a:spcBef>
                <a:spcPts val="0"/>
              </a:spcBef>
              <a:spcAft>
                <a:spcPts val="0"/>
              </a:spcAft>
              <a:buFont typeface="Arial" panose="020B0604020202020204" pitchFamily="34" charset="0"/>
              <a:buNone/>
              <a:defRPr sz="533" b="0">
                <a:solidFill>
                  <a:schemeClr val="accent1"/>
                </a:solidFill>
              </a:defRPr>
            </a:lvl2pPr>
            <a:lvl3pPr marL="0" indent="0">
              <a:lnSpc>
                <a:spcPct val="100000"/>
              </a:lnSpc>
              <a:spcBef>
                <a:spcPts val="0"/>
              </a:spcBef>
              <a:spcAft>
                <a:spcPts val="0"/>
              </a:spcAft>
              <a:buNone/>
              <a:defRPr sz="533" b="0">
                <a:solidFill>
                  <a:schemeClr val="accent1"/>
                </a:solidFill>
              </a:defRPr>
            </a:lvl3pPr>
            <a:lvl4pPr marL="0" indent="0">
              <a:lnSpc>
                <a:spcPct val="100000"/>
              </a:lnSpc>
              <a:spcBef>
                <a:spcPts val="0"/>
              </a:spcBef>
              <a:spcAft>
                <a:spcPts val="0"/>
              </a:spcAft>
              <a:buNone/>
              <a:defRPr sz="533" b="0">
                <a:solidFill>
                  <a:schemeClr val="accent1"/>
                </a:solidFill>
              </a:defRPr>
            </a:lvl4pPr>
            <a:lvl5pPr marL="0" indent="0">
              <a:lnSpc>
                <a:spcPct val="100000"/>
              </a:lnSpc>
              <a:spcBef>
                <a:spcPts val="0"/>
              </a:spcBef>
              <a:spcAft>
                <a:spcPts val="0"/>
              </a:spcAft>
              <a:buNone/>
              <a:defRPr sz="533" b="0">
                <a:solidFill>
                  <a:schemeClr val="accent1"/>
                </a:solidFill>
              </a:defRPr>
            </a:lvl5pPr>
            <a:lvl6pPr marL="0" indent="0">
              <a:lnSpc>
                <a:spcPct val="100000"/>
              </a:lnSpc>
              <a:spcBef>
                <a:spcPts val="0"/>
              </a:spcBef>
              <a:spcAft>
                <a:spcPts val="0"/>
              </a:spcAft>
              <a:buFont typeface="Arial" panose="020B0604020202020204" pitchFamily="34" charset="0"/>
              <a:buNone/>
              <a:defRPr sz="533" b="0">
                <a:solidFill>
                  <a:schemeClr val="accent1"/>
                </a:solidFill>
              </a:defRPr>
            </a:lvl6pPr>
            <a:lvl7pPr marL="0" indent="0">
              <a:lnSpc>
                <a:spcPct val="100000"/>
              </a:lnSpc>
              <a:spcBef>
                <a:spcPts val="0"/>
              </a:spcBef>
              <a:spcAft>
                <a:spcPts val="0"/>
              </a:spcAft>
              <a:buFont typeface="Arial" panose="020B0604020202020204" pitchFamily="34" charset="0"/>
              <a:buNone/>
              <a:defRPr sz="533" b="0">
                <a:solidFill>
                  <a:schemeClr val="accent1"/>
                </a:solidFill>
              </a:defRPr>
            </a:lvl7pPr>
            <a:lvl8pPr marL="0" indent="0">
              <a:lnSpc>
                <a:spcPct val="100000"/>
              </a:lnSpc>
              <a:spcBef>
                <a:spcPts val="0"/>
              </a:spcBef>
              <a:spcAft>
                <a:spcPts val="0"/>
              </a:spcAft>
              <a:buFont typeface="Arial" panose="020B0604020202020204" pitchFamily="34" charset="0"/>
              <a:buNone/>
              <a:defRPr sz="533" b="0">
                <a:solidFill>
                  <a:schemeClr val="accent1"/>
                </a:solidFill>
              </a:defRPr>
            </a:lvl8pPr>
            <a:lvl9pPr marL="0" indent="0">
              <a:lnSpc>
                <a:spcPct val="100000"/>
              </a:lnSpc>
              <a:spcBef>
                <a:spcPts val="0"/>
              </a:spcBef>
              <a:spcAft>
                <a:spcPts val="0"/>
              </a:spcAft>
              <a:buFont typeface="Arial" panose="020B0604020202020204" pitchFamily="34" charset="0"/>
              <a:buNone/>
              <a:defRPr sz="533" b="0">
                <a:solidFill>
                  <a:schemeClr val="accent1"/>
                </a:solidFill>
              </a:defRPr>
            </a:lvl9pPr>
          </a:lstStyle>
          <a:p>
            <a:pPr lvl="0"/>
            <a:r>
              <a:rPr lang="de-DE" dirty="0"/>
              <a:t> </a:t>
            </a:r>
          </a:p>
        </p:txBody>
      </p:sp>
      <p:pic>
        <p:nvPicPr>
          <p:cNvPr id="13" name="Picture 12"/>
          <p:cNvPicPr>
            <a:picLocks noChangeAspect="1"/>
          </p:cNvPicPr>
          <p:nvPr userDrawn="1"/>
        </p:nvPicPr>
        <p:blipFill rotWithShape="1">
          <a:blip r:embed="rId3">
            <a:extLst>
              <a:ext uri="{28A0092B-C50C-407E-A947-70E740481C1C}">
                <a14:useLocalDpi xmlns:a14="http://schemas.microsoft.com/office/drawing/2010/main" val="0"/>
              </a:ext>
            </a:extLst>
          </a:blip>
          <a:srcRect l="23944" t="34639" r="23144" b="43493"/>
          <a:stretch/>
        </p:blipFill>
        <p:spPr>
          <a:xfrm>
            <a:off x="10416480" y="5992799"/>
            <a:ext cx="1248139" cy="364527"/>
          </a:xfrm>
          <a:prstGeom prst="rect">
            <a:avLst/>
          </a:prstGeom>
        </p:spPr>
      </p:pic>
    </p:spTree>
    <p:custDataLst>
      <p:tags r:id="rId1"/>
    </p:custDataLst>
    <p:extLst>
      <p:ext uri="{BB962C8B-B14F-4D97-AF65-F5344CB8AC3E}">
        <p14:creationId xmlns:p14="http://schemas.microsoft.com/office/powerpoint/2010/main" val="3916205729"/>
      </p:ext>
    </p:extLst>
  </p:cSld>
  <p:clrMapOvr>
    <a:masterClrMapping/>
  </p:clrMapOvr>
  <p:transition>
    <p:fade/>
  </p:transition>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userDrawn="1">
  <p:cSld name="Title Slide with Image">
    <p:spTree>
      <p:nvGrpSpPr>
        <p:cNvPr id="1" name=""/>
        <p:cNvGrpSpPr/>
        <p:nvPr/>
      </p:nvGrpSpPr>
      <p:grpSpPr>
        <a:xfrm>
          <a:off x="0" y="0"/>
          <a:ext cx="0" cy="0"/>
          <a:chOff x="0" y="0"/>
          <a:chExt cx="0" cy="0"/>
        </a:xfrm>
      </p:grpSpPr>
      <p:sp>
        <p:nvSpPr>
          <p:cNvPr id="65" name="Picture Placeholder 3"/>
          <p:cNvSpPr>
            <a:spLocks noGrp="1"/>
          </p:cNvSpPr>
          <p:nvPr>
            <p:ph type="pic" sz="quarter" idx="10" hasCustomPrompt="1"/>
          </p:nvPr>
        </p:nvSpPr>
        <p:spPr bwMode="gray">
          <a:xfrm>
            <a:off x="0" y="0"/>
            <a:ext cx="12192000" cy="6858000"/>
          </a:xfrm>
          <a:prstGeom prst="rect">
            <a:avLst/>
          </a:prstGeom>
          <a:solidFill>
            <a:schemeClr val="tx1">
              <a:lumMod val="50000"/>
              <a:lumOff val="50000"/>
            </a:schemeClr>
          </a:solidFill>
        </p:spPr>
        <p:txBody>
          <a:bodyPr tIns="0" bIns="720000" anchor="ctr" anchorCtr="0"/>
          <a:lstStyle>
            <a:lvl1pPr algn="ctr">
              <a:defRPr sz="1200" baseline="0">
                <a:solidFill>
                  <a:schemeClr val="bg1"/>
                </a:solidFill>
              </a:defRPr>
            </a:lvl1pPr>
          </a:lstStyle>
          <a:p>
            <a:r>
              <a:rPr lang="de-DE" dirty="0"/>
              <a:t>Click </a:t>
            </a:r>
            <a:r>
              <a:rPr lang="de-DE" dirty="0" err="1"/>
              <a:t>the</a:t>
            </a:r>
            <a:r>
              <a:rPr lang="de-DE" dirty="0"/>
              <a:t> </a:t>
            </a:r>
            <a:r>
              <a:rPr lang="de-DE" dirty="0" err="1"/>
              <a:t>icon</a:t>
            </a:r>
            <a:r>
              <a:rPr lang="de-DE" dirty="0"/>
              <a:t> </a:t>
            </a:r>
            <a:br>
              <a:rPr lang="de-DE" dirty="0"/>
            </a:br>
            <a:r>
              <a:rPr lang="de-DE" dirty="0" err="1"/>
              <a:t>to</a:t>
            </a:r>
            <a:r>
              <a:rPr lang="de-DE" dirty="0"/>
              <a:t> </a:t>
            </a:r>
            <a:r>
              <a:rPr lang="de-DE" dirty="0" err="1"/>
              <a:t>add</a:t>
            </a:r>
            <a:r>
              <a:rPr lang="de-DE" dirty="0"/>
              <a:t> an </a:t>
            </a:r>
            <a:r>
              <a:rPr lang="de-DE" dirty="0" err="1"/>
              <a:t>image</a:t>
            </a:r>
            <a:endParaRPr lang="en-US" dirty="0"/>
          </a:p>
        </p:txBody>
      </p:sp>
      <p:sp>
        <p:nvSpPr>
          <p:cNvPr id="11" name="Subtitle 2"/>
          <p:cNvSpPr>
            <a:spLocks noGrp="1"/>
          </p:cNvSpPr>
          <p:nvPr>
            <p:ph type="subTitle" idx="1" hasCustomPrompt="1"/>
          </p:nvPr>
        </p:nvSpPr>
        <p:spPr bwMode="gray">
          <a:xfrm>
            <a:off x="1199456" y="6021917"/>
            <a:ext cx="4703929" cy="327299"/>
          </a:xfrm>
        </p:spPr>
        <p:txBody>
          <a:bodyPr anchor="b"/>
          <a:lstStyle>
            <a:lvl1pPr marL="0" indent="0" algn="l">
              <a:buNone/>
              <a:defRPr baseline="0">
                <a:solidFill>
                  <a:schemeClr val="bg1"/>
                </a:solidFil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dirty="0"/>
              <a:t>Speaker, Date, Location</a:t>
            </a:r>
          </a:p>
        </p:txBody>
      </p:sp>
      <p:sp>
        <p:nvSpPr>
          <p:cNvPr id="6" name="Title 1"/>
          <p:cNvSpPr>
            <a:spLocks noGrp="1"/>
          </p:cNvSpPr>
          <p:nvPr>
            <p:ph type="ctrTitle" hasCustomPrompt="1"/>
          </p:nvPr>
        </p:nvSpPr>
        <p:spPr bwMode="gray">
          <a:xfrm>
            <a:off x="1199457" y="1365251"/>
            <a:ext cx="7633396" cy="3983963"/>
          </a:xfrm>
        </p:spPr>
        <p:txBody>
          <a:bodyPr>
            <a:normAutofit/>
          </a:bodyPr>
          <a:lstStyle>
            <a:lvl1pPr>
              <a:defRPr kumimoji="0" lang="de-DE" sz="8000" b="0" i="0" u="none" strike="noStrike" kern="0" cap="none" spc="-200" normalizeH="0" baseline="0" noProof="0" smtClean="0">
                <a:ln>
                  <a:noFill/>
                </a:ln>
                <a:solidFill>
                  <a:sysClr val="window" lastClr="FFFFFF"/>
                </a:solidFill>
                <a:effectLst/>
                <a:uLnTx/>
                <a:uFillTx/>
                <a:latin typeface="Avenir Next" panose="020B0503020202020204"/>
              </a:defRPr>
            </a:lvl1pPr>
          </a:lstStyle>
          <a:p>
            <a:r>
              <a:rPr lang="en-US" dirty="0"/>
              <a:t>A title for this presentation can be </a:t>
            </a:r>
            <a:br>
              <a:rPr lang="en-US" dirty="0"/>
            </a:br>
            <a:r>
              <a:rPr lang="en-US" dirty="0"/>
              <a:t>very long.</a:t>
            </a:r>
          </a:p>
        </p:txBody>
      </p:sp>
      <p:sp>
        <p:nvSpPr>
          <p:cNvPr id="7" name="Date Placeholder 2"/>
          <p:cNvSpPr>
            <a:spLocks noGrp="1"/>
          </p:cNvSpPr>
          <p:nvPr>
            <p:ph type="dt" sz="half" idx="12"/>
          </p:nvPr>
        </p:nvSpPr>
        <p:spPr>
          <a:xfrm>
            <a:off x="10848530" y="7077405"/>
            <a:ext cx="624069" cy="96011"/>
          </a:xfrm>
        </p:spPr>
        <p:txBody>
          <a:bodyPr/>
          <a:lstStyle>
            <a:lvl1pPr>
              <a:defRPr sz="400">
                <a:solidFill>
                  <a:schemeClr val="bg1">
                    <a:lumMod val="75000"/>
                    <a:alpha val="0"/>
                  </a:schemeClr>
                </a:solidFill>
              </a:defRPr>
            </a:lvl1pPr>
          </a:lstStyle>
          <a:p>
            <a:fld id="{610ECAB1-3030-46E4-B230-86448E7590CF}" type="datetime1">
              <a:rPr lang="en-US" smtClean="0"/>
              <a:t>7/6/2026</a:t>
            </a:fld>
            <a:endParaRPr lang="en-US"/>
          </a:p>
        </p:txBody>
      </p:sp>
      <p:sp>
        <p:nvSpPr>
          <p:cNvPr id="8" name="Footer Placeholder 3"/>
          <p:cNvSpPr>
            <a:spLocks noGrp="1"/>
          </p:cNvSpPr>
          <p:nvPr>
            <p:ph type="ftr" sz="quarter" idx="13"/>
          </p:nvPr>
        </p:nvSpPr>
        <p:spPr>
          <a:xfrm>
            <a:off x="9215967" y="7077405"/>
            <a:ext cx="1632563" cy="96011"/>
          </a:xfrm>
        </p:spPr>
        <p:txBody>
          <a:bodyPr/>
          <a:lstStyle>
            <a:lvl1pPr>
              <a:defRPr sz="400">
                <a:solidFill>
                  <a:schemeClr val="bg1">
                    <a:lumMod val="75000"/>
                    <a:alpha val="0"/>
                  </a:schemeClr>
                </a:solidFill>
              </a:defRPr>
            </a:lvl1pPr>
          </a:lstStyle>
          <a:p>
            <a:r>
              <a:rPr lang="en-US"/>
              <a:t>Title of the presentation</a:t>
            </a:r>
          </a:p>
        </p:txBody>
      </p:sp>
      <p:sp>
        <p:nvSpPr>
          <p:cNvPr id="9" name="Slide Number Placeholder 4"/>
          <p:cNvSpPr>
            <a:spLocks noGrp="1"/>
          </p:cNvSpPr>
          <p:nvPr>
            <p:ph type="sldNum" sz="quarter" idx="14"/>
          </p:nvPr>
        </p:nvSpPr>
        <p:spPr>
          <a:xfrm>
            <a:off x="11472598" y="7077405"/>
            <a:ext cx="287601" cy="96011"/>
          </a:xfrm>
        </p:spPr>
        <p:txBody>
          <a:bodyPr/>
          <a:lstStyle>
            <a:lvl1pPr>
              <a:defRPr sz="400">
                <a:solidFill>
                  <a:schemeClr val="bg1">
                    <a:lumMod val="75000"/>
                    <a:alpha val="0"/>
                  </a:schemeClr>
                </a:solidFill>
              </a:defRPr>
            </a:lvl1pPr>
          </a:lstStyle>
          <a:p>
            <a:fld id="{FCB53D23-1D79-480C-B3BE-829293F4503C}" type="slidenum">
              <a:rPr lang="en-US" smtClean="0"/>
              <a:pPr/>
              <a:t>‹#›</a:t>
            </a:fld>
            <a:endParaRPr lang="en-US"/>
          </a:p>
        </p:txBody>
      </p:sp>
      <p:sp>
        <p:nvSpPr>
          <p:cNvPr id="10" name="Text Placeholder 3096"/>
          <p:cNvSpPr>
            <a:spLocks noGrp="1"/>
          </p:cNvSpPr>
          <p:nvPr>
            <p:ph type="body" sz="quarter" idx="15" hasCustomPrompt="1"/>
          </p:nvPr>
        </p:nvSpPr>
        <p:spPr bwMode="gray">
          <a:xfrm>
            <a:off x="7907163" y="5889883"/>
            <a:ext cx="2232375" cy="484941"/>
          </a:xfrm>
          <a:custGeom>
            <a:avLst/>
            <a:gdLst/>
            <a:ahLst/>
            <a:cxnLst/>
            <a:rect l="l" t="t" r="r" b="b"/>
            <a:pathLst>
              <a:path w="1674281" h="363706">
                <a:moveTo>
                  <a:pt x="1468832" y="327565"/>
                </a:moveTo>
                <a:cubicBezTo>
                  <a:pt x="1477584" y="327565"/>
                  <a:pt x="1484679" y="334660"/>
                  <a:pt x="1484679" y="343412"/>
                </a:cubicBezTo>
                <a:cubicBezTo>
                  <a:pt x="1484679" y="352164"/>
                  <a:pt x="1477584" y="359259"/>
                  <a:pt x="1468832" y="359259"/>
                </a:cubicBezTo>
                <a:cubicBezTo>
                  <a:pt x="1460080" y="359259"/>
                  <a:pt x="1452985" y="352164"/>
                  <a:pt x="1452985" y="343412"/>
                </a:cubicBezTo>
                <a:cubicBezTo>
                  <a:pt x="1452985" y="334660"/>
                  <a:pt x="1460080" y="327565"/>
                  <a:pt x="1468832" y="327565"/>
                </a:cubicBezTo>
                <a:close/>
                <a:moveTo>
                  <a:pt x="255178" y="271128"/>
                </a:moveTo>
                <a:cubicBezTo>
                  <a:pt x="267845" y="271128"/>
                  <a:pt x="278114" y="281272"/>
                  <a:pt x="278114" y="293786"/>
                </a:cubicBezTo>
                <a:cubicBezTo>
                  <a:pt x="278114" y="306300"/>
                  <a:pt x="267845" y="316444"/>
                  <a:pt x="255178" y="316444"/>
                </a:cubicBezTo>
                <a:cubicBezTo>
                  <a:pt x="242511" y="316444"/>
                  <a:pt x="232242" y="306300"/>
                  <a:pt x="232242" y="293786"/>
                </a:cubicBezTo>
                <a:cubicBezTo>
                  <a:pt x="232242" y="281272"/>
                  <a:pt x="242511" y="271128"/>
                  <a:pt x="255178" y="271128"/>
                </a:cubicBezTo>
                <a:close/>
                <a:moveTo>
                  <a:pt x="1514147" y="224423"/>
                </a:moveTo>
                <a:cubicBezTo>
                  <a:pt x="1539174" y="224423"/>
                  <a:pt x="1559463" y="244712"/>
                  <a:pt x="1559463" y="269739"/>
                </a:cubicBezTo>
                <a:cubicBezTo>
                  <a:pt x="1559463" y="294766"/>
                  <a:pt x="1539174" y="315055"/>
                  <a:pt x="1514147" y="315055"/>
                </a:cubicBezTo>
                <a:cubicBezTo>
                  <a:pt x="1489120" y="315055"/>
                  <a:pt x="1468831" y="294766"/>
                  <a:pt x="1468831" y="269739"/>
                </a:cubicBezTo>
                <a:cubicBezTo>
                  <a:pt x="1468831" y="244712"/>
                  <a:pt x="1489120" y="224423"/>
                  <a:pt x="1514147" y="224423"/>
                </a:cubicBezTo>
                <a:close/>
                <a:moveTo>
                  <a:pt x="1397939" y="220530"/>
                </a:moveTo>
                <a:cubicBezTo>
                  <a:pt x="1387805" y="220530"/>
                  <a:pt x="1379590" y="228745"/>
                  <a:pt x="1379590" y="238879"/>
                </a:cubicBezTo>
                <a:cubicBezTo>
                  <a:pt x="1379590" y="249013"/>
                  <a:pt x="1387805" y="257228"/>
                  <a:pt x="1397939" y="257228"/>
                </a:cubicBezTo>
                <a:cubicBezTo>
                  <a:pt x="1408073" y="257228"/>
                  <a:pt x="1416288" y="249013"/>
                  <a:pt x="1416288" y="238879"/>
                </a:cubicBezTo>
                <a:cubicBezTo>
                  <a:pt x="1416288" y="228745"/>
                  <a:pt x="1408073" y="220530"/>
                  <a:pt x="1397939" y="220530"/>
                </a:cubicBezTo>
                <a:close/>
                <a:moveTo>
                  <a:pt x="801885" y="218028"/>
                </a:moveTo>
                <a:cubicBezTo>
                  <a:pt x="784996" y="218028"/>
                  <a:pt x="771304" y="233774"/>
                  <a:pt x="771304" y="253197"/>
                </a:cubicBezTo>
                <a:cubicBezTo>
                  <a:pt x="771304" y="272620"/>
                  <a:pt x="784996" y="288366"/>
                  <a:pt x="801885" y="288366"/>
                </a:cubicBezTo>
                <a:cubicBezTo>
                  <a:pt x="818774" y="288366"/>
                  <a:pt x="832466" y="272620"/>
                  <a:pt x="832466" y="253197"/>
                </a:cubicBezTo>
                <a:cubicBezTo>
                  <a:pt x="832466" y="233774"/>
                  <a:pt x="818774" y="218028"/>
                  <a:pt x="801885" y="218028"/>
                </a:cubicBezTo>
                <a:close/>
                <a:moveTo>
                  <a:pt x="653202" y="218028"/>
                </a:moveTo>
                <a:cubicBezTo>
                  <a:pt x="636101" y="218028"/>
                  <a:pt x="622290" y="230520"/>
                  <a:pt x="622290" y="252866"/>
                </a:cubicBezTo>
                <a:cubicBezTo>
                  <a:pt x="622290" y="275219"/>
                  <a:pt x="635446" y="288365"/>
                  <a:pt x="653202" y="288365"/>
                </a:cubicBezTo>
                <a:cubicBezTo>
                  <a:pt x="670296" y="288365"/>
                  <a:pt x="683452" y="275219"/>
                  <a:pt x="683452" y="252866"/>
                </a:cubicBezTo>
                <a:cubicBezTo>
                  <a:pt x="683452" y="230520"/>
                  <a:pt x="670296" y="218028"/>
                  <a:pt x="653202" y="218028"/>
                </a:cubicBezTo>
                <a:close/>
                <a:moveTo>
                  <a:pt x="509279" y="214692"/>
                </a:moveTo>
                <a:cubicBezTo>
                  <a:pt x="491497" y="214692"/>
                  <a:pt x="482276" y="227766"/>
                  <a:pt x="481617" y="238879"/>
                </a:cubicBezTo>
                <a:lnTo>
                  <a:pt x="536941" y="238879"/>
                </a:lnTo>
                <a:cubicBezTo>
                  <a:pt x="536283" y="226459"/>
                  <a:pt x="528379" y="214692"/>
                  <a:pt x="509279" y="214692"/>
                </a:cubicBezTo>
                <a:close/>
                <a:moveTo>
                  <a:pt x="885707" y="191061"/>
                </a:moveTo>
                <a:lnTo>
                  <a:pt x="911313" y="191061"/>
                </a:lnTo>
                <a:cubicBezTo>
                  <a:pt x="914596" y="191061"/>
                  <a:pt x="918525" y="193685"/>
                  <a:pt x="919844" y="196965"/>
                </a:cubicBezTo>
                <a:lnTo>
                  <a:pt x="950697" y="263934"/>
                </a:lnTo>
                <a:lnTo>
                  <a:pt x="978268" y="196965"/>
                </a:lnTo>
                <a:cubicBezTo>
                  <a:pt x="980233" y="193685"/>
                  <a:pt x="984175" y="191061"/>
                  <a:pt x="987445" y="191061"/>
                </a:cubicBezTo>
                <a:lnTo>
                  <a:pt x="1011732" y="191061"/>
                </a:lnTo>
                <a:cubicBezTo>
                  <a:pt x="1014356" y="191061"/>
                  <a:pt x="1015675" y="193685"/>
                  <a:pt x="1013710" y="196965"/>
                </a:cubicBezTo>
                <a:lnTo>
                  <a:pt x="941507" y="358458"/>
                </a:lnTo>
                <a:cubicBezTo>
                  <a:pt x="939529" y="361082"/>
                  <a:pt x="936260" y="363706"/>
                  <a:pt x="932976" y="363706"/>
                </a:cubicBezTo>
                <a:lnTo>
                  <a:pt x="908689" y="363706"/>
                </a:lnTo>
                <a:cubicBezTo>
                  <a:pt x="906065" y="363706"/>
                  <a:pt x="904746" y="361082"/>
                  <a:pt x="906065" y="357802"/>
                </a:cubicBezTo>
                <a:lnTo>
                  <a:pt x="932317" y="299379"/>
                </a:lnTo>
                <a:lnTo>
                  <a:pt x="883083" y="196965"/>
                </a:lnTo>
                <a:cubicBezTo>
                  <a:pt x="881118" y="193685"/>
                  <a:pt x="882437" y="191061"/>
                  <a:pt x="885707" y="191061"/>
                </a:cubicBezTo>
                <a:close/>
                <a:moveTo>
                  <a:pt x="230778" y="190505"/>
                </a:moveTo>
                <a:cubicBezTo>
                  <a:pt x="233393" y="190505"/>
                  <a:pt x="236014" y="190505"/>
                  <a:pt x="238636" y="191165"/>
                </a:cubicBezTo>
                <a:lnTo>
                  <a:pt x="238636" y="224594"/>
                </a:lnTo>
                <a:cubicBezTo>
                  <a:pt x="234703" y="223934"/>
                  <a:pt x="231426" y="223286"/>
                  <a:pt x="228156" y="223286"/>
                </a:cubicBezTo>
                <a:cubicBezTo>
                  <a:pt x="211122" y="223286"/>
                  <a:pt x="196709" y="231805"/>
                  <a:pt x="196709" y="258683"/>
                </a:cubicBezTo>
                <a:lnTo>
                  <a:pt x="196709" y="309150"/>
                </a:lnTo>
                <a:cubicBezTo>
                  <a:pt x="196709" y="312426"/>
                  <a:pt x="194087" y="315054"/>
                  <a:pt x="190810" y="315054"/>
                </a:cubicBezTo>
                <a:lnTo>
                  <a:pt x="168539" y="315054"/>
                </a:lnTo>
                <a:cubicBezTo>
                  <a:pt x="165917" y="315054"/>
                  <a:pt x="163295" y="312426"/>
                  <a:pt x="163295" y="309150"/>
                </a:cubicBezTo>
                <a:lnTo>
                  <a:pt x="163295" y="197056"/>
                </a:lnTo>
                <a:cubicBezTo>
                  <a:pt x="163295" y="193781"/>
                  <a:pt x="165917" y="191165"/>
                  <a:pt x="168539" y="191165"/>
                </a:cubicBezTo>
                <a:lnTo>
                  <a:pt x="190154" y="191165"/>
                </a:lnTo>
                <a:cubicBezTo>
                  <a:pt x="192776" y="191813"/>
                  <a:pt x="195398" y="193781"/>
                  <a:pt x="195398" y="197056"/>
                </a:cubicBezTo>
                <a:lnTo>
                  <a:pt x="195398" y="209511"/>
                </a:lnTo>
                <a:cubicBezTo>
                  <a:pt x="203256" y="193133"/>
                  <a:pt x="220291" y="190505"/>
                  <a:pt x="230778" y="190505"/>
                </a:cubicBezTo>
                <a:close/>
                <a:moveTo>
                  <a:pt x="1102405" y="187725"/>
                </a:moveTo>
                <a:cubicBezTo>
                  <a:pt x="1133291" y="187725"/>
                  <a:pt x="1146442" y="204803"/>
                  <a:pt x="1150382" y="217935"/>
                </a:cubicBezTo>
                <a:cubicBezTo>
                  <a:pt x="1150382" y="220561"/>
                  <a:pt x="1149072" y="223187"/>
                  <a:pt x="1146442" y="224494"/>
                </a:cubicBezTo>
                <a:lnTo>
                  <a:pt x="1128031" y="228440"/>
                </a:lnTo>
                <a:cubicBezTo>
                  <a:pt x="1125411" y="229094"/>
                  <a:pt x="1122781" y="227121"/>
                  <a:pt x="1122116" y="224494"/>
                </a:cubicBezTo>
                <a:cubicBezTo>
                  <a:pt x="1119495" y="218588"/>
                  <a:pt x="1114235" y="212682"/>
                  <a:pt x="1103060" y="212682"/>
                </a:cubicBezTo>
                <a:cubicBezTo>
                  <a:pt x="1093859" y="212682"/>
                  <a:pt x="1087279" y="217935"/>
                  <a:pt x="1087279" y="225147"/>
                </a:cubicBezTo>
                <a:cubicBezTo>
                  <a:pt x="1087279" y="231067"/>
                  <a:pt x="1091884" y="235000"/>
                  <a:pt x="1098454" y="236319"/>
                </a:cubicBezTo>
                <a:lnTo>
                  <a:pt x="1116200" y="240252"/>
                </a:lnTo>
                <a:cubicBezTo>
                  <a:pt x="1140527" y="244852"/>
                  <a:pt x="1153012" y="259957"/>
                  <a:pt x="1153012" y="277675"/>
                </a:cubicBezTo>
                <a:cubicBezTo>
                  <a:pt x="1153012" y="298032"/>
                  <a:pt x="1137241" y="318390"/>
                  <a:pt x="1104370" y="318390"/>
                </a:cubicBezTo>
                <a:cubicBezTo>
                  <a:pt x="1072163" y="318390"/>
                  <a:pt x="1058367" y="300005"/>
                  <a:pt x="1054417" y="286220"/>
                </a:cubicBezTo>
                <a:cubicBezTo>
                  <a:pt x="1053762" y="282928"/>
                  <a:pt x="1055072" y="280301"/>
                  <a:pt x="1058367" y="279648"/>
                </a:cubicBezTo>
                <a:lnTo>
                  <a:pt x="1079398" y="275048"/>
                </a:lnTo>
                <a:cubicBezTo>
                  <a:pt x="1080708" y="274395"/>
                  <a:pt x="1082028" y="275048"/>
                  <a:pt x="1082028" y="277021"/>
                </a:cubicBezTo>
                <a:lnTo>
                  <a:pt x="1082028" y="276368"/>
                </a:lnTo>
                <a:cubicBezTo>
                  <a:pt x="1083994" y="285554"/>
                  <a:pt x="1091229" y="292780"/>
                  <a:pt x="1104370" y="292780"/>
                </a:cubicBezTo>
                <a:cubicBezTo>
                  <a:pt x="1115545" y="292780"/>
                  <a:pt x="1120806" y="287527"/>
                  <a:pt x="1120806" y="280968"/>
                </a:cubicBezTo>
                <a:cubicBezTo>
                  <a:pt x="1120806" y="275048"/>
                  <a:pt x="1116865" y="270462"/>
                  <a:pt x="1107655" y="268489"/>
                </a:cubicBezTo>
                <a:lnTo>
                  <a:pt x="1091229" y="265209"/>
                </a:lnTo>
                <a:cubicBezTo>
                  <a:pt x="1066913" y="259957"/>
                  <a:pt x="1056392" y="245505"/>
                  <a:pt x="1056392" y="227774"/>
                </a:cubicBezTo>
                <a:cubicBezTo>
                  <a:pt x="1056392" y="206110"/>
                  <a:pt x="1076113" y="187725"/>
                  <a:pt x="1102405" y="187725"/>
                </a:cubicBezTo>
                <a:close/>
                <a:moveTo>
                  <a:pt x="508673" y="187725"/>
                </a:moveTo>
                <a:cubicBezTo>
                  <a:pt x="546760" y="187725"/>
                  <a:pt x="569746" y="212016"/>
                  <a:pt x="569746" y="251411"/>
                </a:cubicBezTo>
                <a:lnTo>
                  <a:pt x="569746" y="256011"/>
                </a:lnTo>
                <a:cubicBezTo>
                  <a:pt x="569746" y="259290"/>
                  <a:pt x="567122" y="261917"/>
                  <a:pt x="563842" y="261917"/>
                </a:cubicBezTo>
                <a:lnTo>
                  <a:pt x="481095" y="261917"/>
                </a:lnTo>
                <a:cubicBezTo>
                  <a:pt x="481751" y="278341"/>
                  <a:pt x="495540" y="290153"/>
                  <a:pt x="511953" y="290153"/>
                </a:cubicBezTo>
                <a:cubicBezTo>
                  <a:pt x="525743" y="290153"/>
                  <a:pt x="534283" y="284247"/>
                  <a:pt x="538220" y="275048"/>
                </a:cubicBezTo>
                <a:cubicBezTo>
                  <a:pt x="540200" y="273088"/>
                  <a:pt x="542168" y="271769"/>
                  <a:pt x="544792" y="272422"/>
                </a:cubicBezTo>
                <a:lnTo>
                  <a:pt x="562518" y="277675"/>
                </a:lnTo>
                <a:cubicBezTo>
                  <a:pt x="565154" y="278341"/>
                  <a:pt x="566466" y="280968"/>
                  <a:pt x="566466" y="283594"/>
                </a:cubicBezTo>
                <a:cubicBezTo>
                  <a:pt x="559237" y="303285"/>
                  <a:pt x="540200" y="318390"/>
                  <a:pt x="511953" y="318390"/>
                </a:cubicBezTo>
                <a:cubicBezTo>
                  <a:pt x="477803" y="318390"/>
                  <a:pt x="448256" y="294099"/>
                  <a:pt x="448256" y="252731"/>
                </a:cubicBezTo>
                <a:cubicBezTo>
                  <a:pt x="448256" y="213335"/>
                  <a:pt x="477147" y="187725"/>
                  <a:pt x="508673" y="187725"/>
                </a:cubicBezTo>
                <a:close/>
                <a:moveTo>
                  <a:pt x="34576" y="168821"/>
                </a:moveTo>
                <a:lnTo>
                  <a:pt x="34576" y="283083"/>
                </a:lnTo>
                <a:lnTo>
                  <a:pt x="51640" y="283083"/>
                </a:lnTo>
                <a:cubicBezTo>
                  <a:pt x="81181" y="283083"/>
                  <a:pt x="105469" y="264698"/>
                  <a:pt x="105469" y="225952"/>
                </a:cubicBezTo>
                <a:cubicBezTo>
                  <a:pt x="105469" y="187206"/>
                  <a:pt x="81181" y="168821"/>
                  <a:pt x="52299" y="168821"/>
                </a:cubicBezTo>
                <a:close/>
                <a:moveTo>
                  <a:pt x="348450" y="166596"/>
                </a:moveTo>
                <a:lnTo>
                  <a:pt x="348450" y="216638"/>
                </a:lnTo>
                <a:lnTo>
                  <a:pt x="376668" y="216638"/>
                </a:lnTo>
                <a:cubicBezTo>
                  <a:pt x="394389" y="216638"/>
                  <a:pt x="404886" y="206104"/>
                  <a:pt x="404886" y="191617"/>
                </a:cubicBezTo>
                <a:cubicBezTo>
                  <a:pt x="404886" y="176474"/>
                  <a:pt x="394389" y="166596"/>
                  <a:pt x="376668" y="166596"/>
                </a:cubicBezTo>
                <a:close/>
                <a:moveTo>
                  <a:pt x="319598" y="136571"/>
                </a:moveTo>
                <a:cubicBezTo>
                  <a:pt x="319598" y="136571"/>
                  <a:pt x="319598" y="136571"/>
                  <a:pt x="383173" y="136571"/>
                </a:cubicBezTo>
                <a:cubicBezTo>
                  <a:pt x="417910" y="136571"/>
                  <a:pt x="440194" y="160850"/>
                  <a:pt x="440194" y="191691"/>
                </a:cubicBezTo>
                <a:cubicBezTo>
                  <a:pt x="440194" y="216626"/>
                  <a:pt x="425120" y="234999"/>
                  <a:pt x="402180" y="242217"/>
                </a:cubicBezTo>
                <a:lnTo>
                  <a:pt x="436917" y="309148"/>
                </a:lnTo>
                <a:cubicBezTo>
                  <a:pt x="438883" y="312429"/>
                  <a:pt x="437573" y="315054"/>
                  <a:pt x="434296" y="315054"/>
                </a:cubicBezTo>
                <a:cubicBezTo>
                  <a:pt x="434296" y="315054"/>
                  <a:pt x="434296" y="315054"/>
                  <a:pt x="407424" y="315054"/>
                </a:cubicBezTo>
                <a:cubicBezTo>
                  <a:pt x="404146" y="315054"/>
                  <a:pt x="400214" y="312429"/>
                  <a:pt x="398903" y="309148"/>
                </a:cubicBezTo>
                <a:cubicBezTo>
                  <a:pt x="398903" y="309148"/>
                  <a:pt x="398903" y="309148"/>
                  <a:pt x="364494" y="246154"/>
                </a:cubicBezTo>
                <a:lnTo>
                  <a:pt x="348436" y="246154"/>
                </a:lnTo>
                <a:cubicBezTo>
                  <a:pt x="348436" y="246154"/>
                  <a:pt x="348436" y="246154"/>
                  <a:pt x="348436" y="309148"/>
                </a:cubicBezTo>
                <a:cubicBezTo>
                  <a:pt x="348436" y="312429"/>
                  <a:pt x="345815" y="315054"/>
                  <a:pt x="343193" y="315054"/>
                </a:cubicBezTo>
                <a:cubicBezTo>
                  <a:pt x="343193" y="315054"/>
                  <a:pt x="343193" y="315054"/>
                  <a:pt x="319598" y="315054"/>
                </a:cubicBezTo>
                <a:cubicBezTo>
                  <a:pt x="316321" y="315054"/>
                  <a:pt x="313699" y="312429"/>
                  <a:pt x="313699" y="309148"/>
                </a:cubicBezTo>
                <a:cubicBezTo>
                  <a:pt x="313699" y="309148"/>
                  <a:pt x="313699" y="309148"/>
                  <a:pt x="313699" y="142477"/>
                </a:cubicBezTo>
                <a:cubicBezTo>
                  <a:pt x="313699" y="139196"/>
                  <a:pt x="316321" y="136571"/>
                  <a:pt x="319598" y="136571"/>
                </a:cubicBezTo>
                <a:close/>
                <a:moveTo>
                  <a:pt x="5471" y="136571"/>
                </a:moveTo>
                <a:lnTo>
                  <a:pt x="53474" y="136571"/>
                </a:lnTo>
                <a:cubicBezTo>
                  <a:pt x="104120" y="136571"/>
                  <a:pt x="141610" y="169376"/>
                  <a:pt x="141610" y="225813"/>
                </a:cubicBezTo>
                <a:cubicBezTo>
                  <a:pt x="141610" y="282249"/>
                  <a:pt x="104120" y="315054"/>
                  <a:pt x="52821" y="315054"/>
                </a:cubicBezTo>
                <a:lnTo>
                  <a:pt x="5471" y="315054"/>
                </a:lnTo>
                <a:cubicBezTo>
                  <a:pt x="2344" y="315054"/>
                  <a:pt x="-183" y="312691"/>
                  <a:pt x="10" y="309608"/>
                </a:cubicBezTo>
                <a:lnTo>
                  <a:pt x="10" y="142017"/>
                </a:lnTo>
                <a:close/>
                <a:moveTo>
                  <a:pt x="837088" y="133235"/>
                </a:moveTo>
                <a:lnTo>
                  <a:pt x="858794" y="133235"/>
                </a:lnTo>
                <a:cubicBezTo>
                  <a:pt x="862087" y="133235"/>
                  <a:pt x="864715" y="135210"/>
                  <a:pt x="864715" y="138496"/>
                </a:cubicBezTo>
                <a:lnTo>
                  <a:pt x="864715" y="194337"/>
                </a:lnTo>
                <a:lnTo>
                  <a:pt x="864715" y="309952"/>
                </a:lnTo>
                <a:cubicBezTo>
                  <a:pt x="864715" y="312573"/>
                  <a:pt x="862087" y="315213"/>
                  <a:pt x="859458" y="315213"/>
                </a:cubicBezTo>
                <a:lnTo>
                  <a:pt x="836438" y="315213"/>
                </a:lnTo>
                <a:cubicBezTo>
                  <a:pt x="835110" y="315213"/>
                  <a:pt x="833796" y="313884"/>
                  <a:pt x="833796" y="313238"/>
                </a:cubicBezTo>
                <a:cubicBezTo>
                  <a:pt x="833145" y="311262"/>
                  <a:pt x="833145" y="308641"/>
                  <a:pt x="832482" y="306001"/>
                </a:cubicBezTo>
                <a:lnTo>
                  <a:pt x="832482" y="301405"/>
                </a:lnTo>
                <a:lnTo>
                  <a:pt x="832482" y="300759"/>
                </a:lnTo>
                <a:cubicBezTo>
                  <a:pt x="827224" y="310616"/>
                  <a:pt x="814719" y="317834"/>
                  <a:pt x="797619" y="317834"/>
                </a:cubicBezTo>
                <a:cubicBezTo>
                  <a:pt x="762757" y="317834"/>
                  <a:pt x="737108" y="290236"/>
                  <a:pt x="737108" y="252800"/>
                </a:cubicBezTo>
                <a:cubicBezTo>
                  <a:pt x="737108" y="216674"/>
                  <a:pt x="762106" y="188412"/>
                  <a:pt x="796969" y="188412"/>
                </a:cubicBezTo>
                <a:cubicBezTo>
                  <a:pt x="818011" y="188412"/>
                  <a:pt x="828539" y="196959"/>
                  <a:pt x="831831" y="203530"/>
                </a:cubicBezTo>
                <a:lnTo>
                  <a:pt x="831831" y="201555"/>
                </a:lnTo>
                <a:lnTo>
                  <a:pt x="831831" y="138496"/>
                </a:lnTo>
                <a:lnTo>
                  <a:pt x="831831" y="137832"/>
                </a:lnTo>
                <a:cubicBezTo>
                  <a:pt x="832482" y="135210"/>
                  <a:pt x="834460" y="133235"/>
                  <a:pt x="837088" y="133235"/>
                </a:cubicBezTo>
                <a:close/>
                <a:moveTo>
                  <a:pt x="688631" y="133235"/>
                </a:moveTo>
                <a:lnTo>
                  <a:pt x="710337" y="133235"/>
                </a:lnTo>
                <a:cubicBezTo>
                  <a:pt x="713630" y="133235"/>
                  <a:pt x="716258" y="135210"/>
                  <a:pt x="716258" y="138496"/>
                </a:cubicBezTo>
                <a:lnTo>
                  <a:pt x="716258" y="194337"/>
                </a:lnTo>
                <a:lnTo>
                  <a:pt x="716258" y="309952"/>
                </a:lnTo>
                <a:cubicBezTo>
                  <a:pt x="715595" y="312573"/>
                  <a:pt x="713630" y="315213"/>
                  <a:pt x="710337" y="315213"/>
                </a:cubicBezTo>
                <a:lnTo>
                  <a:pt x="684688" y="313238"/>
                </a:lnTo>
                <a:cubicBezTo>
                  <a:pt x="684688" y="311262"/>
                  <a:pt x="684025" y="308641"/>
                  <a:pt x="684025" y="306001"/>
                </a:cubicBezTo>
                <a:lnTo>
                  <a:pt x="684025" y="301405"/>
                </a:lnTo>
                <a:lnTo>
                  <a:pt x="684025" y="300759"/>
                </a:lnTo>
                <a:cubicBezTo>
                  <a:pt x="678104" y="310616"/>
                  <a:pt x="665611" y="317834"/>
                  <a:pt x="649162" y="317834"/>
                </a:cubicBezTo>
                <a:cubicBezTo>
                  <a:pt x="613649" y="317834"/>
                  <a:pt x="588651" y="290236"/>
                  <a:pt x="588651" y="252800"/>
                </a:cubicBezTo>
                <a:cubicBezTo>
                  <a:pt x="588651" y="216674"/>
                  <a:pt x="612986" y="188412"/>
                  <a:pt x="647848" y="188412"/>
                </a:cubicBezTo>
                <a:cubicBezTo>
                  <a:pt x="669554" y="188412"/>
                  <a:pt x="679418" y="196959"/>
                  <a:pt x="683374" y="203530"/>
                </a:cubicBezTo>
                <a:lnTo>
                  <a:pt x="683374" y="201555"/>
                </a:lnTo>
                <a:lnTo>
                  <a:pt x="682710" y="201555"/>
                </a:lnTo>
                <a:lnTo>
                  <a:pt x="682710" y="138496"/>
                </a:lnTo>
                <a:lnTo>
                  <a:pt x="683374" y="137832"/>
                </a:lnTo>
                <a:cubicBezTo>
                  <a:pt x="683374" y="135210"/>
                  <a:pt x="686003" y="133235"/>
                  <a:pt x="688631" y="133235"/>
                </a:cubicBezTo>
                <a:close/>
                <a:moveTo>
                  <a:pt x="1488849" y="132679"/>
                </a:moveTo>
                <a:cubicBezTo>
                  <a:pt x="1507888" y="132679"/>
                  <a:pt x="1523323" y="148114"/>
                  <a:pt x="1523323" y="167153"/>
                </a:cubicBezTo>
                <a:cubicBezTo>
                  <a:pt x="1523323" y="186192"/>
                  <a:pt x="1507888" y="201627"/>
                  <a:pt x="1488849" y="201627"/>
                </a:cubicBezTo>
                <a:cubicBezTo>
                  <a:pt x="1469810" y="201627"/>
                  <a:pt x="1454375" y="186192"/>
                  <a:pt x="1454375" y="167153"/>
                </a:cubicBezTo>
                <a:cubicBezTo>
                  <a:pt x="1454375" y="148114"/>
                  <a:pt x="1469810" y="132679"/>
                  <a:pt x="1488849" y="132679"/>
                </a:cubicBezTo>
                <a:close/>
                <a:moveTo>
                  <a:pt x="1047090" y="131289"/>
                </a:moveTo>
                <a:cubicBezTo>
                  <a:pt x="1058220" y="131289"/>
                  <a:pt x="1067385" y="140472"/>
                  <a:pt x="1067385" y="151622"/>
                </a:cubicBezTo>
                <a:cubicBezTo>
                  <a:pt x="1067385" y="154245"/>
                  <a:pt x="1066731" y="156869"/>
                  <a:pt x="1066076" y="158837"/>
                </a:cubicBezTo>
                <a:cubicBezTo>
                  <a:pt x="1066076" y="159492"/>
                  <a:pt x="1066076" y="159492"/>
                  <a:pt x="1066076" y="160148"/>
                </a:cubicBezTo>
                <a:cubicBezTo>
                  <a:pt x="1047090" y="196878"/>
                  <a:pt x="1047090" y="196878"/>
                  <a:pt x="1044472" y="198846"/>
                </a:cubicBezTo>
                <a:lnTo>
                  <a:pt x="1034733" y="198846"/>
                </a:lnTo>
                <a:cubicBezTo>
                  <a:pt x="1033421" y="198846"/>
                  <a:pt x="1033347" y="198846"/>
                  <a:pt x="1033342" y="198846"/>
                </a:cubicBezTo>
                <a:cubicBezTo>
                  <a:pt x="1032033" y="198846"/>
                  <a:pt x="1030723" y="198190"/>
                  <a:pt x="1031378" y="196222"/>
                </a:cubicBezTo>
                <a:cubicBezTo>
                  <a:pt x="1042330" y="171698"/>
                  <a:pt x="1042505" y="171305"/>
                  <a:pt x="1042508" y="171299"/>
                </a:cubicBezTo>
                <a:cubicBezTo>
                  <a:pt x="1033342" y="169331"/>
                  <a:pt x="1026795" y="161460"/>
                  <a:pt x="1026795" y="151622"/>
                </a:cubicBezTo>
                <a:cubicBezTo>
                  <a:pt x="1026795" y="140472"/>
                  <a:pt x="1035961" y="131289"/>
                  <a:pt x="1047090" y="131289"/>
                </a:cubicBezTo>
                <a:close/>
                <a:moveTo>
                  <a:pt x="1600469" y="114330"/>
                </a:moveTo>
                <a:cubicBezTo>
                  <a:pt x="1633710" y="114330"/>
                  <a:pt x="1660658" y="141340"/>
                  <a:pt x="1660658" y="174659"/>
                </a:cubicBezTo>
                <a:cubicBezTo>
                  <a:pt x="1660658" y="207978"/>
                  <a:pt x="1633710" y="234988"/>
                  <a:pt x="1600469" y="234988"/>
                </a:cubicBezTo>
                <a:cubicBezTo>
                  <a:pt x="1567228" y="234988"/>
                  <a:pt x="1540280" y="207978"/>
                  <a:pt x="1540280" y="174659"/>
                </a:cubicBezTo>
                <a:cubicBezTo>
                  <a:pt x="1540280" y="141340"/>
                  <a:pt x="1567228" y="114330"/>
                  <a:pt x="1600469" y="114330"/>
                </a:cubicBezTo>
                <a:close/>
                <a:moveTo>
                  <a:pt x="1642449" y="40102"/>
                </a:moveTo>
                <a:cubicBezTo>
                  <a:pt x="1660029" y="40102"/>
                  <a:pt x="1674281" y="54167"/>
                  <a:pt x="1674281" y="71517"/>
                </a:cubicBezTo>
                <a:cubicBezTo>
                  <a:pt x="1674281" y="88867"/>
                  <a:pt x="1660029" y="102932"/>
                  <a:pt x="1642449" y="102932"/>
                </a:cubicBezTo>
                <a:cubicBezTo>
                  <a:pt x="1624869" y="102932"/>
                  <a:pt x="1610617" y="88867"/>
                  <a:pt x="1610617" y="71517"/>
                </a:cubicBezTo>
                <a:cubicBezTo>
                  <a:pt x="1610617" y="54167"/>
                  <a:pt x="1624869" y="40102"/>
                  <a:pt x="1642449" y="40102"/>
                </a:cubicBezTo>
                <a:close/>
                <a:moveTo>
                  <a:pt x="1345930" y="10485"/>
                </a:moveTo>
                <a:cubicBezTo>
                  <a:pt x="1358385" y="11126"/>
                  <a:pt x="1370207" y="14435"/>
                  <a:pt x="1380695" y="19026"/>
                </a:cubicBezTo>
                <a:cubicBezTo>
                  <a:pt x="1413516" y="34114"/>
                  <a:pt x="1436482" y="66283"/>
                  <a:pt x="1437138" y="104360"/>
                </a:cubicBezTo>
                <a:lnTo>
                  <a:pt x="1437138" y="353208"/>
                </a:lnTo>
                <a:cubicBezTo>
                  <a:pt x="1437138" y="359116"/>
                  <a:pt x="1432549" y="363706"/>
                  <a:pt x="1427305" y="363706"/>
                </a:cubicBezTo>
                <a:cubicBezTo>
                  <a:pt x="1424661" y="363706"/>
                  <a:pt x="1422694" y="363065"/>
                  <a:pt x="1420727" y="361749"/>
                </a:cubicBezTo>
                <a:cubicBezTo>
                  <a:pt x="1371518" y="318406"/>
                  <a:pt x="1269799" y="221898"/>
                  <a:pt x="1244866" y="185779"/>
                </a:cubicBezTo>
                <a:cubicBezTo>
                  <a:pt x="1225178" y="156243"/>
                  <a:pt x="1218623" y="120765"/>
                  <a:pt x="1226489" y="91229"/>
                </a:cubicBezTo>
                <a:cubicBezTo>
                  <a:pt x="1238966" y="43295"/>
                  <a:pt x="1285554" y="7852"/>
                  <a:pt x="1345930" y="10485"/>
                </a:cubicBezTo>
                <a:close/>
                <a:moveTo>
                  <a:pt x="1520342" y="0"/>
                </a:moveTo>
                <a:lnTo>
                  <a:pt x="1522408" y="0"/>
                </a:lnTo>
                <a:cubicBezTo>
                  <a:pt x="1553869" y="356"/>
                  <a:pt x="1579201" y="26215"/>
                  <a:pt x="1579201" y="58033"/>
                </a:cubicBezTo>
                <a:cubicBezTo>
                  <a:pt x="1579201" y="90200"/>
                  <a:pt x="1553311" y="116276"/>
                  <a:pt x="1521375" y="116276"/>
                </a:cubicBezTo>
                <a:cubicBezTo>
                  <a:pt x="1489439" y="116276"/>
                  <a:pt x="1463549" y="90200"/>
                  <a:pt x="1463549" y="58033"/>
                </a:cubicBezTo>
                <a:cubicBezTo>
                  <a:pt x="1463549" y="26215"/>
                  <a:pt x="1488881" y="356"/>
                  <a:pt x="1520342" y="0"/>
                </a:cubicBezTo>
                <a:close/>
              </a:path>
            </a:pathLst>
          </a:custGeom>
          <a:solidFill>
            <a:schemeClr val="bg1"/>
          </a:solidFill>
        </p:spPr>
        <p:txBody>
          <a:bodyPr/>
          <a:lstStyle>
            <a:lvl1pPr marL="0" indent="0">
              <a:lnSpc>
                <a:spcPct val="100000"/>
              </a:lnSpc>
              <a:spcBef>
                <a:spcPts val="0"/>
              </a:spcBef>
              <a:spcAft>
                <a:spcPts val="0"/>
              </a:spcAft>
              <a:buFont typeface="Arial" panose="020B0604020202020204" pitchFamily="34" charset="0"/>
              <a:buNone/>
              <a:defRPr sz="533" b="0">
                <a:solidFill>
                  <a:schemeClr val="accent1"/>
                </a:solidFill>
              </a:defRPr>
            </a:lvl1pPr>
            <a:lvl2pPr marL="0" indent="0">
              <a:lnSpc>
                <a:spcPct val="100000"/>
              </a:lnSpc>
              <a:spcBef>
                <a:spcPts val="0"/>
              </a:spcBef>
              <a:spcAft>
                <a:spcPts val="0"/>
              </a:spcAft>
              <a:buFont typeface="Arial" panose="020B0604020202020204" pitchFamily="34" charset="0"/>
              <a:buNone/>
              <a:defRPr sz="533" b="0">
                <a:solidFill>
                  <a:schemeClr val="accent1"/>
                </a:solidFill>
              </a:defRPr>
            </a:lvl2pPr>
            <a:lvl3pPr marL="0" indent="0">
              <a:lnSpc>
                <a:spcPct val="100000"/>
              </a:lnSpc>
              <a:spcBef>
                <a:spcPts val="0"/>
              </a:spcBef>
              <a:spcAft>
                <a:spcPts val="0"/>
              </a:spcAft>
              <a:buNone/>
              <a:defRPr sz="533" b="0">
                <a:solidFill>
                  <a:schemeClr val="accent1"/>
                </a:solidFill>
              </a:defRPr>
            </a:lvl3pPr>
            <a:lvl4pPr marL="0" indent="0">
              <a:lnSpc>
                <a:spcPct val="100000"/>
              </a:lnSpc>
              <a:spcBef>
                <a:spcPts val="0"/>
              </a:spcBef>
              <a:spcAft>
                <a:spcPts val="0"/>
              </a:spcAft>
              <a:buNone/>
              <a:defRPr sz="533" b="0">
                <a:solidFill>
                  <a:schemeClr val="accent1"/>
                </a:solidFill>
              </a:defRPr>
            </a:lvl4pPr>
            <a:lvl5pPr marL="0" indent="0">
              <a:lnSpc>
                <a:spcPct val="100000"/>
              </a:lnSpc>
              <a:spcBef>
                <a:spcPts val="0"/>
              </a:spcBef>
              <a:spcAft>
                <a:spcPts val="0"/>
              </a:spcAft>
              <a:buNone/>
              <a:defRPr sz="533" b="0">
                <a:solidFill>
                  <a:schemeClr val="accent1"/>
                </a:solidFill>
              </a:defRPr>
            </a:lvl5pPr>
            <a:lvl6pPr marL="0" indent="0">
              <a:lnSpc>
                <a:spcPct val="100000"/>
              </a:lnSpc>
              <a:spcBef>
                <a:spcPts val="0"/>
              </a:spcBef>
              <a:spcAft>
                <a:spcPts val="0"/>
              </a:spcAft>
              <a:buFont typeface="Arial" panose="020B0604020202020204" pitchFamily="34" charset="0"/>
              <a:buNone/>
              <a:defRPr sz="533" b="0">
                <a:solidFill>
                  <a:schemeClr val="accent1"/>
                </a:solidFill>
              </a:defRPr>
            </a:lvl6pPr>
            <a:lvl7pPr marL="0" indent="0">
              <a:lnSpc>
                <a:spcPct val="100000"/>
              </a:lnSpc>
              <a:spcBef>
                <a:spcPts val="0"/>
              </a:spcBef>
              <a:spcAft>
                <a:spcPts val="0"/>
              </a:spcAft>
              <a:buFont typeface="Arial" panose="020B0604020202020204" pitchFamily="34" charset="0"/>
              <a:buNone/>
              <a:defRPr sz="533" b="0">
                <a:solidFill>
                  <a:schemeClr val="accent1"/>
                </a:solidFill>
              </a:defRPr>
            </a:lvl7pPr>
            <a:lvl8pPr marL="0" indent="0">
              <a:lnSpc>
                <a:spcPct val="100000"/>
              </a:lnSpc>
              <a:spcBef>
                <a:spcPts val="0"/>
              </a:spcBef>
              <a:spcAft>
                <a:spcPts val="0"/>
              </a:spcAft>
              <a:buFont typeface="Arial" panose="020B0604020202020204" pitchFamily="34" charset="0"/>
              <a:buNone/>
              <a:defRPr sz="533" b="0">
                <a:solidFill>
                  <a:schemeClr val="accent1"/>
                </a:solidFill>
              </a:defRPr>
            </a:lvl8pPr>
            <a:lvl9pPr marL="0" indent="0">
              <a:lnSpc>
                <a:spcPct val="100000"/>
              </a:lnSpc>
              <a:spcBef>
                <a:spcPts val="0"/>
              </a:spcBef>
              <a:spcAft>
                <a:spcPts val="0"/>
              </a:spcAft>
              <a:buFont typeface="Arial" panose="020B0604020202020204" pitchFamily="34" charset="0"/>
              <a:buNone/>
              <a:defRPr sz="533" b="0">
                <a:solidFill>
                  <a:schemeClr val="accent1"/>
                </a:solidFill>
              </a:defRPr>
            </a:lvl9pPr>
          </a:lstStyle>
          <a:p>
            <a:pPr lvl="0"/>
            <a:r>
              <a:rPr lang="de-DE" dirty="0"/>
              <a:t> </a:t>
            </a:r>
          </a:p>
        </p:txBody>
      </p:sp>
      <p:pic>
        <p:nvPicPr>
          <p:cNvPr id="12" name="Picture 11"/>
          <p:cNvPicPr>
            <a:picLocks noChangeAspect="1"/>
          </p:cNvPicPr>
          <p:nvPr userDrawn="1"/>
        </p:nvPicPr>
        <p:blipFill rotWithShape="1">
          <a:blip r:embed="rId3">
            <a:extLst>
              <a:ext uri="{28A0092B-C50C-407E-A947-70E740481C1C}">
                <a14:useLocalDpi xmlns:a14="http://schemas.microsoft.com/office/drawing/2010/main" val="0"/>
              </a:ext>
            </a:extLst>
          </a:blip>
          <a:srcRect l="23944" t="34639" r="23144" b="43493"/>
          <a:stretch/>
        </p:blipFill>
        <p:spPr>
          <a:xfrm>
            <a:off x="10416480" y="5992799"/>
            <a:ext cx="1248139" cy="364527"/>
          </a:xfrm>
          <a:prstGeom prst="rect">
            <a:avLst/>
          </a:prstGeom>
        </p:spPr>
      </p:pic>
    </p:spTree>
    <p:custDataLst>
      <p:tags r:id="rId1"/>
    </p:custDataLst>
    <p:extLst>
      <p:ext uri="{BB962C8B-B14F-4D97-AF65-F5344CB8AC3E}">
        <p14:creationId xmlns:p14="http://schemas.microsoft.com/office/powerpoint/2010/main" val="3975510488"/>
      </p:ext>
    </p:extLst>
  </p:cSld>
  <p:clrMapOvr>
    <a:masterClrMapping/>
  </p:clrMapOvr>
  <p:transition>
    <p:fade/>
  </p:transition>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userDrawn="1">
  <p:cSld name="Content">
    <p:bg bwMode="ltGray">
      <p:bgPr>
        <a:solidFill>
          <a:schemeClr val="tx2"/>
        </a:solidFill>
        <a:effectLst/>
      </p:bgPr>
    </p:bg>
    <p:spTree>
      <p:nvGrpSpPr>
        <p:cNvPr id="1" name=""/>
        <p:cNvGrpSpPr/>
        <p:nvPr/>
      </p:nvGrpSpPr>
      <p:grpSpPr>
        <a:xfrm>
          <a:off x="0" y="0"/>
          <a:ext cx="0" cy="0"/>
          <a:chOff x="0" y="0"/>
          <a:chExt cx="0" cy="0"/>
        </a:xfrm>
      </p:grpSpPr>
      <p:sp>
        <p:nvSpPr>
          <p:cNvPr id="6" name="Title 1"/>
          <p:cNvSpPr>
            <a:spLocks noGrp="1"/>
          </p:cNvSpPr>
          <p:nvPr>
            <p:ph type="ctrTitle" hasCustomPrompt="1"/>
          </p:nvPr>
        </p:nvSpPr>
        <p:spPr bwMode="gray">
          <a:xfrm>
            <a:off x="1199457" y="1365251"/>
            <a:ext cx="7633396" cy="1007632"/>
          </a:xfrm>
        </p:spPr>
        <p:txBody>
          <a:bodyPr/>
          <a:lstStyle>
            <a:lvl1pPr>
              <a:defRPr sz="8000" spc="-200">
                <a:solidFill>
                  <a:schemeClr val="accent1"/>
                </a:solidFill>
              </a:defRPr>
            </a:lvl1pPr>
          </a:lstStyle>
          <a:p>
            <a:r>
              <a:rPr lang="en-US" dirty="0"/>
              <a:t>Content.</a:t>
            </a:r>
          </a:p>
        </p:txBody>
      </p:sp>
      <p:sp>
        <p:nvSpPr>
          <p:cNvPr id="5" name="Text Placeholder 9"/>
          <p:cNvSpPr>
            <a:spLocks noGrp="1"/>
          </p:cNvSpPr>
          <p:nvPr>
            <p:ph type="body" sz="quarter" idx="13"/>
          </p:nvPr>
        </p:nvSpPr>
        <p:spPr bwMode="gray">
          <a:xfrm>
            <a:off x="1509184" y="2372784"/>
            <a:ext cx="7323667" cy="3649133"/>
          </a:xfrm>
        </p:spPr>
        <p:txBody>
          <a:bodyPr/>
          <a:lstStyle>
            <a:lvl1pPr marL="478355" indent="-478355">
              <a:lnSpc>
                <a:spcPct val="80000"/>
              </a:lnSpc>
              <a:spcBef>
                <a:spcPts val="0"/>
              </a:spcBef>
              <a:spcAft>
                <a:spcPts val="1067"/>
              </a:spcAft>
              <a:buClr>
                <a:schemeClr val="accent1"/>
              </a:buClr>
              <a:buSzPct val="100000"/>
              <a:buFont typeface="+mj-lt"/>
              <a:buAutoNum type="arabicPeriod"/>
              <a:defRPr sz="1867" b="0">
                <a:solidFill>
                  <a:schemeClr val="accent1"/>
                </a:solidFill>
              </a:defRPr>
            </a:lvl1pPr>
            <a:lvl2pPr marL="719982" indent="-239994">
              <a:lnSpc>
                <a:spcPct val="80000"/>
              </a:lnSpc>
              <a:spcBef>
                <a:spcPts val="0"/>
              </a:spcBef>
              <a:spcAft>
                <a:spcPts val="1067"/>
              </a:spcAft>
              <a:buClr>
                <a:schemeClr val="accent1"/>
              </a:buClr>
              <a:buSzPct val="100000"/>
              <a:buFont typeface="Arial" panose="020B0604020202020204" pitchFamily="34" charset="0"/>
              <a:buChar char="•"/>
              <a:defRPr sz="1867" b="0" baseline="0">
                <a:solidFill>
                  <a:schemeClr val="accent1"/>
                </a:solidFill>
              </a:defRPr>
            </a:lvl2pPr>
            <a:lvl3pPr marL="719982" indent="-239994">
              <a:lnSpc>
                <a:spcPct val="80000"/>
              </a:lnSpc>
              <a:spcBef>
                <a:spcPts val="0"/>
              </a:spcBef>
              <a:spcAft>
                <a:spcPts val="1067"/>
              </a:spcAft>
              <a:buClr>
                <a:schemeClr val="accent1"/>
              </a:buClr>
              <a:buSzPct val="100000"/>
              <a:buFont typeface="Arial" panose="020B0604020202020204" pitchFamily="34" charset="0"/>
              <a:buChar char="•"/>
              <a:defRPr sz="1867" b="0">
                <a:solidFill>
                  <a:schemeClr val="accent1"/>
                </a:solidFill>
              </a:defRPr>
            </a:lvl3pPr>
            <a:lvl4pPr marL="719982" indent="-239994">
              <a:lnSpc>
                <a:spcPct val="80000"/>
              </a:lnSpc>
              <a:spcBef>
                <a:spcPts val="0"/>
              </a:spcBef>
              <a:spcAft>
                <a:spcPts val="1067"/>
              </a:spcAft>
              <a:buClr>
                <a:schemeClr val="accent1"/>
              </a:buClr>
              <a:buSzPct val="100000"/>
              <a:buFont typeface="Arial" panose="020B0604020202020204" pitchFamily="34" charset="0"/>
              <a:buChar char="•"/>
              <a:defRPr sz="1867" b="0">
                <a:solidFill>
                  <a:schemeClr val="accent1"/>
                </a:solidFill>
              </a:defRPr>
            </a:lvl4pPr>
            <a:lvl5pPr marL="719982" indent="-239994">
              <a:lnSpc>
                <a:spcPct val="80000"/>
              </a:lnSpc>
              <a:spcBef>
                <a:spcPts val="0"/>
              </a:spcBef>
              <a:spcAft>
                <a:spcPts val="1067"/>
              </a:spcAft>
              <a:buClr>
                <a:schemeClr val="accent1"/>
              </a:buClr>
              <a:buSzPct val="100000"/>
              <a:buFont typeface="Arial" panose="020B0604020202020204" pitchFamily="34" charset="0"/>
              <a:buChar char="•"/>
              <a:defRPr sz="1867" b="0">
                <a:solidFill>
                  <a:schemeClr val="accent1"/>
                </a:solidFill>
              </a:defRPr>
            </a:lvl5pPr>
            <a:lvl6pPr marL="719982" indent="-239994">
              <a:lnSpc>
                <a:spcPct val="80000"/>
              </a:lnSpc>
              <a:spcBef>
                <a:spcPts val="0"/>
              </a:spcBef>
              <a:spcAft>
                <a:spcPts val="1067"/>
              </a:spcAft>
              <a:buClr>
                <a:schemeClr val="accent1"/>
              </a:buClr>
              <a:buSzPct val="100000"/>
              <a:buFont typeface="Arial" panose="020B0604020202020204" pitchFamily="34" charset="0"/>
              <a:buChar char="•"/>
              <a:defRPr sz="1867" b="0">
                <a:solidFill>
                  <a:schemeClr val="accent1"/>
                </a:solidFill>
              </a:defRPr>
            </a:lvl6pPr>
            <a:lvl7pPr marL="719982" indent="-239994">
              <a:lnSpc>
                <a:spcPct val="80000"/>
              </a:lnSpc>
              <a:spcBef>
                <a:spcPts val="0"/>
              </a:spcBef>
              <a:spcAft>
                <a:spcPts val="1067"/>
              </a:spcAft>
              <a:buClr>
                <a:schemeClr val="accent1"/>
              </a:buClr>
              <a:buSzPct val="100000"/>
              <a:buFont typeface="Arial" panose="020B0604020202020204" pitchFamily="34" charset="0"/>
              <a:buChar char="•"/>
              <a:defRPr sz="1867" b="0">
                <a:solidFill>
                  <a:schemeClr val="accent1"/>
                </a:solidFill>
              </a:defRPr>
            </a:lvl7pPr>
            <a:lvl8pPr marL="719982" indent="-239994">
              <a:lnSpc>
                <a:spcPct val="80000"/>
              </a:lnSpc>
              <a:spcBef>
                <a:spcPts val="0"/>
              </a:spcBef>
              <a:spcAft>
                <a:spcPts val="1067"/>
              </a:spcAft>
              <a:buClr>
                <a:schemeClr val="accent1"/>
              </a:buClr>
              <a:buSzPct val="100000"/>
              <a:buFont typeface="Arial" panose="020B0604020202020204" pitchFamily="34" charset="0"/>
              <a:buChar char="•"/>
              <a:defRPr sz="1867" b="0">
                <a:solidFill>
                  <a:schemeClr val="accent1"/>
                </a:solidFill>
              </a:defRPr>
            </a:lvl8pPr>
            <a:lvl9pPr marL="719982" indent="-239994">
              <a:lnSpc>
                <a:spcPct val="80000"/>
              </a:lnSpc>
              <a:spcBef>
                <a:spcPts val="0"/>
              </a:spcBef>
              <a:spcAft>
                <a:spcPts val="1067"/>
              </a:spcAft>
              <a:buClr>
                <a:schemeClr val="accent1"/>
              </a:buClr>
              <a:buSzPct val="100000"/>
              <a:buFont typeface="Arial" panose="020B0604020202020204" pitchFamily="34" charset="0"/>
              <a:buChar char="•"/>
              <a:defRPr sz="1867" b="0">
                <a:solidFill>
                  <a:schemeClr val="accent1"/>
                </a:solidFill>
              </a:defRPr>
            </a:lvl9pPr>
          </a:lstStyle>
          <a:p>
            <a:pPr lvl="0"/>
            <a:r>
              <a:rPr lang="en-US" dirty="0"/>
              <a:t>Click to edit Master text styles</a:t>
            </a:r>
          </a:p>
          <a:p>
            <a:pPr lvl="1"/>
            <a:r>
              <a:rPr lang="de-DE" dirty="0"/>
              <a:t>Second </a:t>
            </a:r>
            <a:r>
              <a:rPr lang="de-DE" dirty="0" err="1"/>
              <a:t>layer</a:t>
            </a:r>
            <a:r>
              <a:rPr lang="de-DE" dirty="0"/>
              <a:t> </a:t>
            </a:r>
            <a:r>
              <a:rPr lang="de-DE" dirty="0" err="1"/>
              <a:t>is</a:t>
            </a:r>
            <a:r>
              <a:rPr lang="de-DE" dirty="0"/>
              <a:t> a </a:t>
            </a:r>
            <a:r>
              <a:rPr lang="de-DE" dirty="0" err="1"/>
              <a:t>bullet</a:t>
            </a:r>
            <a:r>
              <a:rPr lang="de-DE" dirty="0"/>
              <a:t> </a:t>
            </a:r>
            <a:r>
              <a:rPr lang="de-DE" dirty="0" err="1"/>
              <a:t>point</a:t>
            </a:r>
            <a:endParaRPr lang="en-US" dirty="0"/>
          </a:p>
        </p:txBody>
      </p:sp>
      <p:sp>
        <p:nvSpPr>
          <p:cNvPr id="7" name="Date Placeholder 2"/>
          <p:cNvSpPr>
            <a:spLocks noGrp="1"/>
          </p:cNvSpPr>
          <p:nvPr>
            <p:ph type="dt" sz="half" idx="10"/>
          </p:nvPr>
        </p:nvSpPr>
        <p:spPr>
          <a:xfrm>
            <a:off x="10848530" y="7077405"/>
            <a:ext cx="624069" cy="96011"/>
          </a:xfrm>
        </p:spPr>
        <p:txBody>
          <a:bodyPr/>
          <a:lstStyle>
            <a:lvl1pPr>
              <a:defRPr sz="400">
                <a:solidFill>
                  <a:schemeClr val="bg1">
                    <a:lumMod val="75000"/>
                    <a:alpha val="0"/>
                  </a:schemeClr>
                </a:solidFill>
              </a:defRPr>
            </a:lvl1pPr>
          </a:lstStyle>
          <a:p>
            <a:fld id="{5C8BBDEF-2DC1-4750-B3B2-55BC79A366B0}" type="datetime1">
              <a:rPr lang="en-US" smtClean="0"/>
              <a:t>7/6/2026</a:t>
            </a:fld>
            <a:endParaRPr lang="en-US"/>
          </a:p>
        </p:txBody>
      </p:sp>
      <p:sp>
        <p:nvSpPr>
          <p:cNvPr id="8" name="Footer Placeholder 3"/>
          <p:cNvSpPr>
            <a:spLocks noGrp="1"/>
          </p:cNvSpPr>
          <p:nvPr>
            <p:ph type="ftr" sz="quarter" idx="11"/>
          </p:nvPr>
        </p:nvSpPr>
        <p:spPr>
          <a:xfrm>
            <a:off x="9215967" y="7077405"/>
            <a:ext cx="1632563" cy="96011"/>
          </a:xfrm>
        </p:spPr>
        <p:txBody>
          <a:bodyPr/>
          <a:lstStyle>
            <a:lvl1pPr>
              <a:defRPr sz="400">
                <a:solidFill>
                  <a:schemeClr val="bg1">
                    <a:lumMod val="75000"/>
                    <a:alpha val="0"/>
                  </a:schemeClr>
                </a:solidFill>
              </a:defRPr>
            </a:lvl1pPr>
          </a:lstStyle>
          <a:p>
            <a:r>
              <a:rPr lang="en-US"/>
              <a:t>Title of the presentation</a:t>
            </a:r>
          </a:p>
        </p:txBody>
      </p:sp>
      <p:sp>
        <p:nvSpPr>
          <p:cNvPr id="9" name="Slide Number Placeholder 4"/>
          <p:cNvSpPr>
            <a:spLocks noGrp="1"/>
          </p:cNvSpPr>
          <p:nvPr>
            <p:ph type="sldNum" sz="quarter" idx="12"/>
          </p:nvPr>
        </p:nvSpPr>
        <p:spPr>
          <a:xfrm>
            <a:off x="11472598" y="7077405"/>
            <a:ext cx="287601" cy="96011"/>
          </a:xfrm>
        </p:spPr>
        <p:txBody>
          <a:bodyPr/>
          <a:lstStyle>
            <a:lvl1pPr>
              <a:defRPr sz="400">
                <a:solidFill>
                  <a:schemeClr val="bg1">
                    <a:lumMod val="75000"/>
                    <a:alpha val="0"/>
                  </a:schemeClr>
                </a:solidFill>
              </a:defRPr>
            </a:lvl1pPr>
          </a:lstStyle>
          <a:p>
            <a:fld id="{FCB53D23-1D79-480C-B3BE-829293F4503C}" type="slidenum">
              <a:rPr lang="en-US" smtClean="0"/>
              <a:pPr/>
              <a:t>‹#›</a:t>
            </a:fld>
            <a:endParaRPr lang="en-US"/>
          </a:p>
        </p:txBody>
      </p:sp>
      <p:pic>
        <p:nvPicPr>
          <p:cNvPr id="10" name="Picture 9"/>
          <p:cNvPicPr>
            <a:picLocks noChangeAspect="1"/>
          </p:cNvPicPr>
          <p:nvPr userDrawn="1"/>
        </p:nvPicPr>
        <p:blipFill rotWithShape="1">
          <a:blip r:embed="rId3">
            <a:extLst>
              <a:ext uri="{28A0092B-C50C-407E-A947-70E740481C1C}">
                <a14:useLocalDpi xmlns:a14="http://schemas.microsoft.com/office/drawing/2010/main" val="0"/>
              </a:ext>
            </a:extLst>
          </a:blip>
          <a:srcRect l="24379" t="37316" r="25013" b="45452"/>
          <a:stretch/>
        </p:blipFill>
        <p:spPr>
          <a:xfrm>
            <a:off x="10424933" y="6021289"/>
            <a:ext cx="1239687" cy="298289"/>
          </a:xfrm>
          <a:prstGeom prst="rect">
            <a:avLst/>
          </a:prstGeom>
        </p:spPr>
      </p:pic>
      <p:pic>
        <p:nvPicPr>
          <p:cNvPr id="11" name="Picture 24"/>
          <p:cNvPicPr>
            <a:picLocks noChangeAspect="1" noChangeArrowheads="1"/>
          </p:cNvPicPr>
          <p:nvPr userDrawn="1"/>
        </p:nvPicPr>
        <p:blipFill>
          <a:blip r:embed="rId4" cstate="hqprint">
            <a:extLst>
              <a:ext uri="{28A0092B-C50C-407E-A947-70E740481C1C}">
                <a14:useLocalDpi xmlns:a14="http://schemas.microsoft.com/office/drawing/2010/main" val="0"/>
              </a:ext>
            </a:extLst>
          </a:blip>
          <a:srcRect/>
          <a:stretch>
            <a:fillRect/>
          </a:stretch>
        </p:blipFill>
        <p:spPr bwMode="gray">
          <a:xfrm>
            <a:off x="7907163" y="5883230"/>
            <a:ext cx="2250631" cy="49003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ustDataLst>
      <p:tags r:id="rId1"/>
    </p:custDataLst>
    <p:extLst>
      <p:ext uri="{BB962C8B-B14F-4D97-AF65-F5344CB8AC3E}">
        <p14:creationId xmlns:p14="http://schemas.microsoft.com/office/powerpoint/2010/main" val="504201521"/>
      </p:ext>
    </p:extLst>
  </p:cSld>
  <p:clrMapOvr>
    <a:masterClrMapping/>
  </p:clrMapOvr>
  <p:transition spd="med">
    <p:push dir="u"/>
  </p:transition>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bwMode="gray"/>
        <p:txBody>
          <a:bodyPr/>
          <a:lstStyle/>
          <a:p>
            <a:r>
              <a:rPr lang="de-DE" dirty="0"/>
              <a:t>Title </a:t>
            </a:r>
            <a:r>
              <a:rPr lang="de-DE" dirty="0" err="1"/>
              <a:t>of</a:t>
            </a:r>
            <a:r>
              <a:rPr lang="de-DE" dirty="0"/>
              <a:t> </a:t>
            </a:r>
            <a:br>
              <a:rPr lang="de-DE" dirty="0"/>
            </a:br>
            <a:r>
              <a:rPr lang="de-DE" dirty="0" err="1"/>
              <a:t>the</a:t>
            </a:r>
            <a:r>
              <a:rPr lang="de-DE" dirty="0"/>
              <a:t> </a:t>
            </a:r>
            <a:r>
              <a:rPr lang="de-DE" dirty="0" err="1"/>
              <a:t>slide</a:t>
            </a:r>
            <a:endParaRPr lang="en-US" dirty="0"/>
          </a:p>
        </p:txBody>
      </p:sp>
      <p:sp>
        <p:nvSpPr>
          <p:cNvPr id="4" name="Date Placeholder 3"/>
          <p:cNvSpPr>
            <a:spLocks noGrp="1"/>
          </p:cNvSpPr>
          <p:nvPr>
            <p:ph type="dt" sz="half" idx="10"/>
          </p:nvPr>
        </p:nvSpPr>
        <p:spPr bwMode="gray"/>
        <p:txBody>
          <a:bodyPr/>
          <a:lstStyle/>
          <a:p>
            <a:fld id="{1F4AB256-EB6B-4C1B-86EF-F24405B35844}" type="datetime1">
              <a:rPr lang="en-US" smtClean="0"/>
              <a:t>7/6/2026</a:t>
            </a:fld>
            <a:endParaRPr lang="en-US"/>
          </a:p>
        </p:txBody>
      </p:sp>
      <p:sp>
        <p:nvSpPr>
          <p:cNvPr id="5" name="Footer Placeholder 4"/>
          <p:cNvSpPr>
            <a:spLocks noGrp="1"/>
          </p:cNvSpPr>
          <p:nvPr>
            <p:ph type="ftr" sz="quarter" idx="11"/>
          </p:nvPr>
        </p:nvSpPr>
        <p:spPr bwMode="gray"/>
        <p:txBody>
          <a:bodyPr/>
          <a:lstStyle/>
          <a:p>
            <a:r>
              <a:rPr lang="en-US"/>
              <a:t>Title of the presentation</a:t>
            </a:r>
          </a:p>
        </p:txBody>
      </p:sp>
      <p:sp>
        <p:nvSpPr>
          <p:cNvPr id="6" name="Slide Number Placeholder 5"/>
          <p:cNvSpPr>
            <a:spLocks noGrp="1"/>
          </p:cNvSpPr>
          <p:nvPr>
            <p:ph type="sldNum" sz="quarter" idx="12"/>
          </p:nvPr>
        </p:nvSpPr>
        <p:spPr bwMode="gray"/>
        <p:txBody>
          <a:bodyPr/>
          <a:lstStyle/>
          <a:p>
            <a:fld id="{FCB53D23-1D79-480C-B3BE-829293F4503C}" type="slidenum">
              <a:rPr lang="en-US" smtClean="0"/>
              <a:t>‹#›</a:t>
            </a:fld>
            <a:endParaRPr lang="en-US"/>
          </a:p>
        </p:txBody>
      </p:sp>
      <p:sp>
        <p:nvSpPr>
          <p:cNvPr id="9" name="Text Placeholder 8"/>
          <p:cNvSpPr>
            <a:spLocks noGrp="1"/>
          </p:cNvSpPr>
          <p:nvPr>
            <p:ph type="body" sz="quarter" idx="13"/>
          </p:nvPr>
        </p:nvSpPr>
        <p:spPr bwMode="gray"/>
        <p:txBody>
          <a:bodyPr/>
          <a:lstStyle>
            <a:lvl5pPr>
              <a:defRPr/>
            </a:lvl5pPr>
            <a:lvl6pPr marL="359991" indent="-359991">
              <a:defRPr/>
            </a:lvl6pPr>
            <a:lvl7pPr>
              <a:defRPr/>
            </a:lvl7pPr>
            <a:lvl8pPr>
              <a:defRPr>
                <a:solidFill>
                  <a:schemeClr val="accent1"/>
                </a:solidFill>
              </a:defRPr>
            </a:lvl8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de-DE" dirty="0" err="1"/>
              <a:t>sdaf</a:t>
            </a:r>
            <a:endParaRPr lang="de-DE" dirty="0"/>
          </a:p>
          <a:p>
            <a:pPr lvl="6"/>
            <a:r>
              <a:rPr lang="de-DE" dirty="0" err="1"/>
              <a:t>adsf</a:t>
            </a:r>
            <a:endParaRPr lang="de-DE" dirty="0"/>
          </a:p>
          <a:p>
            <a:pPr lvl="7"/>
            <a:r>
              <a:rPr lang="de-DE" dirty="0" err="1"/>
              <a:t>asdf</a:t>
            </a:r>
            <a:endParaRPr lang="en-US" dirty="0"/>
          </a:p>
        </p:txBody>
      </p:sp>
    </p:spTree>
    <p:custDataLst>
      <p:tags r:id="rId1"/>
    </p:custDataLst>
    <p:extLst>
      <p:ext uri="{BB962C8B-B14F-4D97-AF65-F5344CB8AC3E}">
        <p14:creationId xmlns:p14="http://schemas.microsoft.com/office/powerpoint/2010/main" val="2251217536"/>
      </p:ext>
    </p:extLst>
  </p:cSld>
  <p:clrMapOvr>
    <a:masterClrMapping/>
  </p:clrMapOvr>
  <p:transition>
    <p:fade/>
  </p:transition>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bwMode="gray"/>
        <p:txBody>
          <a:bodyPr/>
          <a:lstStyle/>
          <a:p>
            <a:r>
              <a:rPr lang="de-DE" dirty="0"/>
              <a:t>Title </a:t>
            </a:r>
            <a:r>
              <a:rPr lang="de-DE" dirty="0" err="1"/>
              <a:t>of</a:t>
            </a:r>
            <a:r>
              <a:rPr lang="de-DE" dirty="0"/>
              <a:t> </a:t>
            </a:r>
            <a:br>
              <a:rPr lang="de-DE" dirty="0"/>
            </a:br>
            <a:r>
              <a:rPr lang="de-DE" dirty="0" err="1"/>
              <a:t>the</a:t>
            </a:r>
            <a:r>
              <a:rPr lang="de-DE" dirty="0"/>
              <a:t> </a:t>
            </a:r>
            <a:r>
              <a:rPr lang="de-DE" dirty="0" err="1"/>
              <a:t>slide</a:t>
            </a:r>
            <a:endParaRPr lang="en-US" dirty="0"/>
          </a:p>
        </p:txBody>
      </p:sp>
      <p:sp>
        <p:nvSpPr>
          <p:cNvPr id="4" name="Date Placeholder 3"/>
          <p:cNvSpPr>
            <a:spLocks noGrp="1"/>
          </p:cNvSpPr>
          <p:nvPr>
            <p:ph type="dt" sz="half" idx="10"/>
          </p:nvPr>
        </p:nvSpPr>
        <p:spPr bwMode="gray"/>
        <p:txBody>
          <a:bodyPr/>
          <a:lstStyle/>
          <a:p>
            <a:fld id="{373D06AB-66FA-45D9-B9B1-4D77C73D29CD}" type="datetime1">
              <a:rPr lang="en-US" smtClean="0"/>
              <a:t>7/6/2026</a:t>
            </a:fld>
            <a:endParaRPr lang="en-US"/>
          </a:p>
        </p:txBody>
      </p:sp>
      <p:sp>
        <p:nvSpPr>
          <p:cNvPr id="5" name="Footer Placeholder 4"/>
          <p:cNvSpPr>
            <a:spLocks noGrp="1"/>
          </p:cNvSpPr>
          <p:nvPr>
            <p:ph type="ftr" sz="quarter" idx="11"/>
          </p:nvPr>
        </p:nvSpPr>
        <p:spPr bwMode="gray"/>
        <p:txBody>
          <a:bodyPr/>
          <a:lstStyle/>
          <a:p>
            <a:r>
              <a:rPr lang="en-US"/>
              <a:t>Title of the presentation</a:t>
            </a:r>
          </a:p>
        </p:txBody>
      </p:sp>
      <p:sp>
        <p:nvSpPr>
          <p:cNvPr id="6" name="Slide Number Placeholder 5"/>
          <p:cNvSpPr>
            <a:spLocks noGrp="1"/>
          </p:cNvSpPr>
          <p:nvPr>
            <p:ph type="sldNum" sz="quarter" idx="12"/>
          </p:nvPr>
        </p:nvSpPr>
        <p:spPr bwMode="gray"/>
        <p:txBody>
          <a:bodyPr/>
          <a:lstStyle/>
          <a:p>
            <a:fld id="{FCB53D23-1D79-480C-B3BE-829293F4503C}" type="slidenum">
              <a:rPr lang="en-US" smtClean="0"/>
              <a:t>‹#›</a:t>
            </a:fld>
            <a:endParaRPr lang="en-US"/>
          </a:p>
        </p:txBody>
      </p:sp>
    </p:spTree>
    <p:custDataLst>
      <p:tags r:id="rId1"/>
    </p:custDataLst>
    <p:extLst>
      <p:ext uri="{BB962C8B-B14F-4D97-AF65-F5344CB8AC3E}">
        <p14:creationId xmlns:p14="http://schemas.microsoft.com/office/powerpoint/2010/main" val="2589986081"/>
      </p:ext>
    </p:extLst>
  </p:cSld>
  <p:clrMapOvr>
    <a:masterClrMapping/>
  </p:clrMapOvr>
  <p:transition>
    <p:fade/>
  </p:transition>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userDrawn="1">
  <p:cSld name="Text &amp; Image">
    <p:spTree>
      <p:nvGrpSpPr>
        <p:cNvPr id="1" name=""/>
        <p:cNvGrpSpPr/>
        <p:nvPr/>
      </p:nvGrpSpPr>
      <p:grpSpPr>
        <a:xfrm>
          <a:off x="0" y="0"/>
          <a:ext cx="0" cy="0"/>
          <a:chOff x="0" y="0"/>
          <a:chExt cx="0" cy="0"/>
        </a:xfrm>
      </p:grpSpPr>
      <p:sp>
        <p:nvSpPr>
          <p:cNvPr id="3" name="Rectangle 2"/>
          <p:cNvSpPr/>
          <p:nvPr userDrawn="1"/>
        </p:nvSpPr>
        <p:spPr bwMode="gray">
          <a:xfrm>
            <a:off x="9023352" y="0"/>
            <a:ext cx="3168649"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spcBef>
                <a:spcPts val="267"/>
              </a:spcBef>
              <a:spcAft>
                <a:spcPts val="267"/>
              </a:spcAft>
            </a:pPr>
            <a:endParaRPr lang="en-US" sz="1467" dirty="0" err="1">
              <a:solidFill>
                <a:schemeClr val="bg1"/>
              </a:solidFill>
              <a:latin typeface="Avenir Next" panose="020B0503020202020204"/>
            </a:endParaRPr>
          </a:p>
        </p:txBody>
      </p:sp>
      <p:sp>
        <p:nvSpPr>
          <p:cNvPr id="10" name="Picture Placeholder 3"/>
          <p:cNvSpPr>
            <a:spLocks noGrp="1"/>
          </p:cNvSpPr>
          <p:nvPr>
            <p:ph type="pic" sz="quarter" idx="13" hasCustomPrompt="1"/>
          </p:nvPr>
        </p:nvSpPr>
        <p:spPr bwMode="gray">
          <a:xfrm>
            <a:off x="9023352" y="0"/>
            <a:ext cx="3168649" cy="6858000"/>
          </a:xfrm>
          <a:prstGeom prst="rect">
            <a:avLst/>
          </a:prstGeom>
          <a:noFill/>
        </p:spPr>
        <p:txBody>
          <a:bodyPr tIns="0" bIns="720000" anchor="ctr" anchorCtr="0"/>
          <a:lstStyle>
            <a:lvl1pPr algn="ctr">
              <a:defRPr sz="1200" baseline="0">
                <a:solidFill>
                  <a:schemeClr val="tx1"/>
                </a:solidFill>
              </a:defRPr>
            </a:lvl1pPr>
          </a:lstStyle>
          <a:p>
            <a:r>
              <a:rPr lang="de-DE" dirty="0"/>
              <a:t>Click </a:t>
            </a:r>
            <a:r>
              <a:rPr lang="de-DE" dirty="0" err="1"/>
              <a:t>the</a:t>
            </a:r>
            <a:r>
              <a:rPr lang="de-DE" dirty="0"/>
              <a:t> </a:t>
            </a:r>
            <a:r>
              <a:rPr lang="de-DE" dirty="0" err="1"/>
              <a:t>icon</a:t>
            </a:r>
            <a:r>
              <a:rPr lang="de-DE" dirty="0"/>
              <a:t> </a:t>
            </a:r>
            <a:br>
              <a:rPr lang="de-DE" dirty="0"/>
            </a:br>
            <a:r>
              <a:rPr lang="de-DE" dirty="0" err="1"/>
              <a:t>to</a:t>
            </a:r>
            <a:r>
              <a:rPr lang="de-DE" dirty="0"/>
              <a:t> </a:t>
            </a:r>
            <a:r>
              <a:rPr lang="de-DE" dirty="0" err="1"/>
              <a:t>add</a:t>
            </a:r>
            <a:r>
              <a:rPr lang="de-DE" dirty="0"/>
              <a:t> an </a:t>
            </a:r>
            <a:r>
              <a:rPr lang="de-DE" dirty="0" err="1"/>
              <a:t>image</a:t>
            </a:r>
            <a:endParaRPr lang="en-US" dirty="0"/>
          </a:p>
        </p:txBody>
      </p:sp>
      <p:sp>
        <p:nvSpPr>
          <p:cNvPr id="2" name="Title 1"/>
          <p:cNvSpPr>
            <a:spLocks noGrp="1"/>
          </p:cNvSpPr>
          <p:nvPr>
            <p:ph type="title" hasCustomPrompt="1"/>
          </p:nvPr>
        </p:nvSpPr>
        <p:spPr bwMode="gray">
          <a:xfrm>
            <a:off x="431801" y="452969"/>
            <a:ext cx="8401051" cy="912284"/>
          </a:xfrm>
        </p:spPr>
        <p:txBody>
          <a:bodyPr/>
          <a:lstStyle>
            <a:lvl1pPr>
              <a:defRPr baseline="0"/>
            </a:lvl1pPr>
          </a:lstStyle>
          <a:p>
            <a:r>
              <a:rPr lang="de-DE" dirty="0"/>
              <a:t>Title </a:t>
            </a:r>
            <a:r>
              <a:rPr lang="de-DE" dirty="0" err="1"/>
              <a:t>of</a:t>
            </a:r>
            <a:r>
              <a:rPr lang="de-DE" dirty="0"/>
              <a:t> </a:t>
            </a:r>
            <a:br>
              <a:rPr lang="de-DE" dirty="0"/>
            </a:br>
            <a:r>
              <a:rPr lang="de-DE" dirty="0" err="1"/>
              <a:t>the</a:t>
            </a:r>
            <a:r>
              <a:rPr lang="de-DE" dirty="0"/>
              <a:t> </a:t>
            </a:r>
            <a:r>
              <a:rPr lang="de-DE" dirty="0" err="1"/>
              <a:t>slide</a:t>
            </a:r>
            <a:endParaRPr lang="en-US" dirty="0"/>
          </a:p>
        </p:txBody>
      </p:sp>
      <p:sp>
        <p:nvSpPr>
          <p:cNvPr id="4" name="Date Placeholder 3"/>
          <p:cNvSpPr>
            <a:spLocks noGrp="1"/>
          </p:cNvSpPr>
          <p:nvPr>
            <p:ph type="dt" sz="half" idx="10"/>
          </p:nvPr>
        </p:nvSpPr>
        <p:spPr bwMode="gray"/>
        <p:txBody>
          <a:bodyPr/>
          <a:lstStyle>
            <a:lvl1pPr>
              <a:defRPr>
                <a:solidFill>
                  <a:schemeClr val="tx1"/>
                </a:solidFill>
              </a:defRPr>
            </a:lvl1pPr>
          </a:lstStyle>
          <a:p>
            <a:fld id="{F3ED177E-D72F-4503-BA38-AFAF2EE69C99}" type="datetime1">
              <a:rPr lang="en-US" smtClean="0"/>
              <a:t>7/6/2026</a:t>
            </a:fld>
            <a:endParaRPr lang="en-US"/>
          </a:p>
        </p:txBody>
      </p:sp>
      <p:sp>
        <p:nvSpPr>
          <p:cNvPr id="5" name="Footer Placeholder 4"/>
          <p:cNvSpPr>
            <a:spLocks noGrp="1"/>
          </p:cNvSpPr>
          <p:nvPr>
            <p:ph type="ftr" sz="quarter" idx="11"/>
          </p:nvPr>
        </p:nvSpPr>
        <p:spPr bwMode="gray"/>
        <p:txBody>
          <a:bodyPr/>
          <a:lstStyle>
            <a:lvl1pPr>
              <a:defRPr>
                <a:solidFill>
                  <a:schemeClr val="tx1"/>
                </a:solidFill>
              </a:defRPr>
            </a:lvl1pPr>
          </a:lstStyle>
          <a:p>
            <a:r>
              <a:rPr lang="en-US"/>
              <a:t>Title of the presentation</a:t>
            </a:r>
            <a:endParaRPr lang="en-US" dirty="0"/>
          </a:p>
        </p:txBody>
      </p:sp>
      <p:sp>
        <p:nvSpPr>
          <p:cNvPr id="6" name="Slide Number Placeholder 5"/>
          <p:cNvSpPr>
            <a:spLocks noGrp="1"/>
          </p:cNvSpPr>
          <p:nvPr>
            <p:ph type="sldNum" sz="quarter" idx="12"/>
          </p:nvPr>
        </p:nvSpPr>
        <p:spPr bwMode="gray"/>
        <p:txBody>
          <a:bodyPr/>
          <a:lstStyle>
            <a:lvl1pPr>
              <a:defRPr>
                <a:solidFill>
                  <a:schemeClr val="tx1"/>
                </a:solidFill>
              </a:defRPr>
            </a:lvl1pPr>
          </a:lstStyle>
          <a:p>
            <a:fld id="{FCB53D23-1D79-480C-B3BE-829293F4503C}" type="slidenum">
              <a:rPr lang="en-US" smtClean="0"/>
              <a:pPr/>
              <a:t>‹#›</a:t>
            </a:fld>
            <a:endParaRPr lang="en-US"/>
          </a:p>
        </p:txBody>
      </p:sp>
      <p:sp>
        <p:nvSpPr>
          <p:cNvPr id="7" name="Text Placeholder 6"/>
          <p:cNvSpPr>
            <a:spLocks noGrp="1"/>
          </p:cNvSpPr>
          <p:nvPr>
            <p:ph type="body" sz="quarter" idx="14"/>
          </p:nvPr>
        </p:nvSpPr>
        <p:spPr bwMode="gray">
          <a:xfrm>
            <a:off x="431801" y="1701800"/>
            <a:ext cx="8401051" cy="432011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Text Placeholder 10"/>
          <p:cNvSpPr>
            <a:spLocks noGrp="1"/>
          </p:cNvSpPr>
          <p:nvPr>
            <p:ph type="body" sz="quarter" idx="15" hasCustomPrompt="1"/>
          </p:nvPr>
        </p:nvSpPr>
        <p:spPr bwMode="gray">
          <a:xfrm>
            <a:off x="8086541" y="5335797"/>
            <a:ext cx="951524" cy="951523"/>
          </a:xfrm>
          <a:prstGeom prst="ellipse">
            <a:avLst/>
          </a:prstGeom>
          <a:solidFill>
            <a:schemeClr val="accent1"/>
          </a:solidFill>
        </p:spPr>
        <p:txBody>
          <a:bodyPr anchor="ctr"/>
          <a:lstStyle>
            <a:lvl1pPr marL="0" indent="0" algn="ctr">
              <a:lnSpc>
                <a:spcPct val="100000"/>
              </a:lnSpc>
              <a:spcBef>
                <a:spcPts val="0"/>
              </a:spcBef>
              <a:spcAft>
                <a:spcPts val="0"/>
              </a:spcAft>
              <a:buFont typeface="Arial" panose="020B0604020202020204" pitchFamily="34" charset="0"/>
              <a:buNone/>
              <a:defRPr sz="267" b="0" baseline="0">
                <a:solidFill>
                  <a:schemeClr val="accent1">
                    <a:alpha val="0"/>
                  </a:schemeClr>
                </a:solidFill>
                <a:latin typeface="Avenir Next" panose="020B0503020202020204"/>
              </a:defRPr>
            </a:lvl1pPr>
            <a:lvl2pPr marL="0" indent="0" algn="ctr">
              <a:lnSpc>
                <a:spcPct val="100000"/>
              </a:lnSpc>
              <a:spcBef>
                <a:spcPts val="0"/>
              </a:spcBef>
              <a:spcAft>
                <a:spcPts val="0"/>
              </a:spcAft>
              <a:buFont typeface="Arial" panose="020B0604020202020204" pitchFamily="34" charset="0"/>
              <a:buNone/>
              <a:defRPr sz="267" b="0">
                <a:solidFill>
                  <a:schemeClr val="accent1">
                    <a:alpha val="0"/>
                  </a:schemeClr>
                </a:solidFill>
                <a:latin typeface="+mn-lt"/>
              </a:defRPr>
            </a:lvl2pPr>
            <a:lvl3pPr marL="0" indent="0" algn="ctr">
              <a:lnSpc>
                <a:spcPct val="100000"/>
              </a:lnSpc>
              <a:spcBef>
                <a:spcPts val="0"/>
              </a:spcBef>
              <a:spcAft>
                <a:spcPts val="0"/>
              </a:spcAft>
              <a:buFont typeface="Arial" panose="020B0604020202020204" pitchFamily="34" charset="0"/>
              <a:buNone/>
              <a:defRPr sz="267" b="0">
                <a:solidFill>
                  <a:schemeClr val="accent1">
                    <a:alpha val="0"/>
                  </a:schemeClr>
                </a:solidFill>
                <a:latin typeface="+mn-lt"/>
              </a:defRPr>
            </a:lvl3pPr>
            <a:lvl4pPr marL="0" indent="0" algn="ctr">
              <a:lnSpc>
                <a:spcPct val="100000"/>
              </a:lnSpc>
              <a:spcBef>
                <a:spcPts val="0"/>
              </a:spcBef>
              <a:spcAft>
                <a:spcPts val="0"/>
              </a:spcAft>
              <a:buFont typeface="Arial" panose="020B0604020202020204" pitchFamily="34" charset="0"/>
              <a:buNone/>
              <a:defRPr sz="267" b="0">
                <a:solidFill>
                  <a:schemeClr val="accent1">
                    <a:alpha val="0"/>
                  </a:schemeClr>
                </a:solidFill>
                <a:latin typeface="+mn-lt"/>
              </a:defRPr>
            </a:lvl4pPr>
            <a:lvl5pPr marL="0" indent="0" algn="ctr">
              <a:lnSpc>
                <a:spcPct val="100000"/>
              </a:lnSpc>
              <a:spcBef>
                <a:spcPts val="0"/>
              </a:spcBef>
              <a:spcAft>
                <a:spcPts val="0"/>
              </a:spcAft>
              <a:buFont typeface="Arial" panose="020B0604020202020204" pitchFamily="34" charset="0"/>
              <a:buNone/>
              <a:defRPr sz="267" b="0">
                <a:solidFill>
                  <a:schemeClr val="accent1">
                    <a:alpha val="0"/>
                  </a:schemeClr>
                </a:solidFill>
                <a:latin typeface="+mn-lt"/>
              </a:defRPr>
            </a:lvl5pPr>
            <a:lvl6pPr marL="0" indent="0" algn="ctr">
              <a:lnSpc>
                <a:spcPct val="100000"/>
              </a:lnSpc>
              <a:spcBef>
                <a:spcPts val="0"/>
              </a:spcBef>
              <a:spcAft>
                <a:spcPts val="0"/>
              </a:spcAft>
              <a:buFont typeface="Arial" panose="020B0604020202020204" pitchFamily="34" charset="0"/>
              <a:buNone/>
              <a:defRPr sz="267" b="0">
                <a:solidFill>
                  <a:schemeClr val="accent1">
                    <a:alpha val="0"/>
                  </a:schemeClr>
                </a:solidFill>
                <a:latin typeface="+mn-lt"/>
              </a:defRPr>
            </a:lvl6pPr>
            <a:lvl7pPr marL="0" indent="0" algn="ctr">
              <a:lnSpc>
                <a:spcPct val="100000"/>
              </a:lnSpc>
              <a:spcBef>
                <a:spcPts val="0"/>
              </a:spcBef>
              <a:spcAft>
                <a:spcPts val="0"/>
              </a:spcAft>
              <a:buFont typeface="Arial" panose="020B0604020202020204" pitchFamily="34" charset="0"/>
              <a:buNone/>
              <a:defRPr sz="267" b="0">
                <a:solidFill>
                  <a:schemeClr val="accent1">
                    <a:alpha val="0"/>
                  </a:schemeClr>
                </a:solidFill>
                <a:latin typeface="+mn-lt"/>
              </a:defRPr>
            </a:lvl7pPr>
            <a:lvl8pPr marL="0" indent="0" algn="ctr">
              <a:lnSpc>
                <a:spcPct val="100000"/>
              </a:lnSpc>
              <a:spcBef>
                <a:spcPts val="0"/>
              </a:spcBef>
              <a:spcAft>
                <a:spcPts val="0"/>
              </a:spcAft>
              <a:buFont typeface="Arial" panose="020B0604020202020204" pitchFamily="34" charset="0"/>
              <a:buNone/>
              <a:defRPr sz="267" b="0">
                <a:solidFill>
                  <a:schemeClr val="accent1">
                    <a:alpha val="0"/>
                  </a:schemeClr>
                </a:solidFill>
                <a:latin typeface="+mn-lt"/>
              </a:defRPr>
            </a:lvl8pPr>
            <a:lvl9pPr marL="0" indent="0" algn="ctr">
              <a:lnSpc>
                <a:spcPct val="100000"/>
              </a:lnSpc>
              <a:spcBef>
                <a:spcPts val="0"/>
              </a:spcBef>
              <a:spcAft>
                <a:spcPts val="0"/>
              </a:spcAft>
              <a:buFont typeface="Arial" panose="020B0604020202020204" pitchFamily="34" charset="0"/>
              <a:buNone/>
              <a:defRPr sz="267" b="0">
                <a:solidFill>
                  <a:schemeClr val="accent1">
                    <a:alpha val="0"/>
                  </a:schemeClr>
                </a:solidFill>
                <a:latin typeface="+mn-lt"/>
              </a:defRPr>
            </a:lvl9pPr>
          </a:lstStyle>
          <a:p>
            <a:pPr lvl="0"/>
            <a:r>
              <a:rPr lang="de-DE" dirty="0"/>
              <a:t> </a:t>
            </a:r>
          </a:p>
        </p:txBody>
      </p:sp>
      <p:sp>
        <p:nvSpPr>
          <p:cNvPr id="15" name="Text Placeholder 10"/>
          <p:cNvSpPr>
            <a:spLocks noGrp="1"/>
          </p:cNvSpPr>
          <p:nvPr>
            <p:ph type="body" sz="quarter" idx="18" hasCustomPrompt="1"/>
          </p:nvPr>
        </p:nvSpPr>
        <p:spPr bwMode="gray">
          <a:xfrm>
            <a:off x="8656883" y="5437765"/>
            <a:ext cx="723856" cy="723857"/>
          </a:xfrm>
          <a:prstGeom prst="ellipse">
            <a:avLst/>
          </a:prstGeom>
          <a:solidFill>
            <a:schemeClr val="tx2"/>
          </a:solidFill>
        </p:spPr>
        <p:txBody>
          <a:bodyPr anchor="ctr"/>
          <a:lstStyle>
            <a:lvl1pPr marL="0" indent="0" algn="ctr">
              <a:lnSpc>
                <a:spcPct val="100000"/>
              </a:lnSpc>
              <a:spcBef>
                <a:spcPts val="0"/>
              </a:spcBef>
              <a:spcAft>
                <a:spcPts val="0"/>
              </a:spcAft>
              <a:buFont typeface="Arial" panose="020B0604020202020204" pitchFamily="34" charset="0"/>
              <a:buNone/>
              <a:defRPr sz="533" b="0">
                <a:solidFill>
                  <a:schemeClr val="bg1">
                    <a:alpha val="0"/>
                  </a:schemeClr>
                </a:solidFill>
                <a:latin typeface="Avenir Next" panose="020B0503020202020204"/>
              </a:defRPr>
            </a:lvl1pPr>
            <a:lvl2pPr marL="0" indent="0" algn="ctr">
              <a:lnSpc>
                <a:spcPct val="100000"/>
              </a:lnSpc>
              <a:spcBef>
                <a:spcPts val="0"/>
              </a:spcBef>
              <a:spcAft>
                <a:spcPts val="0"/>
              </a:spcAft>
              <a:buFont typeface="Arial" panose="020B0604020202020204" pitchFamily="34" charset="0"/>
              <a:buNone/>
              <a:defRPr sz="533" b="0">
                <a:solidFill>
                  <a:schemeClr val="bg1">
                    <a:alpha val="0"/>
                  </a:schemeClr>
                </a:solidFill>
                <a:latin typeface="+mn-lt"/>
              </a:defRPr>
            </a:lvl2pPr>
            <a:lvl3pPr marL="0" indent="0" algn="ctr">
              <a:lnSpc>
                <a:spcPct val="100000"/>
              </a:lnSpc>
              <a:spcBef>
                <a:spcPts val="0"/>
              </a:spcBef>
              <a:spcAft>
                <a:spcPts val="0"/>
              </a:spcAft>
              <a:buFont typeface="Arial" panose="020B0604020202020204" pitchFamily="34" charset="0"/>
              <a:buNone/>
              <a:defRPr sz="533" b="0">
                <a:solidFill>
                  <a:schemeClr val="bg1">
                    <a:alpha val="0"/>
                  </a:schemeClr>
                </a:solidFill>
                <a:latin typeface="+mn-lt"/>
              </a:defRPr>
            </a:lvl3pPr>
            <a:lvl4pPr marL="0" indent="0" algn="ctr">
              <a:lnSpc>
                <a:spcPct val="100000"/>
              </a:lnSpc>
              <a:spcBef>
                <a:spcPts val="0"/>
              </a:spcBef>
              <a:spcAft>
                <a:spcPts val="0"/>
              </a:spcAft>
              <a:buFont typeface="Arial" panose="020B0604020202020204" pitchFamily="34" charset="0"/>
              <a:buNone/>
              <a:defRPr sz="533" b="0">
                <a:solidFill>
                  <a:schemeClr val="bg1">
                    <a:alpha val="0"/>
                  </a:schemeClr>
                </a:solidFill>
                <a:latin typeface="+mn-lt"/>
              </a:defRPr>
            </a:lvl4pPr>
            <a:lvl5pPr marL="0" indent="0" algn="ctr">
              <a:lnSpc>
                <a:spcPct val="100000"/>
              </a:lnSpc>
              <a:spcBef>
                <a:spcPts val="0"/>
              </a:spcBef>
              <a:spcAft>
                <a:spcPts val="0"/>
              </a:spcAft>
              <a:buFont typeface="Arial" panose="020B0604020202020204" pitchFamily="34" charset="0"/>
              <a:buNone/>
              <a:defRPr sz="533" b="0">
                <a:solidFill>
                  <a:schemeClr val="bg1">
                    <a:alpha val="0"/>
                  </a:schemeClr>
                </a:solidFill>
                <a:latin typeface="+mn-lt"/>
              </a:defRPr>
            </a:lvl5pPr>
            <a:lvl6pPr marL="0" indent="0" algn="ctr">
              <a:lnSpc>
                <a:spcPct val="100000"/>
              </a:lnSpc>
              <a:spcBef>
                <a:spcPts val="0"/>
              </a:spcBef>
              <a:spcAft>
                <a:spcPts val="0"/>
              </a:spcAft>
              <a:buFont typeface="Arial" panose="020B0604020202020204" pitchFamily="34" charset="0"/>
              <a:buNone/>
              <a:defRPr sz="533" b="0">
                <a:solidFill>
                  <a:schemeClr val="bg1">
                    <a:alpha val="0"/>
                  </a:schemeClr>
                </a:solidFill>
                <a:latin typeface="+mn-lt"/>
              </a:defRPr>
            </a:lvl6pPr>
            <a:lvl7pPr marL="0" indent="0" algn="ctr">
              <a:lnSpc>
                <a:spcPct val="100000"/>
              </a:lnSpc>
              <a:spcBef>
                <a:spcPts val="0"/>
              </a:spcBef>
              <a:spcAft>
                <a:spcPts val="0"/>
              </a:spcAft>
              <a:buFont typeface="Arial" panose="020B0604020202020204" pitchFamily="34" charset="0"/>
              <a:buNone/>
              <a:defRPr sz="533" b="0">
                <a:solidFill>
                  <a:schemeClr val="bg1">
                    <a:alpha val="0"/>
                  </a:schemeClr>
                </a:solidFill>
                <a:latin typeface="+mn-lt"/>
              </a:defRPr>
            </a:lvl7pPr>
            <a:lvl8pPr marL="0" indent="0" algn="ctr">
              <a:lnSpc>
                <a:spcPct val="100000"/>
              </a:lnSpc>
              <a:spcBef>
                <a:spcPts val="0"/>
              </a:spcBef>
              <a:spcAft>
                <a:spcPts val="0"/>
              </a:spcAft>
              <a:buFont typeface="Arial" panose="020B0604020202020204" pitchFamily="34" charset="0"/>
              <a:buNone/>
              <a:defRPr sz="533" b="0">
                <a:solidFill>
                  <a:schemeClr val="bg1">
                    <a:alpha val="0"/>
                  </a:schemeClr>
                </a:solidFill>
                <a:latin typeface="+mn-lt"/>
              </a:defRPr>
            </a:lvl8pPr>
            <a:lvl9pPr marL="0" indent="0" algn="ctr">
              <a:lnSpc>
                <a:spcPct val="100000"/>
              </a:lnSpc>
              <a:spcBef>
                <a:spcPts val="0"/>
              </a:spcBef>
              <a:spcAft>
                <a:spcPts val="0"/>
              </a:spcAft>
              <a:buFont typeface="Arial" panose="020B0604020202020204" pitchFamily="34" charset="0"/>
              <a:buNone/>
              <a:defRPr sz="533" b="0">
                <a:solidFill>
                  <a:schemeClr val="bg1">
                    <a:alpha val="0"/>
                  </a:schemeClr>
                </a:solidFill>
                <a:latin typeface="+mn-lt"/>
              </a:defRPr>
            </a:lvl9pPr>
          </a:lstStyle>
          <a:p>
            <a:pPr lvl="0"/>
            <a:r>
              <a:rPr lang="de-DE" dirty="0"/>
              <a:t> </a:t>
            </a:r>
          </a:p>
        </p:txBody>
      </p:sp>
      <p:sp>
        <p:nvSpPr>
          <p:cNvPr id="16" name="Text Placeholder 10"/>
          <p:cNvSpPr>
            <a:spLocks noGrp="1"/>
          </p:cNvSpPr>
          <p:nvPr>
            <p:ph type="body" sz="quarter" idx="20" hasCustomPrompt="1"/>
          </p:nvPr>
        </p:nvSpPr>
        <p:spPr bwMode="gray">
          <a:xfrm>
            <a:off x="8669515" y="4781625"/>
            <a:ext cx="321600" cy="321600"/>
          </a:xfrm>
          <a:prstGeom prst="ellipse">
            <a:avLst/>
          </a:prstGeom>
          <a:solidFill>
            <a:schemeClr val="accent1"/>
          </a:solidFill>
        </p:spPr>
        <p:txBody>
          <a:bodyPr anchor="ctr"/>
          <a:lstStyle>
            <a:lvl1pPr marL="0" indent="0" algn="ctr">
              <a:lnSpc>
                <a:spcPct val="100000"/>
              </a:lnSpc>
              <a:spcBef>
                <a:spcPts val="0"/>
              </a:spcBef>
              <a:spcAft>
                <a:spcPts val="0"/>
              </a:spcAft>
              <a:buFont typeface="Arial" panose="020B0604020202020204" pitchFamily="34" charset="0"/>
              <a:buNone/>
              <a:defRPr sz="267" b="0" baseline="0">
                <a:solidFill>
                  <a:schemeClr val="accent1">
                    <a:alpha val="0"/>
                  </a:schemeClr>
                </a:solidFill>
                <a:latin typeface="Avenir Next" panose="020B0503020202020204"/>
              </a:defRPr>
            </a:lvl1pPr>
            <a:lvl2pPr marL="0" indent="0" algn="ctr">
              <a:lnSpc>
                <a:spcPct val="100000"/>
              </a:lnSpc>
              <a:spcBef>
                <a:spcPts val="0"/>
              </a:spcBef>
              <a:spcAft>
                <a:spcPts val="0"/>
              </a:spcAft>
              <a:buFont typeface="Arial" panose="020B0604020202020204" pitchFamily="34" charset="0"/>
              <a:buNone/>
              <a:defRPr sz="267" b="0">
                <a:solidFill>
                  <a:schemeClr val="accent1">
                    <a:alpha val="0"/>
                  </a:schemeClr>
                </a:solidFill>
                <a:latin typeface="+mn-lt"/>
              </a:defRPr>
            </a:lvl2pPr>
            <a:lvl3pPr marL="0" indent="0" algn="ctr">
              <a:lnSpc>
                <a:spcPct val="100000"/>
              </a:lnSpc>
              <a:spcBef>
                <a:spcPts val="0"/>
              </a:spcBef>
              <a:spcAft>
                <a:spcPts val="0"/>
              </a:spcAft>
              <a:buFont typeface="Arial" panose="020B0604020202020204" pitchFamily="34" charset="0"/>
              <a:buNone/>
              <a:defRPr sz="267" b="0">
                <a:solidFill>
                  <a:schemeClr val="accent1">
                    <a:alpha val="0"/>
                  </a:schemeClr>
                </a:solidFill>
                <a:latin typeface="+mn-lt"/>
              </a:defRPr>
            </a:lvl3pPr>
            <a:lvl4pPr marL="0" indent="0" algn="ctr">
              <a:lnSpc>
                <a:spcPct val="100000"/>
              </a:lnSpc>
              <a:spcBef>
                <a:spcPts val="0"/>
              </a:spcBef>
              <a:spcAft>
                <a:spcPts val="0"/>
              </a:spcAft>
              <a:buFont typeface="Arial" panose="020B0604020202020204" pitchFamily="34" charset="0"/>
              <a:buNone/>
              <a:defRPr sz="267" b="0">
                <a:solidFill>
                  <a:schemeClr val="accent1">
                    <a:alpha val="0"/>
                  </a:schemeClr>
                </a:solidFill>
                <a:latin typeface="+mn-lt"/>
              </a:defRPr>
            </a:lvl4pPr>
            <a:lvl5pPr marL="0" indent="0" algn="ctr">
              <a:lnSpc>
                <a:spcPct val="100000"/>
              </a:lnSpc>
              <a:spcBef>
                <a:spcPts val="0"/>
              </a:spcBef>
              <a:spcAft>
                <a:spcPts val="0"/>
              </a:spcAft>
              <a:buFont typeface="Arial" panose="020B0604020202020204" pitchFamily="34" charset="0"/>
              <a:buNone/>
              <a:defRPr sz="267" b="0">
                <a:solidFill>
                  <a:schemeClr val="accent1">
                    <a:alpha val="0"/>
                  </a:schemeClr>
                </a:solidFill>
                <a:latin typeface="+mn-lt"/>
              </a:defRPr>
            </a:lvl5pPr>
            <a:lvl6pPr marL="0" indent="0" algn="ctr">
              <a:lnSpc>
                <a:spcPct val="100000"/>
              </a:lnSpc>
              <a:spcBef>
                <a:spcPts val="0"/>
              </a:spcBef>
              <a:spcAft>
                <a:spcPts val="0"/>
              </a:spcAft>
              <a:buFont typeface="Arial" panose="020B0604020202020204" pitchFamily="34" charset="0"/>
              <a:buNone/>
              <a:defRPr sz="267" b="0">
                <a:solidFill>
                  <a:schemeClr val="accent1">
                    <a:alpha val="0"/>
                  </a:schemeClr>
                </a:solidFill>
                <a:latin typeface="+mn-lt"/>
              </a:defRPr>
            </a:lvl6pPr>
            <a:lvl7pPr marL="0" indent="0" algn="ctr">
              <a:lnSpc>
                <a:spcPct val="100000"/>
              </a:lnSpc>
              <a:spcBef>
                <a:spcPts val="0"/>
              </a:spcBef>
              <a:spcAft>
                <a:spcPts val="0"/>
              </a:spcAft>
              <a:buFont typeface="Arial" panose="020B0604020202020204" pitchFamily="34" charset="0"/>
              <a:buNone/>
              <a:defRPr sz="267" b="0">
                <a:solidFill>
                  <a:schemeClr val="accent1">
                    <a:alpha val="0"/>
                  </a:schemeClr>
                </a:solidFill>
                <a:latin typeface="+mn-lt"/>
              </a:defRPr>
            </a:lvl7pPr>
            <a:lvl8pPr marL="0" indent="0" algn="ctr">
              <a:lnSpc>
                <a:spcPct val="100000"/>
              </a:lnSpc>
              <a:spcBef>
                <a:spcPts val="0"/>
              </a:spcBef>
              <a:spcAft>
                <a:spcPts val="0"/>
              </a:spcAft>
              <a:buFont typeface="Arial" panose="020B0604020202020204" pitchFamily="34" charset="0"/>
              <a:buNone/>
              <a:defRPr sz="267" b="0">
                <a:solidFill>
                  <a:schemeClr val="accent1">
                    <a:alpha val="0"/>
                  </a:schemeClr>
                </a:solidFill>
                <a:latin typeface="+mn-lt"/>
              </a:defRPr>
            </a:lvl8pPr>
            <a:lvl9pPr marL="0" indent="0" algn="ctr">
              <a:lnSpc>
                <a:spcPct val="100000"/>
              </a:lnSpc>
              <a:spcBef>
                <a:spcPts val="0"/>
              </a:spcBef>
              <a:spcAft>
                <a:spcPts val="0"/>
              </a:spcAft>
              <a:buFont typeface="Arial" panose="020B0604020202020204" pitchFamily="34" charset="0"/>
              <a:buNone/>
              <a:defRPr sz="267" b="0">
                <a:solidFill>
                  <a:schemeClr val="accent1">
                    <a:alpha val="0"/>
                  </a:schemeClr>
                </a:solidFill>
                <a:latin typeface="+mn-lt"/>
              </a:defRPr>
            </a:lvl9pPr>
          </a:lstStyle>
          <a:p>
            <a:pPr lvl="0"/>
            <a:r>
              <a:rPr lang="de-DE" dirty="0"/>
              <a:t> </a:t>
            </a:r>
          </a:p>
        </p:txBody>
      </p:sp>
      <p:sp>
        <p:nvSpPr>
          <p:cNvPr id="17" name="Text Placeholder 10"/>
          <p:cNvSpPr>
            <a:spLocks noGrp="1"/>
          </p:cNvSpPr>
          <p:nvPr>
            <p:ph type="body" sz="quarter" idx="21" hasCustomPrompt="1"/>
          </p:nvPr>
        </p:nvSpPr>
        <p:spPr bwMode="gray">
          <a:xfrm>
            <a:off x="8727245" y="6424372"/>
            <a:ext cx="724800" cy="724800"/>
          </a:xfrm>
          <a:prstGeom prst="ellipse">
            <a:avLst/>
          </a:prstGeom>
          <a:solidFill>
            <a:schemeClr val="accent1"/>
          </a:solidFill>
        </p:spPr>
        <p:txBody>
          <a:bodyPr anchor="ctr"/>
          <a:lstStyle>
            <a:lvl1pPr marL="0" indent="0" algn="ctr">
              <a:lnSpc>
                <a:spcPct val="100000"/>
              </a:lnSpc>
              <a:spcBef>
                <a:spcPts val="0"/>
              </a:spcBef>
              <a:spcAft>
                <a:spcPts val="0"/>
              </a:spcAft>
              <a:buFont typeface="Arial" panose="020B0604020202020204" pitchFamily="34" charset="0"/>
              <a:buNone/>
              <a:defRPr sz="267" b="0" baseline="0">
                <a:solidFill>
                  <a:schemeClr val="accent1">
                    <a:alpha val="0"/>
                  </a:schemeClr>
                </a:solidFill>
                <a:latin typeface="Avenir Next" panose="020B0503020202020204"/>
              </a:defRPr>
            </a:lvl1pPr>
            <a:lvl2pPr marL="0" indent="0" algn="ctr">
              <a:lnSpc>
                <a:spcPct val="100000"/>
              </a:lnSpc>
              <a:spcBef>
                <a:spcPts val="0"/>
              </a:spcBef>
              <a:spcAft>
                <a:spcPts val="0"/>
              </a:spcAft>
              <a:buFont typeface="Arial" panose="020B0604020202020204" pitchFamily="34" charset="0"/>
              <a:buNone/>
              <a:defRPr sz="267" b="0">
                <a:solidFill>
                  <a:schemeClr val="accent1">
                    <a:alpha val="0"/>
                  </a:schemeClr>
                </a:solidFill>
                <a:latin typeface="+mn-lt"/>
              </a:defRPr>
            </a:lvl2pPr>
            <a:lvl3pPr marL="0" indent="0" algn="ctr">
              <a:lnSpc>
                <a:spcPct val="100000"/>
              </a:lnSpc>
              <a:spcBef>
                <a:spcPts val="0"/>
              </a:spcBef>
              <a:spcAft>
                <a:spcPts val="0"/>
              </a:spcAft>
              <a:buFont typeface="Arial" panose="020B0604020202020204" pitchFamily="34" charset="0"/>
              <a:buNone/>
              <a:defRPr sz="267" b="0">
                <a:solidFill>
                  <a:schemeClr val="accent1">
                    <a:alpha val="0"/>
                  </a:schemeClr>
                </a:solidFill>
                <a:latin typeface="+mn-lt"/>
              </a:defRPr>
            </a:lvl3pPr>
            <a:lvl4pPr marL="0" indent="0" algn="ctr">
              <a:lnSpc>
                <a:spcPct val="100000"/>
              </a:lnSpc>
              <a:spcBef>
                <a:spcPts val="0"/>
              </a:spcBef>
              <a:spcAft>
                <a:spcPts val="0"/>
              </a:spcAft>
              <a:buFont typeface="Arial" panose="020B0604020202020204" pitchFamily="34" charset="0"/>
              <a:buNone/>
              <a:defRPr sz="267" b="0">
                <a:solidFill>
                  <a:schemeClr val="accent1">
                    <a:alpha val="0"/>
                  </a:schemeClr>
                </a:solidFill>
                <a:latin typeface="+mn-lt"/>
              </a:defRPr>
            </a:lvl4pPr>
            <a:lvl5pPr marL="0" indent="0" algn="ctr">
              <a:lnSpc>
                <a:spcPct val="100000"/>
              </a:lnSpc>
              <a:spcBef>
                <a:spcPts val="0"/>
              </a:spcBef>
              <a:spcAft>
                <a:spcPts val="0"/>
              </a:spcAft>
              <a:buFont typeface="Arial" panose="020B0604020202020204" pitchFamily="34" charset="0"/>
              <a:buNone/>
              <a:defRPr sz="267" b="0">
                <a:solidFill>
                  <a:schemeClr val="accent1">
                    <a:alpha val="0"/>
                  </a:schemeClr>
                </a:solidFill>
                <a:latin typeface="+mn-lt"/>
              </a:defRPr>
            </a:lvl5pPr>
            <a:lvl6pPr marL="0" indent="0" algn="ctr">
              <a:lnSpc>
                <a:spcPct val="100000"/>
              </a:lnSpc>
              <a:spcBef>
                <a:spcPts val="0"/>
              </a:spcBef>
              <a:spcAft>
                <a:spcPts val="0"/>
              </a:spcAft>
              <a:buFont typeface="Arial" panose="020B0604020202020204" pitchFamily="34" charset="0"/>
              <a:buNone/>
              <a:defRPr sz="267" b="0">
                <a:solidFill>
                  <a:schemeClr val="accent1">
                    <a:alpha val="0"/>
                  </a:schemeClr>
                </a:solidFill>
                <a:latin typeface="+mn-lt"/>
              </a:defRPr>
            </a:lvl6pPr>
            <a:lvl7pPr marL="0" indent="0" algn="ctr">
              <a:lnSpc>
                <a:spcPct val="100000"/>
              </a:lnSpc>
              <a:spcBef>
                <a:spcPts val="0"/>
              </a:spcBef>
              <a:spcAft>
                <a:spcPts val="0"/>
              </a:spcAft>
              <a:buFont typeface="Arial" panose="020B0604020202020204" pitchFamily="34" charset="0"/>
              <a:buNone/>
              <a:defRPr sz="267" b="0">
                <a:solidFill>
                  <a:schemeClr val="accent1">
                    <a:alpha val="0"/>
                  </a:schemeClr>
                </a:solidFill>
                <a:latin typeface="+mn-lt"/>
              </a:defRPr>
            </a:lvl7pPr>
            <a:lvl8pPr marL="0" indent="0" algn="ctr">
              <a:lnSpc>
                <a:spcPct val="100000"/>
              </a:lnSpc>
              <a:spcBef>
                <a:spcPts val="0"/>
              </a:spcBef>
              <a:spcAft>
                <a:spcPts val="0"/>
              </a:spcAft>
              <a:buFont typeface="Arial" panose="020B0604020202020204" pitchFamily="34" charset="0"/>
              <a:buNone/>
              <a:defRPr sz="267" b="0">
                <a:solidFill>
                  <a:schemeClr val="accent1">
                    <a:alpha val="0"/>
                  </a:schemeClr>
                </a:solidFill>
                <a:latin typeface="+mn-lt"/>
              </a:defRPr>
            </a:lvl8pPr>
            <a:lvl9pPr marL="0" indent="0" algn="ctr">
              <a:lnSpc>
                <a:spcPct val="100000"/>
              </a:lnSpc>
              <a:spcBef>
                <a:spcPts val="0"/>
              </a:spcBef>
              <a:spcAft>
                <a:spcPts val="0"/>
              </a:spcAft>
              <a:buFont typeface="Arial" panose="020B0604020202020204" pitchFamily="34" charset="0"/>
              <a:buNone/>
              <a:defRPr sz="267" b="0">
                <a:solidFill>
                  <a:schemeClr val="accent1">
                    <a:alpha val="0"/>
                  </a:schemeClr>
                </a:solidFill>
                <a:latin typeface="+mn-lt"/>
              </a:defRPr>
            </a:lvl9pPr>
          </a:lstStyle>
          <a:p>
            <a:pPr lvl="0"/>
            <a:r>
              <a:rPr lang="de-DE" dirty="0"/>
              <a:t> </a:t>
            </a:r>
          </a:p>
        </p:txBody>
      </p:sp>
      <p:sp>
        <p:nvSpPr>
          <p:cNvPr id="18" name="Text Placeholder 10"/>
          <p:cNvSpPr>
            <a:spLocks noGrp="1"/>
          </p:cNvSpPr>
          <p:nvPr>
            <p:ph type="body" sz="quarter" idx="22" hasCustomPrompt="1"/>
          </p:nvPr>
        </p:nvSpPr>
        <p:spPr bwMode="gray">
          <a:xfrm>
            <a:off x="9117813" y="3794075"/>
            <a:ext cx="321600" cy="321600"/>
          </a:xfrm>
          <a:prstGeom prst="ellipse">
            <a:avLst/>
          </a:prstGeom>
          <a:solidFill>
            <a:schemeClr val="tx2"/>
          </a:solidFill>
        </p:spPr>
        <p:txBody>
          <a:bodyPr anchor="ctr"/>
          <a:lstStyle>
            <a:lvl1pPr marL="0" indent="0" algn="ctr">
              <a:lnSpc>
                <a:spcPct val="100000"/>
              </a:lnSpc>
              <a:spcBef>
                <a:spcPts val="0"/>
              </a:spcBef>
              <a:spcAft>
                <a:spcPts val="0"/>
              </a:spcAft>
              <a:buFont typeface="Arial" panose="020B0604020202020204" pitchFamily="34" charset="0"/>
              <a:buNone/>
              <a:defRPr sz="533" b="0">
                <a:solidFill>
                  <a:schemeClr val="bg1">
                    <a:alpha val="0"/>
                  </a:schemeClr>
                </a:solidFill>
                <a:latin typeface="Avenir Next" panose="020B0503020202020204"/>
              </a:defRPr>
            </a:lvl1pPr>
            <a:lvl2pPr marL="0" indent="0" algn="ctr">
              <a:lnSpc>
                <a:spcPct val="100000"/>
              </a:lnSpc>
              <a:spcBef>
                <a:spcPts val="0"/>
              </a:spcBef>
              <a:spcAft>
                <a:spcPts val="0"/>
              </a:spcAft>
              <a:buFont typeface="Arial" panose="020B0604020202020204" pitchFamily="34" charset="0"/>
              <a:buNone/>
              <a:defRPr sz="533" b="0">
                <a:solidFill>
                  <a:schemeClr val="bg1">
                    <a:alpha val="0"/>
                  </a:schemeClr>
                </a:solidFill>
                <a:latin typeface="+mn-lt"/>
              </a:defRPr>
            </a:lvl2pPr>
            <a:lvl3pPr marL="0" indent="0" algn="ctr">
              <a:lnSpc>
                <a:spcPct val="100000"/>
              </a:lnSpc>
              <a:spcBef>
                <a:spcPts val="0"/>
              </a:spcBef>
              <a:spcAft>
                <a:spcPts val="0"/>
              </a:spcAft>
              <a:buFont typeface="Arial" panose="020B0604020202020204" pitchFamily="34" charset="0"/>
              <a:buNone/>
              <a:defRPr sz="533" b="0">
                <a:solidFill>
                  <a:schemeClr val="bg1">
                    <a:alpha val="0"/>
                  </a:schemeClr>
                </a:solidFill>
                <a:latin typeface="+mn-lt"/>
              </a:defRPr>
            </a:lvl3pPr>
            <a:lvl4pPr marL="0" indent="0" algn="ctr">
              <a:lnSpc>
                <a:spcPct val="100000"/>
              </a:lnSpc>
              <a:spcBef>
                <a:spcPts val="0"/>
              </a:spcBef>
              <a:spcAft>
                <a:spcPts val="0"/>
              </a:spcAft>
              <a:buFont typeface="Arial" panose="020B0604020202020204" pitchFamily="34" charset="0"/>
              <a:buNone/>
              <a:defRPr sz="533" b="0">
                <a:solidFill>
                  <a:schemeClr val="bg1">
                    <a:alpha val="0"/>
                  </a:schemeClr>
                </a:solidFill>
                <a:latin typeface="+mn-lt"/>
              </a:defRPr>
            </a:lvl4pPr>
            <a:lvl5pPr marL="0" indent="0" algn="ctr">
              <a:lnSpc>
                <a:spcPct val="100000"/>
              </a:lnSpc>
              <a:spcBef>
                <a:spcPts val="0"/>
              </a:spcBef>
              <a:spcAft>
                <a:spcPts val="0"/>
              </a:spcAft>
              <a:buFont typeface="Arial" panose="020B0604020202020204" pitchFamily="34" charset="0"/>
              <a:buNone/>
              <a:defRPr sz="533" b="0">
                <a:solidFill>
                  <a:schemeClr val="bg1">
                    <a:alpha val="0"/>
                  </a:schemeClr>
                </a:solidFill>
                <a:latin typeface="+mn-lt"/>
              </a:defRPr>
            </a:lvl5pPr>
            <a:lvl6pPr marL="0" indent="0" algn="ctr">
              <a:lnSpc>
                <a:spcPct val="100000"/>
              </a:lnSpc>
              <a:spcBef>
                <a:spcPts val="0"/>
              </a:spcBef>
              <a:spcAft>
                <a:spcPts val="0"/>
              </a:spcAft>
              <a:buFont typeface="Arial" panose="020B0604020202020204" pitchFamily="34" charset="0"/>
              <a:buNone/>
              <a:defRPr sz="533" b="0">
                <a:solidFill>
                  <a:schemeClr val="bg1">
                    <a:alpha val="0"/>
                  </a:schemeClr>
                </a:solidFill>
                <a:latin typeface="+mn-lt"/>
              </a:defRPr>
            </a:lvl6pPr>
            <a:lvl7pPr marL="0" indent="0" algn="ctr">
              <a:lnSpc>
                <a:spcPct val="100000"/>
              </a:lnSpc>
              <a:spcBef>
                <a:spcPts val="0"/>
              </a:spcBef>
              <a:spcAft>
                <a:spcPts val="0"/>
              </a:spcAft>
              <a:buFont typeface="Arial" panose="020B0604020202020204" pitchFamily="34" charset="0"/>
              <a:buNone/>
              <a:defRPr sz="533" b="0">
                <a:solidFill>
                  <a:schemeClr val="bg1">
                    <a:alpha val="0"/>
                  </a:schemeClr>
                </a:solidFill>
                <a:latin typeface="+mn-lt"/>
              </a:defRPr>
            </a:lvl7pPr>
            <a:lvl8pPr marL="0" indent="0" algn="ctr">
              <a:lnSpc>
                <a:spcPct val="100000"/>
              </a:lnSpc>
              <a:spcBef>
                <a:spcPts val="0"/>
              </a:spcBef>
              <a:spcAft>
                <a:spcPts val="0"/>
              </a:spcAft>
              <a:buFont typeface="Arial" panose="020B0604020202020204" pitchFamily="34" charset="0"/>
              <a:buNone/>
              <a:defRPr sz="533" b="0">
                <a:solidFill>
                  <a:schemeClr val="bg1">
                    <a:alpha val="0"/>
                  </a:schemeClr>
                </a:solidFill>
                <a:latin typeface="+mn-lt"/>
              </a:defRPr>
            </a:lvl8pPr>
            <a:lvl9pPr marL="0" indent="0" algn="ctr">
              <a:lnSpc>
                <a:spcPct val="100000"/>
              </a:lnSpc>
              <a:spcBef>
                <a:spcPts val="0"/>
              </a:spcBef>
              <a:spcAft>
                <a:spcPts val="0"/>
              </a:spcAft>
              <a:buFont typeface="Arial" panose="020B0604020202020204" pitchFamily="34" charset="0"/>
              <a:buNone/>
              <a:defRPr sz="533" b="0">
                <a:solidFill>
                  <a:schemeClr val="bg1">
                    <a:alpha val="0"/>
                  </a:schemeClr>
                </a:solidFill>
                <a:latin typeface="+mn-lt"/>
              </a:defRPr>
            </a:lvl9pPr>
          </a:lstStyle>
          <a:p>
            <a:pPr lvl="0"/>
            <a:r>
              <a:rPr lang="de-DE" dirty="0"/>
              <a:t> </a:t>
            </a:r>
          </a:p>
        </p:txBody>
      </p:sp>
    </p:spTree>
    <p:custDataLst>
      <p:tags r:id="rId1"/>
    </p:custDataLst>
    <p:extLst>
      <p:ext uri="{BB962C8B-B14F-4D97-AF65-F5344CB8AC3E}">
        <p14:creationId xmlns:p14="http://schemas.microsoft.com/office/powerpoint/2010/main" val="1439276451"/>
      </p:ext>
    </p:extLst>
  </p:cSld>
  <p:clrMapOvr>
    <a:masterClrMapping/>
  </p:clrMapOvr>
  <p:transition>
    <p:fade/>
  </p:transition>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userDrawn="1">
  <p:cSld name="Text &amp; Image (2)">
    <p:spTree>
      <p:nvGrpSpPr>
        <p:cNvPr id="1" name=""/>
        <p:cNvGrpSpPr/>
        <p:nvPr/>
      </p:nvGrpSpPr>
      <p:grpSpPr>
        <a:xfrm>
          <a:off x="0" y="0"/>
          <a:ext cx="0" cy="0"/>
          <a:chOff x="0" y="0"/>
          <a:chExt cx="0" cy="0"/>
        </a:xfrm>
      </p:grpSpPr>
      <p:sp>
        <p:nvSpPr>
          <p:cNvPr id="11" name="Rectangle 10"/>
          <p:cNvSpPr/>
          <p:nvPr userDrawn="1"/>
        </p:nvSpPr>
        <p:spPr bwMode="gray">
          <a:xfrm>
            <a:off x="6096001" y="0"/>
            <a:ext cx="6096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spcBef>
                <a:spcPts val="267"/>
              </a:spcBef>
              <a:spcAft>
                <a:spcPts val="267"/>
              </a:spcAft>
            </a:pPr>
            <a:endParaRPr lang="en-US" sz="1467" dirty="0" err="1">
              <a:solidFill>
                <a:schemeClr val="bg1"/>
              </a:solidFill>
              <a:latin typeface="Avenir Next" panose="020B0503020202020204"/>
            </a:endParaRPr>
          </a:p>
        </p:txBody>
      </p:sp>
      <p:sp>
        <p:nvSpPr>
          <p:cNvPr id="10" name="Picture Placeholder 3"/>
          <p:cNvSpPr>
            <a:spLocks noGrp="1"/>
          </p:cNvSpPr>
          <p:nvPr>
            <p:ph type="pic" sz="quarter" idx="13" hasCustomPrompt="1"/>
          </p:nvPr>
        </p:nvSpPr>
        <p:spPr bwMode="gray">
          <a:xfrm>
            <a:off x="6096000" y="0"/>
            <a:ext cx="6096000" cy="6858000"/>
          </a:xfrm>
          <a:prstGeom prst="rect">
            <a:avLst/>
          </a:prstGeom>
          <a:noFill/>
        </p:spPr>
        <p:txBody>
          <a:bodyPr tIns="0" bIns="720000" anchor="ctr" anchorCtr="0"/>
          <a:lstStyle>
            <a:lvl1pPr algn="ctr">
              <a:defRPr sz="1200" baseline="0">
                <a:solidFill>
                  <a:schemeClr val="tx1"/>
                </a:solidFill>
              </a:defRPr>
            </a:lvl1pPr>
          </a:lstStyle>
          <a:p>
            <a:r>
              <a:rPr lang="de-DE" dirty="0"/>
              <a:t>Click </a:t>
            </a:r>
            <a:r>
              <a:rPr lang="de-DE" dirty="0" err="1"/>
              <a:t>the</a:t>
            </a:r>
            <a:r>
              <a:rPr lang="de-DE" dirty="0"/>
              <a:t> </a:t>
            </a:r>
            <a:r>
              <a:rPr lang="de-DE" dirty="0" err="1"/>
              <a:t>icon</a:t>
            </a:r>
            <a:r>
              <a:rPr lang="de-DE" dirty="0"/>
              <a:t> </a:t>
            </a:r>
            <a:br>
              <a:rPr lang="de-DE" dirty="0"/>
            </a:br>
            <a:r>
              <a:rPr lang="de-DE" dirty="0" err="1"/>
              <a:t>to</a:t>
            </a:r>
            <a:r>
              <a:rPr lang="de-DE" dirty="0"/>
              <a:t> </a:t>
            </a:r>
            <a:r>
              <a:rPr lang="de-DE" dirty="0" err="1"/>
              <a:t>add</a:t>
            </a:r>
            <a:r>
              <a:rPr lang="de-DE" dirty="0"/>
              <a:t> an </a:t>
            </a:r>
            <a:r>
              <a:rPr lang="de-DE" dirty="0" err="1"/>
              <a:t>image</a:t>
            </a:r>
            <a:endParaRPr lang="en-US" dirty="0"/>
          </a:p>
        </p:txBody>
      </p:sp>
      <p:sp>
        <p:nvSpPr>
          <p:cNvPr id="2" name="Title 1"/>
          <p:cNvSpPr>
            <a:spLocks noGrp="1"/>
          </p:cNvSpPr>
          <p:nvPr>
            <p:ph type="title" hasCustomPrompt="1"/>
          </p:nvPr>
        </p:nvSpPr>
        <p:spPr bwMode="gray">
          <a:xfrm>
            <a:off x="431801" y="452969"/>
            <a:ext cx="5471585" cy="912284"/>
          </a:xfrm>
        </p:spPr>
        <p:txBody>
          <a:bodyPr/>
          <a:lstStyle>
            <a:lvl1pPr>
              <a:defRPr baseline="0"/>
            </a:lvl1pPr>
          </a:lstStyle>
          <a:p>
            <a:r>
              <a:rPr lang="de-DE" dirty="0"/>
              <a:t>Title </a:t>
            </a:r>
            <a:r>
              <a:rPr lang="de-DE" dirty="0" err="1"/>
              <a:t>of</a:t>
            </a:r>
            <a:r>
              <a:rPr lang="de-DE" dirty="0"/>
              <a:t> </a:t>
            </a:r>
            <a:br>
              <a:rPr lang="de-DE" dirty="0"/>
            </a:br>
            <a:r>
              <a:rPr lang="de-DE" dirty="0" err="1"/>
              <a:t>the</a:t>
            </a:r>
            <a:r>
              <a:rPr lang="de-DE" dirty="0"/>
              <a:t> </a:t>
            </a:r>
            <a:r>
              <a:rPr lang="de-DE" dirty="0" err="1"/>
              <a:t>slide</a:t>
            </a:r>
            <a:endParaRPr lang="en-US" dirty="0"/>
          </a:p>
        </p:txBody>
      </p:sp>
      <p:sp>
        <p:nvSpPr>
          <p:cNvPr id="7" name="Text Placeholder 6"/>
          <p:cNvSpPr>
            <a:spLocks noGrp="1"/>
          </p:cNvSpPr>
          <p:nvPr>
            <p:ph type="body" sz="quarter" idx="14"/>
          </p:nvPr>
        </p:nvSpPr>
        <p:spPr bwMode="gray">
          <a:xfrm>
            <a:off x="431801" y="1701800"/>
            <a:ext cx="5471585" cy="4320117"/>
          </a:xfrm>
        </p:spPr>
        <p:txBody>
          <a:bodyPr/>
          <a:lstStyle>
            <a:lvl5pPr>
              <a:defRPr/>
            </a:lvl5pPr>
            <a:lvl6pPr>
              <a:defRPr/>
            </a:lvl6pPr>
            <a:lvl7pPr>
              <a:defRPr/>
            </a:lvl7pPr>
            <a:lvl8pPr>
              <a:defRPr/>
            </a:lvl8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Text Placeholder 10"/>
          <p:cNvSpPr>
            <a:spLocks noGrp="1"/>
          </p:cNvSpPr>
          <p:nvPr>
            <p:ph type="body" sz="quarter" idx="18" hasCustomPrompt="1"/>
          </p:nvPr>
        </p:nvSpPr>
        <p:spPr bwMode="gray">
          <a:xfrm>
            <a:off x="5829359" y="5316748"/>
            <a:ext cx="951524" cy="951523"/>
          </a:xfrm>
          <a:prstGeom prst="ellipse">
            <a:avLst/>
          </a:prstGeom>
          <a:solidFill>
            <a:schemeClr val="accent1"/>
          </a:solidFill>
        </p:spPr>
        <p:txBody>
          <a:bodyPr anchor="ctr"/>
          <a:lstStyle>
            <a:lvl1pPr marL="0" indent="0" algn="ctr">
              <a:lnSpc>
                <a:spcPct val="100000"/>
              </a:lnSpc>
              <a:spcBef>
                <a:spcPts val="0"/>
              </a:spcBef>
              <a:spcAft>
                <a:spcPts val="0"/>
              </a:spcAft>
              <a:buFont typeface="Arial" panose="020B0604020202020204" pitchFamily="34" charset="0"/>
              <a:buNone/>
              <a:defRPr sz="267" b="0" baseline="0">
                <a:solidFill>
                  <a:schemeClr val="accent1">
                    <a:alpha val="0"/>
                  </a:schemeClr>
                </a:solidFill>
                <a:latin typeface="Avenir Next" panose="020B0503020202020204"/>
              </a:defRPr>
            </a:lvl1pPr>
            <a:lvl2pPr marL="0" indent="0" algn="ctr">
              <a:lnSpc>
                <a:spcPct val="100000"/>
              </a:lnSpc>
              <a:spcBef>
                <a:spcPts val="0"/>
              </a:spcBef>
              <a:spcAft>
                <a:spcPts val="0"/>
              </a:spcAft>
              <a:buFont typeface="Arial" panose="020B0604020202020204" pitchFamily="34" charset="0"/>
              <a:buNone/>
              <a:defRPr sz="267" b="0">
                <a:solidFill>
                  <a:schemeClr val="accent1">
                    <a:alpha val="0"/>
                  </a:schemeClr>
                </a:solidFill>
                <a:latin typeface="+mn-lt"/>
              </a:defRPr>
            </a:lvl2pPr>
            <a:lvl3pPr marL="0" indent="0" algn="ctr">
              <a:lnSpc>
                <a:spcPct val="100000"/>
              </a:lnSpc>
              <a:spcBef>
                <a:spcPts val="0"/>
              </a:spcBef>
              <a:spcAft>
                <a:spcPts val="0"/>
              </a:spcAft>
              <a:buFont typeface="Arial" panose="020B0604020202020204" pitchFamily="34" charset="0"/>
              <a:buNone/>
              <a:defRPr sz="267" b="0">
                <a:solidFill>
                  <a:schemeClr val="accent1">
                    <a:alpha val="0"/>
                  </a:schemeClr>
                </a:solidFill>
                <a:latin typeface="+mn-lt"/>
              </a:defRPr>
            </a:lvl3pPr>
            <a:lvl4pPr marL="0" indent="0" algn="ctr">
              <a:lnSpc>
                <a:spcPct val="100000"/>
              </a:lnSpc>
              <a:spcBef>
                <a:spcPts val="0"/>
              </a:spcBef>
              <a:spcAft>
                <a:spcPts val="0"/>
              </a:spcAft>
              <a:buFont typeface="Arial" panose="020B0604020202020204" pitchFamily="34" charset="0"/>
              <a:buNone/>
              <a:defRPr sz="267" b="0">
                <a:solidFill>
                  <a:schemeClr val="accent1">
                    <a:alpha val="0"/>
                  </a:schemeClr>
                </a:solidFill>
                <a:latin typeface="+mn-lt"/>
              </a:defRPr>
            </a:lvl4pPr>
            <a:lvl5pPr marL="0" indent="0" algn="ctr">
              <a:lnSpc>
                <a:spcPct val="100000"/>
              </a:lnSpc>
              <a:spcBef>
                <a:spcPts val="0"/>
              </a:spcBef>
              <a:spcAft>
                <a:spcPts val="0"/>
              </a:spcAft>
              <a:buFont typeface="Arial" panose="020B0604020202020204" pitchFamily="34" charset="0"/>
              <a:buNone/>
              <a:defRPr sz="267" b="0">
                <a:solidFill>
                  <a:schemeClr val="accent1">
                    <a:alpha val="0"/>
                  </a:schemeClr>
                </a:solidFill>
                <a:latin typeface="+mn-lt"/>
              </a:defRPr>
            </a:lvl5pPr>
            <a:lvl6pPr marL="0" indent="0" algn="ctr">
              <a:lnSpc>
                <a:spcPct val="100000"/>
              </a:lnSpc>
              <a:spcBef>
                <a:spcPts val="0"/>
              </a:spcBef>
              <a:spcAft>
                <a:spcPts val="0"/>
              </a:spcAft>
              <a:buFont typeface="Arial" panose="020B0604020202020204" pitchFamily="34" charset="0"/>
              <a:buNone/>
              <a:defRPr sz="267" b="0">
                <a:solidFill>
                  <a:schemeClr val="accent1">
                    <a:alpha val="0"/>
                  </a:schemeClr>
                </a:solidFill>
                <a:latin typeface="+mn-lt"/>
              </a:defRPr>
            </a:lvl6pPr>
            <a:lvl7pPr marL="0" indent="0" algn="ctr">
              <a:lnSpc>
                <a:spcPct val="100000"/>
              </a:lnSpc>
              <a:spcBef>
                <a:spcPts val="0"/>
              </a:spcBef>
              <a:spcAft>
                <a:spcPts val="0"/>
              </a:spcAft>
              <a:buFont typeface="Arial" panose="020B0604020202020204" pitchFamily="34" charset="0"/>
              <a:buNone/>
              <a:defRPr sz="267" b="0">
                <a:solidFill>
                  <a:schemeClr val="accent1">
                    <a:alpha val="0"/>
                  </a:schemeClr>
                </a:solidFill>
                <a:latin typeface="+mn-lt"/>
              </a:defRPr>
            </a:lvl7pPr>
            <a:lvl8pPr marL="0" indent="0" algn="ctr">
              <a:lnSpc>
                <a:spcPct val="100000"/>
              </a:lnSpc>
              <a:spcBef>
                <a:spcPts val="0"/>
              </a:spcBef>
              <a:spcAft>
                <a:spcPts val="0"/>
              </a:spcAft>
              <a:buFont typeface="Arial" panose="020B0604020202020204" pitchFamily="34" charset="0"/>
              <a:buNone/>
              <a:defRPr sz="267" b="0">
                <a:solidFill>
                  <a:schemeClr val="accent1">
                    <a:alpha val="0"/>
                  </a:schemeClr>
                </a:solidFill>
                <a:latin typeface="+mn-lt"/>
              </a:defRPr>
            </a:lvl8pPr>
            <a:lvl9pPr marL="0" indent="0" algn="ctr">
              <a:lnSpc>
                <a:spcPct val="100000"/>
              </a:lnSpc>
              <a:spcBef>
                <a:spcPts val="0"/>
              </a:spcBef>
              <a:spcAft>
                <a:spcPts val="0"/>
              </a:spcAft>
              <a:buFont typeface="Arial" panose="020B0604020202020204" pitchFamily="34" charset="0"/>
              <a:buNone/>
              <a:defRPr sz="267" b="0">
                <a:solidFill>
                  <a:schemeClr val="accent1">
                    <a:alpha val="0"/>
                  </a:schemeClr>
                </a:solidFill>
                <a:latin typeface="+mn-lt"/>
              </a:defRPr>
            </a:lvl9pPr>
          </a:lstStyle>
          <a:p>
            <a:pPr lvl="0"/>
            <a:r>
              <a:rPr lang="de-DE" dirty="0"/>
              <a:t> </a:t>
            </a:r>
          </a:p>
        </p:txBody>
      </p:sp>
      <p:sp>
        <p:nvSpPr>
          <p:cNvPr id="13" name="Text Placeholder 10"/>
          <p:cNvSpPr>
            <a:spLocks noGrp="1"/>
          </p:cNvSpPr>
          <p:nvPr>
            <p:ph type="body" sz="quarter" idx="20" hasCustomPrompt="1"/>
          </p:nvPr>
        </p:nvSpPr>
        <p:spPr bwMode="gray">
          <a:xfrm>
            <a:off x="6412333" y="4762576"/>
            <a:ext cx="321600" cy="321600"/>
          </a:xfrm>
          <a:prstGeom prst="ellipse">
            <a:avLst/>
          </a:prstGeom>
          <a:solidFill>
            <a:schemeClr val="accent1"/>
          </a:solidFill>
        </p:spPr>
        <p:txBody>
          <a:bodyPr anchor="ctr"/>
          <a:lstStyle>
            <a:lvl1pPr marL="0" indent="0" algn="ctr">
              <a:lnSpc>
                <a:spcPct val="100000"/>
              </a:lnSpc>
              <a:spcBef>
                <a:spcPts val="0"/>
              </a:spcBef>
              <a:spcAft>
                <a:spcPts val="0"/>
              </a:spcAft>
              <a:buFont typeface="Arial" panose="020B0604020202020204" pitchFamily="34" charset="0"/>
              <a:buNone/>
              <a:defRPr sz="267" b="0" baseline="0">
                <a:solidFill>
                  <a:schemeClr val="accent1">
                    <a:alpha val="0"/>
                  </a:schemeClr>
                </a:solidFill>
                <a:latin typeface="Avenir Next" panose="020B0503020202020204"/>
              </a:defRPr>
            </a:lvl1pPr>
            <a:lvl2pPr marL="0" indent="0" algn="ctr">
              <a:lnSpc>
                <a:spcPct val="100000"/>
              </a:lnSpc>
              <a:spcBef>
                <a:spcPts val="0"/>
              </a:spcBef>
              <a:spcAft>
                <a:spcPts val="0"/>
              </a:spcAft>
              <a:buFont typeface="Arial" panose="020B0604020202020204" pitchFamily="34" charset="0"/>
              <a:buNone/>
              <a:defRPr sz="267" b="0">
                <a:solidFill>
                  <a:schemeClr val="accent1">
                    <a:alpha val="0"/>
                  </a:schemeClr>
                </a:solidFill>
                <a:latin typeface="+mn-lt"/>
              </a:defRPr>
            </a:lvl2pPr>
            <a:lvl3pPr marL="0" indent="0" algn="ctr">
              <a:lnSpc>
                <a:spcPct val="100000"/>
              </a:lnSpc>
              <a:spcBef>
                <a:spcPts val="0"/>
              </a:spcBef>
              <a:spcAft>
                <a:spcPts val="0"/>
              </a:spcAft>
              <a:buFont typeface="Arial" panose="020B0604020202020204" pitchFamily="34" charset="0"/>
              <a:buNone/>
              <a:defRPr sz="267" b="0">
                <a:solidFill>
                  <a:schemeClr val="accent1">
                    <a:alpha val="0"/>
                  </a:schemeClr>
                </a:solidFill>
                <a:latin typeface="+mn-lt"/>
              </a:defRPr>
            </a:lvl3pPr>
            <a:lvl4pPr marL="0" indent="0" algn="ctr">
              <a:lnSpc>
                <a:spcPct val="100000"/>
              </a:lnSpc>
              <a:spcBef>
                <a:spcPts val="0"/>
              </a:spcBef>
              <a:spcAft>
                <a:spcPts val="0"/>
              </a:spcAft>
              <a:buFont typeface="Arial" panose="020B0604020202020204" pitchFamily="34" charset="0"/>
              <a:buNone/>
              <a:defRPr sz="267" b="0">
                <a:solidFill>
                  <a:schemeClr val="accent1">
                    <a:alpha val="0"/>
                  </a:schemeClr>
                </a:solidFill>
                <a:latin typeface="+mn-lt"/>
              </a:defRPr>
            </a:lvl4pPr>
            <a:lvl5pPr marL="0" indent="0" algn="ctr">
              <a:lnSpc>
                <a:spcPct val="100000"/>
              </a:lnSpc>
              <a:spcBef>
                <a:spcPts val="0"/>
              </a:spcBef>
              <a:spcAft>
                <a:spcPts val="0"/>
              </a:spcAft>
              <a:buFont typeface="Arial" panose="020B0604020202020204" pitchFamily="34" charset="0"/>
              <a:buNone/>
              <a:defRPr sz="267" b="0">
                <a:solidFill>
                  <a:schemeClr val="accent1">
                    <a:alpha val="0"/>
                  </a:schemeClr>
                </a:solidFill>
                <a:latin typeface="+mn-lt"/>
              </a:defRPr>
            </a:lvl5pPr>
            <a:lvl6pPr marL="0" indent="0" algn="ctr">
              <a:lnSpc>
                <a:spcPct val="100000"/>
              </a:lnSpc>
              <a:spcBef>
                <a:spcPts val="0"/>
              </a:spcBef>
              <a:spcAft>
                <a:spcPts val="0"/>
              </a:spcAft>
              <a:buFont typeface="Arial" panose="020B0604020202020204" pitchFamily="34" charset="0"/>
              <a:buNone/>
              <a:defRPr sz="267" b="0">
                <a:solidFill>
                  <a:schemeClr val="accent1">
                    <a:alpha val="0"/>
                  </a:schemeClr>
                </a:solidFill>
                <a:latin typeface="+mn-lt"/>
              </a:defRPr>
            </a:lvl6pPr>
            <a:lvl7pPr marL="0" indent="0" algn="ctr">
              <a:lnSpc>
                <a:spcPct val="100000"/>
              </a:lnSpc>
              <a:spcBef>
                <a:spcPts val="0"/>
              </a:spcBef>
              <a:spcAft>
                <a:spcPts val="0"/>
              </a:spcAft>
              <a:buFont typeface="Arial" panose="020B0604020202020204" pitchFamily="34" charset="0"/>
              <a:buNone/>
              <a:defRPr sz="267" b="0">
                <a:solidFill>
                  <a:schemeClr val="accent1">
                    <a:alpha val="0"/>
                  </a:schemeClr>
                </a:solidFill>
                <a:latin typeface="+mn-lt"/>
              </a:defRPr>
            </a:lvl7pPr>
            <a:lvl8pPr marL="0" indent="0" algn="ctr">
              <a:lnSpc>
                <a:spcPct val="100000"/>
              </a:lnSpc>
              <a:spcBef>
                <a:spcPts val="0"/>
              </a:spcBef>
              <a:spcAft>
                <a:spcPts val="0"/>
              </a:spcAft>
              <a:buFont typeface="Arial" panose="020B0604020202020204" pitchFamily="34" charset="0"/>
              <a:buNone/>
              <a:defRPr sz="267" b="0">
                <a:solidFill>
                  <a:schemeClr val="accent1">
                    <a:alpha val="0"/>
                  </a:schemeClr>
                </a:solidFill>
                <a:latin typeface="+mn-lt"/>
              </a:defRPr>
            </a:lvl8pPr>
            <a:lvl9pPr marL="0" indent="0" algn="ctr">
              <a:lnSpc>
                <a:spcPct val="100000"/>
              </a:lnSpc>
              <a:spcBef>
                <a:spcPts val="0"/>
              </a:spcBef>
              <a:spcAft>
                <a:spcPts val="0"/>
              </a:spcAft>
              <a:buFont typeface="Arial" panose="020B0604020202020204" pitchFamily="34" charset="0"/>
              <a:buNone/>
              <a:defRPr sz="267" b="0">
                <a:solidFill>
                  <a:schemeClr val="accent1">
                    <a:alpha val="0"/>
                  </a:schemeClr>
                </a:solidFill>
                <a:latin typeface="+mn-lt"/>
              </a:defRPr>
            </a:lvl9pPr>
          </a:lstStyle>
          <a:p>
            <a:pPr lvl="0"/>
            <a:r>
              <a:rPr lang="de-DE" dirty="0"/>
              <a:t> </a:t>
            </a:r>
          </a:p>
        </p:txBody>
      </p:sp>
      <p:sp>
        <p:nvSpPr>
          <p:cNvPr id="14" name="Text Placeholder 10"/>
          <p:cNvSpPr>
            <a:spLocks noGrp="1"/>
          </p:cNvSpPr>
          <p:nvPr>
            <p:ph type="body" sz="quarter" idx="21" hasCustomPrompt="1"/>
          </p:nvPr>
        </p:nvSpPr>
        <p:spPr bwMode="gray">
          <a:xfrm>
            <a:off x="6470064" y="6405323"/>
            <a:ext cx="724800" cy="724800"/>
          </a:xfrm>
          <a:prstGeom prst="ellipse">
            <a:avLst/>
          </a:prstGeom>
          <a:solidFill>
            <a:schemeClr val="accent1"/>
          </a:solidFill>
        </p:spPr>
        <p:txBody>
          <a:bodyPr anchor="ctr"/>
          <a:lstStyle>
            <a:lvl1pPr marL="0" indent="0" algn="ctr">
              <a:lnSpc>
                <a:spcPct val="100000"/>
              </a:lnSpc>
              <a:spcBef>
                <a:spcPts val="0"/>
              </a:spcBef>
              <a:spcAft>
                <a:spcPts val="0"/>
              </a:spcAft>
              <a:buFont typeface="Arial" panose="020B0604020202020204" pitchFamily="34" charset="0"/>
              <a:buNone/>
              <a:defRPr sz="267" b="0" baseline="0">
                <a:solidFill>
                  <a:schemeClr val="accent1">
                    <a:alpha val="0"/>
                  </a:schemeClr>
                </a:solidFill>
                <a:latin typeface="Avenir Next" panose="020B0503020202020204"/>
              </a:defRPr>
            </a:lvl1pPr>
            <a:lvl2pPr marL="0" indent="0" algn="ctr">
              <a:lnSpc>
                <a:spcPct val="100000"/>
              </a:lnSpc>
              <a:spcBef>
                <a:spcPts val="0"/>
              </a:spcBef>
              <a:spcAft>
                <a:spcPts val="0"/>
              </a:spcAft>
              <a:buFont typeface="Arial" panose="020B0604020202020204" pitchFamily="34" charset="0"/>
              <a:buNone/>
              <a:defRPr sz="267" b="0">
                <a:solidFill>
                  <a:schemeClr val="accent1">
                    <a:alpha val="0"/>
                  </a:schemeClr>
                </a:solidFill>
                <a:latin typeface="+mn-lt"/>
              </a:defRPr>
            </a:lvl2pPr>
            <a:lvl3pPr marL="0" indent="0" algn="ctr">
              <a:lnSpc>
                <a:spcPct val="100000"/>
              </a:lnSpc>
              <a:spcBef>
                <a:spcPts val="0"/>
              </a:spcBef>
              <a:spcAft>
                <a:spcPts val="0"/>
              </a:spcAft>
              <a:buFont typeface="Arial" panose="020B0604020202020204" pitchFamily="34" charset="0"/>
              <a:buNone/>
              <a:defRPr sz="267" b="0">
                <a:solidFill>
                  <a:schemeClr val="accent1">
                    <a:alpha val="0"/>
                  </a:schemeClr>
                </a:solidFill>
                <a:latin typeface="+mn-lt"/>
              </a:defRPr>
            </a:lvl3pPr>
            <a:lvl4pPr marL="0" indent="0" algn="ctr">
              <a:lnSpc>
                <a:spcPct val="100000"/>
              </a:lnSpc>
              <a:spcBef>
                <a:spcPts val="0"/>
              </a:spcBef>
              <a:spcAft>
                <a:spcPts val="0"/>
              </a:spcAft>
              <a:buFont typeface="Arial" panose="020B0604020202020204" pitchFamily="34" charset="0"/>
              <a:buNone/>
              <a:defRPr sz="267" b="0">
                <a:solidFill>
                  <a:schemeClr val="accent1">
                    <a:alpha val="0"/>
                  </a:schemeClr>
                </a:solidFill>
                <a:latin typeface="+mn-lt"/>
              </a:defRPr>
            </a:lvl4pPr>
            <a:lvl5pPr marL="0" indent="0" algn="ctr">
              <a:lnSpc>
                <a:spcPct val="100000"/>
              </a:lnSpc>
              <a:spcBef>
                <a:spcPts val="0"/>
              </a:spcBef>
              <a:spcAft>
                <a:spcPts val="0"/>
              </a:spcAft>
              <a:buFont typeface="Arial" panose="020B0604020202020204" pitchFamily="34" charset="0"/>
              <a:buNone/>
              <a:defRPr sz="267" b="0">
                <a:solidFill>
                  <a:schemeClr val="accent1">
                    <a:alpha val="0"/>
                  </a:schemeClr>
                </a:solidFill>
                <a:latin typeface="+mn-lt"/>
              </a:defRPr>
            </a:lvl5pPr>
            <a:lvl6pPr marL="0" indent="0" algn="ctr">
              <a:lnSpc>
                <a:spcPct val="100000"/>
              </a:lnSpc>
              <a:spcBef>
                <a:spcPts val="0"/>
              </a:spcBef>
              <a:spcAft>
                <a:spcPts val="0"/>
              </a:spcAft>
              <a:buFont typeface="Arial" panose="020B0604020202020204" pitchFamily="34" charset="0"/>
              <a:buNone/>
              <a:defRPr sz="267" b="0">
                <a:solidFill>
                  <a:schemeClr val="accent1">
                    <a:alpha val="0"/>
                  </a:schemeClr>
                </a:solidFill>
                <a:latin typeface="+mn-lt"/>
              </a:defRPr>
            </a:lvl6pPr>
            <a:lvl7pPr marL="0" indent="0" algn="ctr">
              <a:lnSpc>
                <a:spcPct val="100000"/>
              </a:lnSpc>
              <a:spcBef>
                <a:spcPts val="0"/>
              </a:spcBef>
              <a:spcAft>
                <a:spcPts val="0"/>
              </a:spcAft>
              <a:buFont typeface="Arial" panose="020B0604020202020204" pitchFamily="34" charset="0"/>
              <a:buNone/>
              <a:defRPr sz="267" b="0">
                <a:solidFill>
                  <a:schemeClr val="accent1">
                    <a:alpha val="0"/>
                  </a:schemeClr>
                </a:solidFill>
                <a:latin typeface="+mn-lt"/>
              </a:defRPr>
            </a:lvl7pPr>
            <a:lvl8pPr marL="0" indent="0" algn="ctr">
              <a:lnSpc>
                <a:spcPct val="100000"/>
              </a:lnSpc>
              <a:spcBef>
                <a:spcPts val="0"/>
              </a:spcBef>
              <a:spcAft>
                <a:spcPts val="0"/>
              </a:spcAft>
              <a:buFont typeface="Arial" panose="020B0604020202020204" pitchFamily="34" charset="0"/>
              <a:buNone/>
              <a:defRPr sz="267" b="0">
                <a:solidFill>
                  <a:schemeClr val="accent1">
                    <a:alpha val="0"/>
                  </a:schemeClr>
                </a:solidFill>
                <a:latin typeface="+mn-lt"/>
              </a:defRPr>
            </a:lvl8pPr>
            <a:lvl9pPr marL="0" indent="0" algn="ctr">
              <a:lnSpc>
                <a:spcPct val="100000"/>
              </a:lnSpc>
              <a:spcBef>
                <a:spcPts val="0"/>
              </a:spcBef>
              <a:spcAft>
                <a:spcPts val="0"/>
              </a:spcAft>
              <a:buFont typeface="Arial" panose="020B0604020202020204" pitchFamily="34" charset="0"/>
              <a:buNone/>
              <a:defRPr sz="267" b="0">
                <a:solidFill>
                  <a:schemeClr val="accent1">
                    <a:alpha val="0"/>
                  </a:schemeClr>
                </a:solidFill>
                <a:latin typeface="+mn-lt"/>
              </a:defRPr>
            </a:lvl9pPr>
          </a:lstStyle>
          <a:p>
            <a:pPr lvl="0"/>
            <a:r>
              <a:rPr lang="de-DE" dirty="0"/>
              <a:t> </a:t>
            </a:r>
          </a:p>
        </p:txBody>
      </p:sp>
      <p:sp>
        <p:nvSpPr>
          <p:cNvPr id="3" name="Date Placeholder 2"/>
          <p:cNvSpPr>
            <a:spLocks noGrp="1"/>
          </p:cNvSpPr>
          <p:nvPr>
            <p:ph type="dt" sz="half" idx="22"/>
          </p:nvPr>
        </p:nvSpPr>
        <p:spPr bwMode="gray"/>
        <p:txBody>
          <a:bodyPr/>
          <a:lstStyle>
            <a:lvl1pPr>
              <a:defRPr>
                <a:solidFill>
                  <a:schemeClr val="tx1"/>
                </a:solidFill>
              </a:defRPr>
            </a:lvl1pPr>
          </a:lstStyle>
          <a:p>
            <a:fld id="{1D78020A-04C2-40F2-8551-A8E2FC3A5915}" type="datetime1">
              <a:rPr lang="en-US" smtClean="0"/>
              <a:t>7/6/2026</a:t>
            </a:fld>
            <a:endParaRPr lang="en-US"/>
          </a:p>
        </p:txBody>
      </p:sp>
      <p:sp>
        <p:nvSpPr>
          <p:cNvPr id="8" name="Footer Placeholder 7"/>
          <p:cNvSpPr>
            <a:spLocks noGrp="1"/>
          </p:cNvSpPr>
          <p:nvPr>
            <p:ph type="ftr" sz="quarter" idx="23"/>
          </p:nvPr>
        </p:nvSpPr>
        <p:spPr bwMode="gray"/>
        <p:txBody>
          <a:bodyPr/>
          <a:lstStyle>
            <a:lvl1pPr>
              <a:defRPr>
                <a:solidFill>
                  <a:schemeClr val="tx1"/>
                </a:solidFill>
              </a:defRPr>
            </a:lvl1pPr>
          </a:lstStyle>
          <a:p>
            <a:r>
              <a:rPr lang="en-US"/>
              <a:t>Title of the presentation</a:t>
            </a:r>
          </a:p>
        </p:txBody>
      </p:sp>
      <p:sp>
        <p:nvSpPr>
          <p:cNvPr id="9" name="Slide Number Placeholder 8"/>
          <p:cNvSpPr>
            <a:spLocks noGrp="1"/>
          </p:cNvSpPr>
          <p:nvPr>
            <p:ph type="sldNum" sz="quarter" idx="24"/>
          </p:nvPr>
        </p:nvSpPr>
        <p:spPr bwMode="gray"/>
        <p:txBody>
          <a:bodyPr/>
          <a:lstStyle>
            <a:lvl1pPr>
              <a:defRPr>
                <a:solidFill>
                  <a:schemeClr val="tx1"/>
                </a:solidFill>
              </a:defRPr>
            </a:lvl1pPr>
          </a:lstStyle>
          <a:p>
            <a:fld id="{FCB53D23-1D79-480C-B3BE-829293F4503C}" type="slidenum">
              <a:rPr lang="en-US" smtClean="0"/>
              <a:pPr/>
              <a:t>‹#›</a:t>
            </a:fld>
            <a:endParaRPr lang="en-US"/>
          </a:p>
        </p:txBody>
      </p:sp>
    </p:spTree>
    <p:custDataLst>
      <p:tags r:id="rId1"/>
    </p:custDataLst>
    <p:extLst>
      <p:ext uri="{BB962C8B-B14F-4D97-AF65-F5344CB8AC3E}">
        <p14:creationId xmlns:p14="http://schemas.microsoft.com/office/powerpoint/2010/main" val="2377229850"/>
      </p:ext>
    </p:extLst>
  </p:cSld>
  <p:clrMapOvr>
    <a:masterClrMapping/>
  </p:clrMapOvr>
  <p:transition>
    <p:fade/>
  </p:transition>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userDrawn="1">
  <p:cSld name="Text &amp; Image with Bubbles">
    <p:spTree>
      <p:nvGrpSpPr>
        <p:cNvPr id="1" name=""/>
        <p:cNvGrpSpPr/>
        <p:nvPr/>
      </p:nvGrpSpPr>
      <p:grpSpPr>
        <a:xfrm>
          <a:off x="0" y="0"/>
          <a:ext cx="0" cy="0"/>
          <a:chOff x="0" y="0"/>
          <a:chExt cx="0" cy="0"/>
        </a:xfrm>
      </p:grpSpPr>
      <p:sp>
        <p:nvSpPr>
          <p:cNvPr id="11" name="Rectangle 10"/>
          <p:cNvSpPr/>
          <p:nvPr userDrawn="1"/>
        </p:nvSpPr>
        <p:spPr bwMode="gray">
          <a:xfrm>
            <a:off x="3168650" y="0"/>
            <a:ext cx="902335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spcBef>
                <a:spcPts val="267"/>
              </a:spcBef>
              <a:spcAft>
                <a:spcPts val="267"/>
              </a:spcAft>
            </a:pPr>
            <a:endParaRPr lang="en-US" sz="1467" dirty="0" err="1">
              <a:solidFill>
                <a:schemeClr val="bg1"/>
              </a:solidFill>
              <a:latin typeface="Avenir Next" panose="020B0503020202020204"/>
            </a:endParaRPr>
          </a:p>
        </p:txBody>
      </p:sp>
      <p:sp>
        <p:nvSpPr>
          <p:cNvPr id="12" name="Picture Placeholder 3"/>
          <p:cNvSpPr>
            <a:spLocks noGrp="1"/>
          </p:cNvSpPr>
          <p:nvPr>
            <p:ph type="pic" sz="quarter" idx="13" hasCustomPrompt="1"/>
          </p:nvPr>
        </p:nvSpPr>
        <p:spPr bwMode="gray">
          <a:xfrm>
            <a:off x="3168650" y="0"/>
            <a:ext cx="9023351" cy="6858000"/>
          </a:xfrm>
          <a:prstGeom prst="rect">
            <a:avLst/>
          </a:prstGeom>
          <a:noFill/>
        </p:spPr>
        <p:txBody>
          <a:bodyPr tIns="0" bIns="720000" anchor="ctr" anchorCtr="0"/>
          <a:lstStyle>
            <a:lvl1pPr algn="ctr">
              <a:defRPr sz="1200" baseline="0">
                <a:solidFill>
                  <a:schemeClr val="tx1"/>
                </a:solidFill>
              </a:defRPr>
            </a:lvl1pPr>
          </a:lstStyle>
          <a:p>
            <a:r>
              <a:rPr lang="de-DE" dirty="0"/>
              <a:t>Click </a:t>
            </a:r>
            <a:r>
              <a:rPr lang="de-DE" dirty="0" err="1"/>
              <a:t>the</a:t>
            </a:r>
            <a:r>
              <a:rPr lang="de-DE" dirty="0"/>
              <a:t> </a:t>
            </a:r>
            <a:r>
              <a:rPr lang="de-DE" dirty="0" err="1"/>
              <a:t>icon</a:t>
            </a:r>
            <a:r>
              <a:rPr lang="de-DE" dirty="0"/>
              <a:t> </a:t>
            </a:r>
            <a:br>
              <a:rPr lang="de-DE" dirty="0"/>
            </a:br>
            <a:r>
              <a:rPr lang="de-DE" dirty="0" err="1"/>
              <a:t>to</a:t>
            </a:r>
            <a:r>
              <a:rPr lang="de-DE" dirty="0"/>
              <a:t> </a:t>
            </a:r>
            <a:r>
              <a:rPr lang="de-DE" dirty="0" err="1"/>
              <a:t>add</a:t>
            </a:r>
            <a:r>
              <a:rPr lang="de-DE" dirty="0"/>
              <a:t> an </a:t>
            </a:r>
            <a:r>
              <a:rPr lang="de-DE" dirty="0" err="1"/>
              <a:t>image</a:t>
            </a:r>
            <a:endParaRPr lang="en-US" dirty="0"/>
          </a:p>
        </p:txBody>
      </p:sp>
      <p:sp>
        <p:nvSpPr>
          <p:cNvPr id="2" name="Title 1"/>
          <p:cNvSpPr>
            <a:spLocks noGrp="1"/>
          </p:cNvSpPr>
          <p:nvPr>
            <p:ph type="title" hasCustomPrompt="1"/>
          </p:nvPr>
        </p:nvSpPr>
        <p:spPr bwMode="gray">
          <a:xfrm>
            <a:off x="431801" y="452969"/>
            <a:ext cx="2544232" cy="912284"/>
          </a:xfrm>
        </p:spPr>
        <p:txBody>
          <a:bodyPr/>
          <a:lstStyle>
            <a:lvl1pPr>
              <a:defRPr baseline="0"/>
            </a:lvl1pPr>
          </a:lstStyle>
          <a:p>
            <a:r>
              <a:rPr lang="de-DE" dirty="0"/>
              <a:t>Title </a:t>
            </a:r>
            <a:r>
              <a:rPr lang="de-DE" dirty="0" err="1"/>
              <a:t>of</a:t>
            </a:r>
            <a:r>
              <a:rPr lang="de-DE" dirty="0"/>
              <a:t> </a:t>
            </a:r>
            <a:br>
              <a:rPr lang="de-DE" dirty="0"/>
            </a:br>
            <a:r>
              <a:rPr lang="de-DE" dirty="0" err="1"/>
              <a:t>the</a:t>
            </a:r>
            <a:r>
              <a:rPr lang="de-DE" dirty="0"/>
              <a:t> </a:t>
            </a:r>
            <a:r>
              <a:rPr lang="de-DE" dirty="0" err="1"/>
              <a:t>slide</a:t>
            </a:r>
            <a:endParaRPr lang="en-US" dirty="0"/>
          </a:p>
        </p:txBody>
      </p:sp>
      <p:sp>
        <p:nvSpPr>
          <p:cNvPr id="4" name="Date Placeholder 3"/>
          <p:cNvSpPr>
            <a:spLocks noGrp="1"/>
          </p:cNvSpPr>
          <p:nvPr>
            <p:ph type="dt" sz="half" idx="10"/>
          </p:nvPr>
        </p:nvSpPr>
        <p:spPr bwMode="gray"/>
        <p:txBody>
          <a:bodyPr/>
          <a:lstStyle>
            <a:lvl1pPr>
              <a:defRPr>
                <a:solidFill>
                  <a:schemeClr val="tx1"/>
                </a:solidFill>
              </a:defRPr>
            </a:lvl1pPr>
          </a:lstStyle>
          <a:p>
            <a:fld id="{6095AA36-821A-4977-8436-29C8F5740639}" type="datetime1">
              <a:rPr lang="en-US" smtClean="0"/>
              <a:t>7/6/2026</a:t>
            </a:fld>
            <a:endParaRPr lang="en-US"/>
          </a:p>
        </p:txBody>
      </p:sp>
      <p:sp>
        <p:nvSpPr>
          <p:cNvPr id="5" name="Footer Placeholder 4"/>
          <p:cNvSpPr>
            <a:spLocks noGrp="1"/>
          </p:cNvSpPr>
          <p:nvPr>
            <p:ph type="ftr" sz="quarter" idx="11"/>
          </p:nvPr>
        </p:nvSpPr>
        <p:spPr bwMode="gray"/>
        <p:txBody>
          <a:bodyPr/>
          <a:lstStyle>
            <a:lvl1pPr>
              <a:defRPr>
                <a:solidFill>
                  <a:schemeClr val="tx1"/>
                </a:solidFill>
              </a:defRPr>
            </a:lvl1pPr>
          </a:lstStyle>
          <a:p>
            <a:r>
              <a:rPr lang="en-US"/>
              <a:t>Title of the presentation</a:t>
            </a:r>
          </a:p>
        </p:txBody>
      </p:sp>
      <p:sp>
        <p:nvSpPr>
          <p:cNvPr id="6" name="Slide Number Placeholder 5"/>
          <p:cNvSpPr>
            <a:spLocks noGrp="1"/>
          </p:cNvSpPr>
          <p:nvPr>
            <p:ph type="sldNum" sz="quarter" idx="12"/>
          </p:nvPr>
        </p:nvSpPr>
        <p:spPr bwMode="gray"/>
        <p:txBody>
          <a:bodyPr/>
          <a:lstStyle>
            <a:lvl1pPr>
              <a:defRPr>
                <a:solidFill>
                  <a:schemeClr val="tx1"/>
                </a:solidFill>
              </a:defRPr>
            </a:lvl1pPr>
          </a:lstStyle>
          <a:p>
            <a:fld id="{FCB53D23-1D79-480C-B3BE-829293F4503C}" type="slidenum">
              <a:rPr lang="en-US" smtClean="0"/>
              <a:pPr/>
              <a:t>‹#›</a:t>
            </a:fld>
            <a:endParaRPr lang="en-US"/>
          </a:p>
        </p:txBody>
      </p:sp>
      <p:sp>
        <p:nvSpPr>
          <p:cNvPr id="7" name="Text Placeholder 6"/>
          <p:cNvSpPr>
            <a:spLocks noGrp="1"/>
          </p:cNvSpPr>
          <p:nvPr>
            <p:ph type="body" sz="quarter" idx="14"/>
          </p:nvPr>
        </p:nvSpPr>
        <p:spPr bwMode="gray">
          <a:xfrm>
            <a:off x="431801" y="1701800"/>
            <a:ext cx="2544232" cy="432011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Text Placeholder 10"/>
          <p:cNvSpPr>
            <a:spLocks noGrp="1"/>
          </p:cNvSpPr>
          <p:nvPr>
            <p:ph type="body" sz="quarter" idx="17" hasCustomPrompt="1"/>
          </p:nvPr>
        </p:nvSpPr>
        <p:spPr bwMode="gray">
          <a:xfrm>
            <a:off x="4203701" y="3476627"/>
            <a:ext cx="2832100" cy="2832099"/>
          </a:xfrm>
          <a:prstGeom prst="ellipse">
            <a:avLst/>
          </a:prstGeom>
          <a:solidFill>
            <a:schemeClr val="accent1"/>
          </a:solidFill>
        </p:spPr>
        <p:txBody>
          <a:bodyPr anchor="ctr"/>
          <a:lstStyle>
            <a:lvl1pPr marL="0" indent="0" algn="ctr">
              <a:lnSpc>
                <a:spcPct val="75000"/>
              </a:lnSpc>
              <a:spcBef>
                <a:spcPts val="267"/>
              </a:spcBef>
              <a:spcAft>
                <a:spcPts val="267"/>
              </a:spcAft>
              <a:buFont typeface="Arial" panose="020B0604020202020204" pitchFamily="34" charset="0"/>
              <a:buNone/>
              <a:defRPr sz="2133">
                <a:solidFill>
                  <a:schemeClr val="bg1"/>
                </a:solidFill>
                <a:latin typeface="Avenir Next" panose="020B0503020202020204"/>
              </a:defRPr>
            </a:lvl1pPr>
            <a:lvl2pPr marL="0" indent="0" algn="ctr">
              <a:lnSpc>
                <a:spcPct val="75000"/>
              </a:lnSpc>
              <a:spcBef>
                <a:spcPts val="0"/>
              </a:spcBef>
              <a:spcAft>
                <a:spcPts val="0"/>
              </a:spcAft>
              <a:buFont typeface="Arial" panose="020B0604020202020204" pitchFamily="34" charset="0"/>
              <a:buNone/>
              <a:defRPr sz="1467">
                <a:solidFill>
                  <a:schemeClr val="bg1"/>
                </a:solidFill>
                <a:latin typeface="+mj-lt"/>
              </a:defRPr>
            </a:lvl2pPr>
            <a:lvl3pPr marL="0" indent="0" algn="ctr">
              <a:lnSpc>
                <a:spcPct val="75000"/>
              </a:lnSpc>
              <a:spcBef>
                <a:spcPts val="0"/>
              </a:spcBef>
              <a:spcAft>
                <a:spcPts val="0"/>
              </a:spcAft>
              <a:buFont typeface="Arial" panose="020B0604020202020204" pitchFamily="34" charset="0"/>
              <a:buNone/>
              <a:defRPr sz="1467">
                <a:solidFill>
                  <a:schemeClr val="bg1"/>
                </a:solidFill>
                <a:latin typeface="+mj-lt"/>
              </a:defRPr>
            </a:lvl3pPr>
            <a:lvl4pPr marL="0" indent="0" algn="ctr">
              <a:lnSpc>
                <a:spcPct val="75000"/>
              </a:lnSpc>
              <a:spcBef>
                <a:spcPts val="0"/>
              </a:spcBef>
              <a:spcAft>
                <a:spcPts val="0"/>
              </a:spcAft>
              <a:buFont typeface="Arial" panose="020B0604020202020204" pitchFamily="34" charset="0"/>
              <a:buNone/>
              <a:defRPr sz="1467">
                <a:solidFill>
                  <a:schemeClr val="bg1"/>
                </a:solidFill>
                <a:latin typeface="+mj-lt"/>
              </a:defRPr>
            </a:lvl4pPr>
            <a:lvl5pPr marL="0" indent="0" algn="ctr">
              <a:lnSpc>
                <a:spcPct val="75000"/>
              </a:lnSpc>
              <a:spcBef>
                <a:spcPts val="0"/>
              </a:spcBef>
              <a:spcAft>
                <a:spcPts val="0"/>
              </a:spcAft>
              <a:buFont typeface="Arial" panose="020B0604020202020204" pitchFamily="34" charset="0"/>
              <a:buNone/>
              <a:defRPr sz="1467">
                <a:solidFill>
                  <a:schemeClr val="bg1"/>
                </a:solidFill>
                <a:latin typeface="+mj-lt"/>
              </a:defRPr>
            </a:lvl5pPr>
            <a:lvl6pPr marL="0" indent="0" algn="ctr">
              <a:lnSpc>
                <a:spcPct val="75000"/>
              </a:lnSpc>
              <a:spcBef>
                <a:spcPts val="0"/>
              </a:spcBef>
              <a:spcAft>
                <a:spcPts val="0"/>
              </a:spcAft>
              <a:buFont typeface="Arial" panose="020B0604020202020204" pitchFamily="34" charset="0"/>
              <a:buNone/>
              <a:defRPr sz="1467">
                <a:solidFill>
                  <a:schemeClr val="bg1"/>
                </a:solidFill>
                <a:latin typeface="+mj-lt"/>
              </a:defRPr>
            </a:lvl6pPr>
            <a:lvl7pPr marL="0" indent="0" algn="ctr">
              <a:lnSpc>
                <a:spcPct val="75000"/>
              </a:lnSpc>
              <a:spcBef>
                <a:spcPts val="0"/>
              </a:spcBef>
              <a:spcAft>
                <a:spcPts val="0"/>
              </a:spcAft>
              <a:buFont typeface="Arial" panose="020B0604020202020204" pitchFamily="34" charset="0"/>
              <a:buNone/>
              <a:defRPr sz="1467">
                <a:solidFill>
                  <a:schemeClr val="bg1"/>
                </a:solidFill>
                <a:latin typeface="+mj-lt"/>
              </a:defRPr>
            </a:lvl7pPr>
            <a:lvl8pPr marL="0" indent="0" algn="ctr">
              <a:lnSpc>
                <a:spcPct val="75000"/>
              </a:lnSpc>
              <a:spcBef>
                <a:spcPts val="0"/>
              </a:spcBef>
              <a:spcAft>
                <a:spcPts val="0"/>
              </a:spcAft>
              <a:buFont typeface="Arial" panose="020B0604020202020204" pitchFamily="34" charset="0"/>
              <a:buNone/>
              <a:defRPr sz="1467">
                <a:solidFill>
                  <a:schemeClr val="bg1"/>
                </a:solidFill>
                <a:latin typeface="+mj-lt"/>
              </a:defRPr>
            </a:lvl8pPr>
            <a:lvl9pPr marL="0" indent="0" algn="ctr">
              <a:lnSpc>
                <a:spcPct val="75000"/>
              </a:lnSpc>
              <a:spcBef>
                <a:spcPts val="0"/>
              </a:spcBef>
              <a:spcAft>
                <a:spcPts val="0"/>
              </a:spcAft>
              <a:buFont typeface="Arial" panose="020B0604020202020204" pitchFamily="34" charset="0"/>
              <a:buNone/>
              <a:defRPr sz="1467">
                <a:solidFill>
                  <a:schemeClr val="bg1"/>
                </a:solidFill>
                <a:latin typeface="+mj-lt"/>
              </a:defRPr>
            </a:lvl9pPr>
          </a:lstStyle>
          <a:p>
            <a:pPr lvl="0"/>
            <a:r>
              <a:rPr lang="en-US" dirty="0"/>
              <a:t>Highlight element</a:t>
            </a:r>
          </a:p>
        </p:txBody>
      </p:sp>
      <p:sp>
        <p:nvSpPr>
          <p:cNvPr id="14" name="Text Placeholder 10"/>
          <p:cNvSpPr>
            <a:spLocks noGrp="1"/>
          </p:cNvSpPr>
          <p:nvPr>
            <p:ph type="body" sz="quarter" idx="21" hasCustomPrompt="1"/>
          </p:nvPr>
        </p:nvSpPr>
        <p:spPr bwMode="gray">
          <a:xfrm>
            <a:off x="2895601" y="5818719"/>
            <a:ext cx="1622400" cy="1622400"/>
          </a:xfrm>
          <a:prstGeom prst="ellipse">
            <a:avLst/>
          </a:prstGeom>
          <a:solidFill>
            <a:schemeClr val="accent1"/>
          </a:solidFill>
        </p:spPr>
        <p:txBody>
          <a:bodyPr anchor="ctr"/>
          <a:lstStyle>
            <a:lvl1pPr marL="0" indent="0" algn="ctr">
              <a:lnSpc>
                <a:spcPct val="100000"/>
              </a:lnSpc>
              <a:spcBef>
                <a:spcPts val="0"/>
              </a:spcBef>
              <a:spcAft>
                <a:spcPts val="0"/>
              </a:spcAft>
              <a:buFont typeface="Arial" panose="020B0604020202020204" pitchFamily="34" charset="0"/>
              <a:buNone/>
              <a:defRPr sz="267" b="0" baseline="0">
                <a:solidFill>
                  <a:schemeClr val="accent1">
                    <a:alpha val="0"/>
                  </a:schemeClr>
                </a:solidFill>
                <a:latin typeface="Avenir Next" panose="020B0503020202020204"/>
              </a:defRPr>
            </a:lvl1pPr>
            <a:lvl2pPr marL="0" indent="0" algn="ctr">
              <a:lnSpc>
                <a:spcPct val="100000"/>
              </a:lnSpc>
              <a:spcBef>
                <a:spcPts val="0"/>
              </a:spcBef>
              <a:spcAft>
                <a:spcPts val="0"/>
              </a:spcAft>
              <a:buFont typeface="Arial" panose="020B0604020202020204" pitchFamily="34" charset="0"/>
              <a:buNone/>
              <a:defRPr sz="267" b="0">
                <a:solidFill>
                  <a:schemeClr val="accent1">
                    <a:alpha val="0"/>
                  </a:schemeClr>
                </a:solidFill>
                <a:latin typeface="+mn-lt"/>
              </a:defRPr>
            </a:lvl2pPr>
            <a:lvl3pPr marL="0" indent="0" algn="ctr">
              <a:lnSpc>
                <a:spcPct val="100000"/>
              </a:lnSpc>
              <a:spcBef>
                <a:spcPts val="0"/>
              </a:spcBef>
              <a:spcAft>
                <a:spcPts val="0"/>
              </a:spcAft>
              <a:buFont typeface="Arial" panose="020B0604020202020204" pitchFamily="34" charset="0"/>
              <a:buNone/>
              <a:defRPr sz="267" b="0">
                <a:solidFill>
                  <a:schemeClr val="accent1">
                    <a:alpha val="0"/>
                  </a:schemeClr>
                </a:solidFill>
                <a:latin typeface="+mn-lt"/>
              </a:defRPr>
            </a:lvl3pPr>
            <a:lvl4pPr marL="0" indent="0" algn="ctr">
              <a:lnSpc>
                <a:spcPct val="100000"/>
              </a:lnSpc>
              <a:spcBef>
                <a:spcPts val="0"/>
              </a:spcBef>
              <a:spcAft>
                <a:spcPts val="0"/>
              </a:spcAft>
              <a:buFont typeface="Arial" panose="020B0604020202020204" pitchFamily="34" charset="0"/>
              <a:buNone/>
              <a:defRPr sz="267" b="0">
                <a:solidFill>
                  <a:schemeClr val="accent1">
                    <a:alpha val="0"/>
                  </a:schemeClr>
                </a:solidFill>
                <a:latin typeface="+mn-lt"/>
              </a:defRPr>
            </a:lvl4pPr>
            <a:lvl5pPr marL="0" indent="0" algn="ctr">
              <a:lnSpc>
                <a:spcPct val="100000"/>
              </a:lnSpc>
              <a:spcBef>
                <a:spcPts val="0"/>
              </a:spcBef>
              <a:spcAft>
                <a:spcPts val="0"/>
              </a:spcAft>
              <a:buFont typeface="Arial" panose="020B0604020202020204" pitchFamily="34" charset="0"/>
              <a:buNone/>
              <a:defRPr sz="267" b="0">
                <a:solidFill>
                  <a:schemeClr val="accent1">
                    <a:alpha val="0"/>
                  </a:schemeClr>
                </a:solidFill>
                <a:latin typeface="+mn-lt"/>
              </a:defRPr>
            </a:lvl5pPr>
            <a:lvl6pPr marL="0" indent="0" algn="ctr">
              <a:lnSpc>
                <a:spcPct val="100000"/>
              </a:lnSpc>
              <a:spcBef>
                <a:spcPts val="0"/>
              </a:spcBef>
              <a:spcAft>
                <a:spcPts val="0"/>
              </a:spcAft>
              <a:buFont typeface="Arial" panose="020B0604020202020204" pitchFamily="34" charset="0"/>
              <a:buNone/>
              <a:defRPr sz="267" b="0">
                <a:solidFill>
                  <a:schemeClr val="accent1">
                    <a:alpha val="0"/>
                  </a:schemeClr>
                </a:solidFill>
                <a:latin typeface="+mn-lt"/>
              </a:defRPr>
            </a:lvl6pPr>
            <a:lvl7pPr marL="0" indent="0" algn="ctr">
              <a:lnSpc>
                <a:spcPct val="100000"/>
              </a:lnSpc>
              <a:spcBef>
                <a:spcPts val="0"/>
              </a:spcBef>
              <a:spcAft>
                <a:spcPts val="0"/>
              </a:spcAft>
              <a:buFont typeface="Arial" panose="020B0604020202020204" pitchFamily="34" charset="0"/>
              <a:buNone/>
              <a:defRPr sz="267" b="0">
                <a:solidFill>
                  <a:schemeClr val="accent1">
                    <a:alpha val="0"/>
                  </a:schemeClr>
                </a:solidFill>
                <a:latin typeface="+mn-lt"/>
              </a:defRPr>
            </a:lvl7pPr>
            <a:lvl8pPr marL="0" indent="0" algn="ctr">
              <a:lnSpc>
                <a:spcPct val="100000"/>
              </a:lnSpc>
              <a:spcBef>
                <a:spcPts val="0"/>
              </a:spcBef>
              <a:spcAft>
                <a:spcPts val="0"/>
              </a:spcAft>
              <a:buFont typeface="Arial" panose="020B0604020202020204" pitchFamily="34" charset="0"/>
              <a:buNone/>
              <a:defRPr sz="267" b="0">
                <a:solidFill>
                  <a:schemeClr val="accent1">
                    <a:alpha val="0"/>
                  </a:schemeClr>
                </a:solidFill>
                <a:latin typeface="+mn-lt"/>
              </a:defRPr>
            </a:lvl8pPr>
            <a:lvl9pPr marL="0" indent="0" algn="ctr">
              <a:lnSpc>
                <a:spcPct val="100000"/>
              </a:lnSpc>
              <a:spcBef>
                <a:spcPts val="0"/>
              </a:spcBef>
              <a:spcAft>
                <a:spcPts val="0"/>
              </a:spcAft>
              <a:buFont typeface="Arial" panose="020B0604020202020204" pitchFamily="34" charset="0"/>
              <a:buNone/>
              <a:defRPr sz="267" b="0">
                <a:solidFill>
                  <a:schemeClr val="accent1">
                    <a:alpha val="0"/>
                  </a:schemeClr>
                </a:solidFill>
                <a:latin typeface="+mn-lt"/>
              </a:defRPr>
            </a:lvl9pPr>
          </a:lstStyle>
          <a:p>
            <a:pPr lvl="0"/>
            <a:r>
              <a:rPr lang="de-DE" dirty="0"/>
              <a:t> </a:t>
            </a:r>
          </a:p>
        </p:txBody>
      </p:sp>
    </p:spTree>
    <p:custDataLst>
      <p:tags r:id="rId1"/>
    </p:custDataLst>
    <p:extLst>
      <p:ext uri="{BB962C8B-B14F-4D97-AF65-F5344CB8AC3E}">
        <p14:creationId xmlns:p14="http://schemas.microsoft.com/office/powerpoint/2010/main" val="3479054489"/>
      </p:ext>
    </p:extLst>
  </p:cSld>
  <p:clrMapOvr>
    <a:masterClrMapping/>
  </p:clrMapOvr>
  <p:transition>
    <p:fade/>
  </p:transition>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userDrawn="1">
  <p:cSld name="Title &amp; Image">
    <p:spTree>
      <p:nvGrpSpPr>
        <p:cNvPr id="1" name=""/>
        <p:cNvGrpSpPr/>
        <p:nvPr/>
      </p:nvGrpSpPr>
      <p:grpSpPr>
        <a:xfrm>
          <a:off x="0" y="0"/>
          <a:ext cx="0" cy="0"/>
          <a:chOff x="0" y="0"/>
          <a:chExt cx="0" cy="0"/>
        </a:xfrm>
      </p:grpSpPr>
      <p:sp>
        <p:nvSpPr>
          <p:cNvPr id="8" name="Rectangle 7"/>
          <p:cNvSpPr/>
          <p:nvPr userDrawn="1"/>
        </p:nvSpPr>
        <p:spPr>
          <a:xfrm>
            <a:off x="3168650" y="0"/>
            <a:ext cx="902335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spcBef>
                <a:spcPts val="267"/>
              </a:spcBef>
              <a:spcAft>
                <a:spcPts val="267"/>
              </a:spcAft>
            </a:pPr>
            <a:endParaRPr lang="en-US" sz="1467" dirty="0" err="1">
              <a:solidFill>
                <a:schemeClr val="bg1"/>
              </a:solidFill>
              <a:latin typeface="Avenir Next" panose="020B0503020202020204"/>
            </a:endParaRPr>
          </a:p>
        </p:txBody>
      </p:sp>
      <p:sp>
        <p:nvSpPr>
          <p:cNvPr id="10" name="Picture Placeholder 3"/>
          <p:cNvSpPr>
            <a:spLocks noGrp="1"/>
          </p:cNvSpPr>
          <p:nvPr>
            <p:ph type="pic" sz="quarter" idx="13" hasCustomPrompt="1"/>
          </p:nvPr>
        </p:nvSpPr>
        <p:spPr bwMode="gray">
          <a:xfrm>
            <a:off x="3168650" y="0"/>
            <a:ext cx="9023351" cy="6858000"/>
          </a:xfrm>
          <a:prstGeom prst="rect">
            <a:avLst/>
          </a:prstGeom>
          <a:noFill/>
        </p:spPr>
        <p:txBody>
          <a:bodyPr tIns="0" bIns="720000" anchor="ctr" anchorCtr="0"/>
          <a:lstStyle>
            <a:lvl1pPr algn="ctr">
              <a:defRPr sz="1200" baseline="0">
                <a:solidFill>
                  <a:schemeClr val="tx1"/>
                </a:solidFill>
              </a:defRPr>
            </a:lvl1pPr>
          </a:lstStyle>
          <a:p>
            <a:r>
              <a:rPr lang="de-DE" dirty="0"/>
              <a:t>Click </a:t>
            </a:r>
            <a:r>
              <a:rPr lang="de-DE" dirty="0" err="1"/>
              <a:t>the</a:t>
            </a:r>
            <a:r>
              <a:rPr lang="de-DE" dirty="0"/>
              <a:t> </a:t>
            </a:r>
            <a:r>
              <a:rPr lang="de-DE" dirty="0" err="1"/>
              <a:t>icon</a:t>
            </a:r>
            <a:r>
              <a:rPr lang="de-DE" dirty="0"/>
              <a:t> </a:t>
            </a:r>
            <a:br>
              <a:rPr lang="de-DE" dirty="0"/>
            </a:br>
            <a:r>
              <a:rPr lang="de-DE" dirty="0" err="1"/>
              <a:t>to</a:t>
            </a:r>
            <a:r>
              <a:rPr lang="de-DE" dirty="0"/>
              <a:t> </a:t>
            </a:r>
            <a:r>
              <a:rPr lang="de-DE" dirty="0" err="1"/>
              <a:t>add</a:t>
            </a:r>
            <a:r>
              <a:rPr lang="de-DE" dirty="0"/>
              <a:t> an </a:t>
            </a:r>
            <a:r>
              <a:rPr lang="de-DE" dirty="0" err="1"/>
              <a:t>image</a:t>
            </a:r>
            <a:endParaRPr lang="en-US" dirty="0"/>
          </a:p>
        </p:txBody>
      </p:sp>
      <p:sp>
        <p:nvSpPr>
          <p:cNvPr id="2" name="Title 1"/>
          <p:cNvSpPr>
            <a:spLocks noGrp="1"/>
          </p:cNvSpPr>
          <p:nvPr>
            <p:ph type="title" hasCustomPrompt="1"/>
          </p:nvPr>
        </p:nvSpPr>
        <p:spPr bwMode="gray">
          <a:xfrm>
            <a:off x="431801" y="452967"/>
            <a:ext cx="2544232" cy="3312584"/>
          </a:xfrm>
        </p:spPr>
        <p:txBody>
          <a:bodyPr/>
          <a:lstStyle>
            <a:lvl1pPr>
              <a:defRPr/>
            </a:lvl1pPr>
          </a:lstStyle>
          <a:p>
            <a:r>
              <a:rPr lang="de-DE" dirty="0"/>
              <a:t>Title </a:t>
            </a:r>
            <a:r>
              <a:rPr lang="de-DE" dirty="0" err="1"/>
              <a:t>of</a:t>
            </a:r>
            <a:r>
              <a:rPr lang="de-DE" dirty="0"/>
              <a:t> </a:t>
            </a:r>
            <a:br>
              <a:rPr lang="de-DE" dirty="0"/>
            </a:br>
            <a:r>
              <a:rPr lang="de-DE" dirty="0" err="1"/>
              <a:t>the</a:t>
            </a:r>
            <a:r>
              <a:rPr lang="de-DE" dirty="0"/>
              <a:t> </a:t>
            </a:r>
            <a:r>
              <a:rPr lang="de-DE" dirty="0" err="1"/>
              <a:t>slide</a:t>
            </a:r>
            <a:r>
              <a:rPr lang="en-US" dirty="0"/>
              <a:t/>
            </a:r>
            <a:br>
              <a:rPr lang="en-US" dirty="0"/>
            </a:br>
            <a:r>
              <a:rPr lang="en-US" dirty="0"/>
              <a:t>written </a:t>
            </a:r>
            <a:br>
              <a:rPr lang="en-US" dirty="0"/>
            </a:br>
            <a:r>
              <a:rPr lang="en-US" dirty="0"/>
              <a:t>in several lines</a:t>
            </a:r>
          </a:p>
        </p:txBody>
      </p:sp>
      <p:sp>
        <p:nvSpPr>
          <p:cNvPr id="4" name="Date Placeholder 3"/>
          <p:cNvSpPr>
            <a:spLocks noGrp="1"/>
          </p:cNvSpPr>
          <p:nvPr>
            <p:ph type="dt" sz="half" idx="10"/>
          </p:nvPr>
        </p:nvSpPr>
        <p:spPr bwMode="gray"/>
        <p:txBody>
          <a:bodyPr/>
          <a:lstStyle>
            <a:lvl1pPr>
              <a:defRPr>
                <a:solidFill>
                  <a:schemeClr val="tx1"/>
                </a:solidFill>
              </a:defRPr>
            </a:lvl1pPr>
          </a:lstStyle>
          <a:p>
            <a:fld id="{9D8FD7EF-A361-45C2-84F0-F87C373439C0}" type="datetime1">
              <a:rPr lang="en-US" smtClean="0"/>
              <a:t>7/6/2026</a:t>
            </a:fld>
            <a:endParaRPr lang="en-US"/>
          </a:p>
        </p:txBody>
      </p:sp>
      <p:sp>
        <p:nvSpPr>
          <p:cNvPr id="5" name="Footer Placeholder 4"/>
          <p:cNvSpPr>
            <a:spLocks noGrp="1"/>
          </p:cNvSpPr>
          <p:nvPr>
            <p:ph type="ftr" sz="quarter" idx="11"/>
          </p:nvPr>
        </p:nvSpPr>
        <p:spPr bwMode="gray"/>
        <p:txBody>
          <a:bodyPr/>
          <a:lstStyle>
            <a:lvl1pPr>
              <a:defRPr>
                <a:solidFill>
                  <a:schemeClr val="tx1"/>
                </a:solidFill>
              </a:defRPr>
            </a:lvl1pPr>
          </a:lstStyle>
          <a:p>
            <a:r>
              <a:rPr lang="en-US"/>
              <a:t>Title of the presentation</a:t>
            </a:r>
          </a:p>
        </p:txBody>
      </p:sp>
      <p:sp>
        <p:nvSpPr>
          <p:cNvPr id="6" name="Slide Number Placeholder 5"/>
          <p:cNvSpPr>
            <a:spLocks noGrp="1"/>
          </p:cNvSpPr>
          <p:nvPr>
            <p:ph type="sldNum" sz="quarter" idx="12"/>
          </p:nvPr>
        </p:nvSpPr>
        <p:spPr bwMode="gray"/>
        <p:txBody>
          <a:bodyPr/>
          <a:lstStyle>
            <a:lvl1pPr>
              <a:defRPr>
                <a:solidFill>
                  <a:schemeClr val="tx1"/>
                </a:solidFill>
              </a:defRPr>
            </a:lvl1pPr>
          </a:lstStyle>
          <a:p>
            <a:fld id="{FCB53D23-1D79-480C-B3BE-829293F4503C}" type="slidenum">
              <a:rPr lang="en-US" smtClean="0"/>
              <a:pPr/>
              <a:t>‹#›</a:t>
            </a:fld>
            <a:endParaRPr lang="en-US"/>
          </a:p>
        </p:txBody>
      </p:sp>
    </p:spTree>
    <p:custDataLst>
      <p:tags r:id="rId1"/>
    </p:custDataLst>
    <p:extLst>
      <p:ext uri="{BB962C8B-B14F-4D97-AF65-F5344CB8AC3E}">
        <p14:creationId xmlns:p14="http://schemas.microsoft.com/office/powerpoint/2010/main" val="1194800762"/>
      </p:ext>
    </p:extLst>
  </p:cSld>
  <p:clrMapOvr>
    <a:masterClrMapping/>
  </p:clrMapOvr>
  <p:transition>
    <p:fade/>
  </p:transition>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userDrawn="1">
  <p:cSld name="Full-size Image">
    <p:spTree>
      <p:nvGrpSpPr>
        <p:cNvPr id="1" name=""/>
        <p:cNvGrpSpPr/>
        <p:nvPr/>
      </p:nvGrpSpPr>
      <p:grpSpPr>
        <a:xfrm>
          <a:off x="0" y="0"/>
          <a:ext cx="0" cy="0"/>
          <a:chOff x="0" y="0"/>
          <a:chExt cx="0" cy="0"/>
        </a:xfrm>
      </p:grpSpPr>
      <p:sp>
        <p:nvSpPr>
          <p:cNvPr id="10" name="Picture Placeholder 3"/>
          <p:cNvSpPr>
            <a:spLocks noGrp="1"/>
          </p:cNvSpPr>
          <p:nvPr>
            <p:ph type="pic" sz="quarter" idx="13" hasCustomPrompt="1"/>
          </p:nvPr>
        </p:nvSpPr>
        <p:spPr bwMode="gray">
          <a:xfrm>
            <a:off x="0" y="0"/>
            <a:ext cx="12192000" cy="6858000"/>
          </a:xfrm>
          <a:prstGeom prst="rect">
            <a:avLst/>
          </a:prstGeom>
          <a:solidFill>
            <a:schemeClr val="tx1">
              <a:lumMod val="50000"/>
              <a:lumOff val="50000"/>
            </a:schemeClr>
          </a:solidFill>
        </p:spPr>
        <p:txBody>
          <a:bodyPr tIns="0" bIns="720000" anchor="ctr" anchorCtr="0"/>
          <a:lstStyle>
            <a:lvl1pPr algn="ctr">
              <a:defRPr sz="1200" baseline="0">
                <a:solidFill>
                  <a:schemeClr val="bg1"/>
                </a:solidFill>
              </a:defRPr>
            </a:lvl1pPr>
          </a:lstStyle>
          <a:p>
            <a:r>
              <a:rPr lang="de-DE" dirty="0"/>
              <a:t>Click </a:t>
            </a:r>
            <a:r>
              <a:rPr lang="de-DE" dirty="0" err="1"/>
              <a:t>the</a:t>
            </a:r>
            <a:r>
              <a:rPr lang="de-DE" dirty="0"/>
              <a:t> </a:t>
            </a:r>
            <a:r>
              <a:rPr lang="de-DE" dirty="0" err="1"/>
              <a:t>icon</a:t>
            </a:r>
            <a:r>
              <a:rPr lang="de-DE" dirty="0"/>
              <a:t> </a:t>
            </a:r>
            <a:br>
              <a:rPr lang="de-DE" dirty="0"/>
            </a:br>
            <a:r>
              <a:rPr lang="de-DE" dirty="0" err="1"/>
              <a:t>to</a:t>
            </a:r>
            <a:r>
              <a:rPr lang="de-DE" dirty="0"/>
              <a:t> </a:t>
            </a:r>
            <a:r>
              <a:rPr lang="de-DE" dirty="0" err="1"/>
              <a:t>add</a:t>
            </a:r>
            <a:r>
              <a:rPr lang="de-DE" dirty="0"/>
              <a:t> an </a:t>
            </a:r>
            <a:r>
              <a:rPr lang="de-DE" dirty="0" err="1"/>
              <a:t>image</a:t>
            </a:r>
            <a:endParaRPr lang="en-US" dirty="0"/>
          </a:p>
        </p:txBody>
      </p:sp>
      <p:sp>
        <p:nvSpPr>
          <p:cNvPr id="2" name="Title 1"/>
          <p:cNvSpPr>
            <a:spLocks noGrp="1"/>
          </p:cNvSpPr>
          <p:nvPr>
            <p:ph type="title" hasCustomPrompt="1"/>
          </p:nvPr>
        </p:nvSpPr>
        <p:spPr bwMode="gray">
          <a:xfrm>
            <a:off x="431801" y="452967"/>
            <a:ext cx="2544232" cy="3312584"/>
          </a:xfrm>
        </p:spPr>
        <p:txBody>
          <a:bodyPr/>
          <a:lstStyle>
            <a:lvl1pPr>
              <a:defRPr>
                <a:solidFill>
                  <a:schemeClr val="bg1"/>
                </a:solidFill>
              </a:defRPr>
            </a:lvl1pPr>
          </a:lstStyle>
          <a:p>
            <a:r>
              <a:rPr lang="de-DE" dirty="0"/>
              <a:t>Title </a:t>
            </a:r>
            <a:r>
              <a:rPr lang="de-DE" dirty="0" err="1"/>
              <a:t>of</a:t>
            </a:r>
            <a:r>
              <a:rPr lang="de-DE" dirty="0"/>
              <a:t> </a:t>
            </a:r>
            <a:br>
              <a:rPr lang="de-DE" dirty="0"/>
            </a:br>
            <a:r>
              <a:rPr lang="de-DE" dirty="0" err="1"/>
              <a:t>the</a:t>
            </a:r>
            <a:r>
              <a:rPr lang="de-DE" dirty="0"/>
              <a:t> </a:t>
            </a:r>
            <a:r>
              <a:rPr lang="de-DE" dirty="0" err="1"/>
              <a:t>slide</a:t>
            </a:r>
            <a:r>
              <a:rPr lang="en-US" dirty="0"/>
              <a:t/>
            </a:r>
            <a:br>
              <a:rPr lang="en-US" dirty="0"/>
            </a:br>
            <a:r>
              <a:rPr lang="en-US" dirty="0"/>
              <a:t>written </a:t>
            </a:r>
            <a:br>
              <a:rPr lang="en-US" dirty="0"/>
            </a:br>
            <a:r>
              <a:rPr lang="en-US" dirty="0"/>
              <a:t>in several lines</a:t>
            </a:r>
          </a:p>
        </p:txBody>
      </p:sp>
      <p:sp>
        <p:nvSpPr>
          <p:cNvPr id="4" name="Date Placeholder 3"/>
          <p:cNvSpPr>
            <a:spLocks noGrp="1"/>
          </p:cNvSpPr>
          <p:nvPr>
            <p:ph type="dt" sz="half" idx="10"/>
          </p:nvPr>
        </p:nvSpPr>
        <p:spPr bwMode="gray"/>
        <p:txBody>
          <a:bodyPr/>
          <a:lstStyle>
            <a:lvl1pPr>
              <a:defRPr>
                <a:solidFill>
                  <a:schemeClr val="bg1"/>
                </a:solidFill>
              </a:defRPr>
            </a:lvl1pPr>
          </a:lstStyle>
          <a:p>
            <a:fld id="{16B28F82-EFB1-4555-AACC-5A7B650C598B}" type="datetime1">
              <a:rPr lang="en-US" smtClean="0"/>
              <a:t>7/6/2026</a:t>
            </a:fld>
            <a:endParaRPr lang="en-US"/>
          </a:p>
        </p:txBody>
      </p:sp>
      <p:sp>
        <p:nvSpPr>
          <p:cNvPr id="5" name="Footer Placeholder 4"/>
          <p:cNvSpPr>
            <a:spLocks noGrp="1"/>
          </p:cNvSpPr>
          <p:nvPr>
            <p:ph type="ftr" sz="quarter" idx="11"/>
          </p:nvPr>
        </p:nvSpPr>
        <p:spPr bwMode="gray"/>
        <p:txBody>
          <a:bodyPr/>
          <a:lstStyle>
            <a:lvl1pPr>
              <a:defRPr>
                <a:solidFill>
                  <a:schemeClr val="bg1"/>
                </a:solidFill>
              </a:defRPr>
            </a:lvl1pPr>
          </a:lstStyle>
          <a:p>
            <a:r>
              <a:rPr lang="en-US"/>
              <a:t>Title of the presentation</a:t>
            </a:r>
          </a:p>
        </p:txBody>
      </p:sp>
      <p:sp>
        <p:nvSpPr>
          <p:cNvPr id="6" name="Slide Number Placeholder 5"/>
          <p:cNvSpPr>
            <a:spLocks noGrp="1"/>
          </p:cNvSpPr>
          <p:nvPr>
            <p:ph type="sldNum" sz="quarter" idx="12"/>
          </p:nvPr>
        </p:nvSpPr>
        <p:spPr bwMode="gray"/>
        <p:txBody>
          <a:bodyPr/>
          <a:lstStyle>
            <a:lvl1pPr>
              <a:defRPr>
                <a:solidFill>
                  <a:schemeClr val="bg1"/>
                </a:solidFill>
              </a:defRPr>
            </a:lvl1pPr>
          </a:lstStyle>
          <a:p>
            <a:fld id="{FCB53D23-1D79-480C-B3BE-829293F4503C}" type="slidenum">
              <a:rPr lang="en-US" smtClean="0"/>
              <a:pPr/>
              <a:t>‹#›</a:t>
            </a:fld>
            <a:endParaRPr lang="en-US"/>
          </a:p>
        </p:txBody>
      </p:sp>
    </p:spTree>
    <p:custDataLst>
      <p:tags r:id="rId1"/>
    </p:custDataLst>
    <p:extLst>
      <p:ext uri="{BB962C8B-B14F-4D97-AF65-F5344CB8AC3E}">
        <p14:creationId xmlns:p14="http://schemas.microsoft.com/office/powerpoint/2010/main" val="3924344542"/>
      </p:ext>
    </p:extLst>
  </p:cSld>
  <p:clrMapOvr>
    <a:masterClrMapping/>
  </p:clrMapOvr>
  <p:transition>
    <p:fade/>
  </p:transition>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userDrawn="1">
  <p:cSld name="Text &amp; 1 round Image">
    <p:spTree>
      <p:nvGrpSpPr>
        <p:cNvPr id="1" name=""/>
        <p:cNvGrpSpPr/>
        <p:nvPr/>
      </p:nvGrpSpPr>
      <p:grpSpPr>
        <a:xfrm>
          <a:off x="0" y="0"/>
          <a:ext cx="0" cy="0"/>
          <a:chOff x="0" y="0"/>
          <a:chExt cx="0" cy="0"/>
        </a:xfrm>
      </p:grpSpPr>
      <p:sp>
        <p:nvSpPr>
          <p:cNvPr id="15" name="Picture Placeholder 3"/>
          <p:cNvSpPr>
            <a:spLocks noGrp="1"/>
          </p:cNvSpPr>
          <p:nvPr>
            <p:ph type="pic" sz="quarter" idx="13" hasCustomPrompt="1"/>
          </p:nvPr>
        </p:nvSpPr>
        <p:spPr bwMode="gray">
          <a:xfrm>
            <a:off x="6191249" y="453219"/>
            <a:ext cx="5568953" cy="5568445"/>
          </a:xfrm>
          <a:prstGeom prst="ellipse">
            <a:avLst/>
          </a:prstGeom>
          <a:solidFill>
            <a:schemeClr val="bg1"/>
          </a:solidFill>
        </p:spPr>
        <p:txBody>
          <a:bodyPr tIns="0" bIns="720000" anchor="ctr" anchorCtr="0"/>
          <a:lstStyle>
            <a:lvl1pPr algn="ctr">
              <a:defRPr sz="1200" baseline="0">
                <a:solidFill>
                  <a:schemeClr val="tx1"/>
                </a:solidFill>
              </a:defRPr>
            </a:lvl1pPr>
          </a:lstStyle>
          <a:p>
            <a:r>
              <a:rPr lang="de-DE" dirty="0"/>
              <a:t>Click </a:t>
            </a:r>
            <a:r>
              <a:rPr lang="de-DE" dirty="0" err="1"/>
              <a:t>the</a:t>
            </a:r>
            <a:r>
              <a:rPr lang="de-DE" dirty="0"/>
              <a:t> </a:t>
            </a:r>
            <a:r>
              <a:rPr lang="de-DE" dirty="0" err="1"/>
              <a:t>icon</a:t>
            </a:r>
            <a:r>
              <a:rPr lang="de-DE" dirty="0"/>
              <a:t> </a:t>
            </a:r>
            <a:br>
              <a:rPr lang="de-DE" dirty="0"/>
            </a:br>
            <a:r>
              <a:rPr lang="de-DE" dirty="0" err="1"/>
              <a:t>to</a:t>
            </a:r>
            <a:r>
              <a:rPr lang="de-DE" dirty="0"/>
              <a:t> </a:t>
            </a:r>
            <a:r>
              <a:rPr lang="de-DE" dirty="0" err="1"/>
              <a:t>add</a:t>
            </a:r>
            <a:r>
              <a:rPr lang="de-DE" dirty="0"/>
              <a:t> an </a:t>
            </a:r>
            <a:r>
              <a:rPr lang="de-DE" dirty="0" err="1"/>
              <a:t>image</a:t>
            </a:r>
            <a:endParaRPr lang="en-US" dirty="0"/>
          </a:p>
        </p:txBody>
      </p:sp>
      <p:sp>
        <p:nvSpPr>
          <p:cNvPr id="10" name="Text Placeholder 10"/>
          <p:cNvSpPr>
            <a:spLocks noGrp="1"/>
          </p:cNvSpPr>
          <p:nvPr>
            <p:ph type="body" sz="quarter" idx="19" hasCustomPrompt="1"/>
          </p:nvPr>
        </p:nvSpPr>
        <p:spPr bwMode="gray">
          <a:xfrm>
            <a:off x="6336893" y="4342268"/>
            <a:ext cx="1622400" cy="1622400"/>
          </a:xfrm>
          <a:prstGeom prst="ellipse">
            <a:avLst/>
          </a:prstGeom>
          <a:solidFill>
            <a:schemeClr val="accent1"/>
          </a:solidFill>
        </p:spPr>
        <p:txBody>
          <a:bodyPr anchor="ctr"/>
          <a:lstStyle>
            <a:lvl1pPr marL="0" indent="0" algn="ctr">
              <a:lnSpc>
                <a:spcPct val="75000"/>
              </a:lnSpc>
              <a:spcBef>
                <a:spcPts val="267"/>
              </a:spcBef>
              <a:spcAft>
                <a:spcPts val="267"/>
              </a:spcAft>
              <a:buFont typeface="Arial" panose="020B0604020202020204" pitchFamily="34" charset="0"/>
              <a:buNone/>
              <a:defRPr sz="1467">
                <a:solidFill>
                  <a:schemeClr val="bg1"/>
                </a:solidFill>
                <a:latin typeface="Avenir Next" panose="020B0503020202020204"/>
              </a:defRPr>
            </a:lvl1pPr>
            <a:lvl2pPr marL="0" indent="0" algn="ctr">
              <a:lnSpc>
                <a:spcPct val="75000"/>
              </a:lnSpc>
              <a:spcBef>
                <a:spcPts val="0"/>
              </a:spcBef>
              <a:spcAft>
                <a:spcPts val="0"/>
              </a:spcAft>
              <a:buFont typeface="Arial" panose="020B0604020202020204" pitchFamily="34" charset="0"/>
              <a:buNone/>
              <a:defRPr sz="1467">
                <a:solidFill>
                  <a:schemeClr val="bg1"/>
                </a:solidFill>
                <a:latin typeface="+mj-lt"/>
              </a:defRPr>
            </a:lvl2pPr>
            <a:lvl3pPr marL="0" indent="0" algn="ctr">
              <a:lnSpc>
                <a:spcPct val="75000"/>
              </a:lnSpc>
              <a:spcBef>
                <a:spcPts val="0"/>
              </a:spcBef>
              <a:spcAft>
                <a:spcPts val="0"/>
              </a:spcAft>
              <a:buFont typeface="Arial" panose="020B0604020202020204" pitchFamily="34" charset="0"/>
              <a:buNone/>
              <a:defRPr sz="1467">
                <a:solidFill>
                  <a:schemeClr val="bg1"/>
                </a:solidFill>
                <a:latin typeface="+mj-lt"/>
              </a:defRPr>
            </a:lvl3pPr>
            <a:lvl4pPr marL="0" indent="0" algn="ctr">
              <a:lnSpc>
                <a:spcPct val="75000"/>
              </a:lnSpc>
              <a:spcBef>
                <a:spcPts val="0"/>
              </a:spcBef>
              <a:spcAft>
                <a:spcPts val="0"/>
              </a:spcAft>
              <a:buFont typeface="Arial" panose="020B0604020202020204" pitchFamily="34" charset="0"/>
              <a:buNone/>
              <a:defRPr sz="1467">
                <a:solidFill>
                  <a:schemeClr val="bg1"/>
                </a:solidFill>
                <a:latin typeface="+mj-lt"/>
              </a:defRPr>
            </a:lvl4pPr>
            <a:lvl5pPr marL="0" indent="0" algn="ctr">
              <a:lnSpc>
                <a:spcPct val="75000"/>
              </a:lnSpc>
              <a:spcBef>
                <a:spcPts val="0"/>
              </a:spcBef>
              <a:spcAft>
                <a:spcPts val="0"/>
              </a:spcAft>
              <a:buFont typeface="Arial" panose="020B0604020202020204" pitchFamily="34" charset="0"/>
              <a:buNone/>
              <a:defRPr sz="1467">
                <a:solidFill>
                  <a:schemeClr val="bg1"/>
                </a:solidFill>
                <a:latin typeface="+mj-lt"/>
              </a:defRPr>
            </a:lvl5pPr>
            <a:lvl6pPr marL="0" indent="0" algn="ctr">
              <a:lnSpc>
                <a:spcPct val="75000"/>
              </a:lnSpc>
              <a:spcBef>
                <a:spcPts val="0"/>
              </a:spcBef>
              <a:spcAft>
                <a:spcPts val="0"/>
              </a:spcAft>
              <a:buFont typeface="Arial" panose="020B0604020202020204" pitchFamily="34" charset="0"/>
              <a:buNone/>
              <a:defRPr sz="1467">
                <a:solidFill>
                  <a:schemeClr val="bg1"/>
                </a:solidFill>
                <a:latin typeface="+mj-lt"/>
              </a:defRPr>
            </a:lvl6pPr>
            <a:lvl7pPr marL="0" indent="0" algn="ctr">
              <a:lnSpc>
                <a:spcPct val="75000"/>
              </a:lnSpc>
              <a:spcBef>
                <a:spcPts val="0"/>
              </a:spcBef>
              <a:spcAft>
                <a:spcPts val="0"/>
              </a:spcAft>
              <a:buFont typeface="Arial" panose="020B0604020202020204" pitchFamily="34" charset="0"/>
              <a:buNone/>
              <a:defRPr sz="1467">
                <a:solidFill>
                  <a:schemeClr val="bg1"/>
                </a:solidFill>
                <a:latin typeface="+mj-lt"/>
              </a:defRPr>
            </a:lvl7pPr>
            <a:lvl8pPr marL="0" indent="0" algn="ctr">
              <a:lnSpc>
                <a:spcPct val="75000"/>
              </a:lnSpc>
              <a:spcBef>
                <a:spcPts val="0"/>
              </a:spcBef>
              <a:spcAft>
                <a:spcPts val="0"/>
              </a:spcAft>
              <a:buFont typeface="Arial" panose="020B0604020202020204" pitchFamily="34" charset="0"/>
              <a:buNone/>
              <a:defRPr sz="1467">
                <a:solidFill>
                  <a:schemeClr val="bg1"/>
                </a:solidFill>
                <a:latin typeface="+mj-lt"/>
              </a:defRPr>
            </a:lvl8pPr>
            <a:lvl9pPr marL="0" indent="0" algn="ctr">
              <a:lnSpc>
                <a:spcPct val="75000"/>
              </a:lnSpc>
              <a:spcBef>
                <a:spcPts val="0"/>
              </a:spcBef>
              <a:spcAft>
                <a:spcPts val="0"/>
              </a:spcAft>
              <a:buFont typeface="Arial" panose="020B0604020202020204" pitchFamily="34" charset="0"/>
              <a:buNone/>
              <a:defRPr sz="1467">
                <a:solidFill>
                  <a:schemeClr val="bg1"/>
                </a:solidFill>
                <a:latin typeface="+mj-lt"/>
              </a:defRPr>
            </a:lvl9pPr>
          </a:lstStyle>
          <a:p>
            <a:pPr lvl="0"/>
            <a:r>
              <a:rPr lang="en-US" dirty="0"/>
              <a:t>Highlight element</a:t>
            </a:r>
          </a:p>
        </p:txBody>
      </p:sp>
      <p:sp>
        <p:nvSpPr>
          <p:cNvPr id="2" name="Title 1"/>
          <p:cNvSpPr>
            <a:spLocks noGrp="1"/>
          </p:cNvSpPr>
          <p:nvPr>
            <p:ph type="title" hasCustomPrompt="1"/>
          </p:nvPr>
        </p:nvSpPr>
        <p:spPr bwMode="gray">
          <a:xfrm>
            <a:off x="431801" y="452969"/>
            <a:ext cx="5471585" cy="912284"/>
          </a:xfrm>
        </p:spPr>
        <p:txBody>
          <a:bodyPr/>
          <a:lstStyle>
            <a:lvl1pPr>
              <a:defRPr baseline="0"/>
            </a:lvl1pPr>
          </a:lstStyle>
          <a:p>
            <a:r>
              <a:rPr lang="de-DE" dirty="0"/>
              <a:t>Title </a:t>
            </a:r>
            <a:r>
              <a:rPr lang="de-DE" dirty="0" err="1"/>
              <a:t>of</a:t>
            </a:r>
            <a:r>
              <a:rPr lang="de-DE" dirty="0"/>
              <a:t> </a:t>
            </a:r>
            <a:br>
              <a:rPr lang="de-DE" dirty="0"/>
            </a:br>
            <a:r>
              <a:rPr lang="de-DE" dirty="0" err="1"/>
              <a:t>the</a:t>
            </a:r>
            <a:r>
              <a:rPr lang="de-DE" dirty="0"/>
              <a:t> </a:t>
            </a:r>
            <a:r>
              <a:rPr lang="de-DE" dirty="0" err="1"/>
              <a:t>slide</a:t>
            </a:r>
            <a:endParaRPr lang="en-US" dirty="0"/>
          </a:p>
        </p:txBody>
      </p:sp>
      <p:sp>
        <p:nvSpPr>
          <p:cNvPr id="3" name="Date Placeholder 2"/>
          <p:cNvSpPr>
            <a:spLocks noGrp="1"/>
          </p:cNvSpPr>
          <p:nvPr>
            <p:ph type="dt" sz="half" idx="16"/>
          </p:nvPr>
        </p:nvSpPr>
        <p:spPr bwMode="gray"/>
        <p:txBody>
          <a:bodyPr/>
          <a:lstStyle/>
          <a:p>
            <a:fld id="{350AE2FE-97DF-4E12-96D7-06347BF5F248}" type="datetime1">
              <a:rPr lang="en-US" smtClean="0"/>
              <a:t>7/6/2026</a:t>
            </a:fld>
            <a:endParaRPr lang="en-US"/>
          </a:p>
        </p:txBody>
      </p:sp>
      <p:sp>
        <p:nvSpPr>
          <p:cNvPr id="8" name="Footer Placeholder 7"/>
          <p:cNvSpPr>
            <a:spLocks noGrp="1"/>
          </p:cNvSpPr>
          <p:nvPr>
            <p:ph type="ftr" sz="quarter" idx="17"/>
          </p:nvPr>
        </p:nvSpPr>
        <p:spPr bwMode="gray"/>
        <p:txBody>
          <a:bodyPr/>
          <a:lstStyle/>
          <a:p>
            <a:r>
              <a:rPr lang="en-US"/>
              <a:t>Title of the presentation</a:t>
            </a:r>
          </a:p>
        </p:txBody>
      </p:sp>
      <p:sp>
        <p:nvSpPr>
          <p:cNvPr id="9" name="Slide Number Placeholder 8"/>
          <p:cNvSpPr>
            <a:spLocks noGrp="1"/>
          </p:cNvSpPr>
          <p:nvPr>
            <p:ph type="sldNum" sz="quarter" idx="18"/>
          </p:nvPr>
        </p:nvSpPr>
        <p:spPr bwMode="gray"/>
        <p:txBody>
          <a:bodyPr/>
          <a:lstStyle/>
          <a:p>
            <a:fld id="{FCB53D23-1D79-480C-B3BE-829293F4503C}" type="slidenum">
              <a:rPr lang="en-US" smtClean="0"/>
              <a:pPr/>
              <a:t>‹#›</a:t>
            </a:fld>
            <a:endParaRPr lang="en-US"/>
          </a:p>
        </p:txBody>
      </p:sp>
      <p:sp>
        <p:nvSpPr>
          <p:cNvPr id="5" name="Text Placeholder 4"/>
          <p:cNvSpPr>
            <a:spLocks noGrp="1"/>
          </p:cNvSpPr>
          <p:nvPr>
            <p:ph type="body" sz="quarter" idx="20"/>
          </p:nvPr>
        </p:nvSpPr>
        <p:spPr bwMode="gray">
          <a:xfrm>
            <a:off x="431800" y="1701800"/>
            <a:ext cx="5471584" cy="432011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ustDataLst>
      <p:tags r:id="rId1"/>
    </p:custDataLst>
    <p:extLst>
      <p:ext uri="{BB962C8B-B14F-4D97-AF65-F5344CB8AC3E}">
        <p14:creationId xmlns:p14="http://schemas.microsoft.com/office/powerpoint/2010/main" val="414686815"/>
      </p:ext>
    </p:extLst>
  </p:cSld>
  <p:clrMapOvr>
    <a:masterClrMapping/>
  </p:clrMapOvr>
  <p:transition>
    <p:fade/>
  </p:transition>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userDrawn="1">
  <p:cSld name="Title &amp; 1 round Image">
    <p:spTree>
      <p:nvGrpSpPr>
        <p:cNvPr id="1" name=""/>
        <p:cNvGrpSpPr/>
        <p:nvPr/>
      </p:nvGrpSpPr>
      <p:grpSpPr>
        <a:xfrm>
          <a:off x="0" y="0"/>
          <a:ext cx="0" cy="0"/>
          <a:chOff x="0" y="0"/>
          <a:chExt cx="0" cy="0"/>
        </a:xfrm>
      </p:grpSpPr>
      <p:sp>
        <p:nvSpPr>
          <p:cNvPr id="15" name="Picture Placeholder 3"/>
          <p:cNvSpPr>
            <a:spLocks noGrp="1"/>
          </p:cNvSpPr>
          <p:nvPr>
            <p:ph type="pic" sz="quarter" idx="13" hasCustomPrompt="1"/>
          </p:nvPr>
        </p:nvSpPr>
        <p:spPr bwMode="gray">
          <a:xfrm>
            <a:off x="4524769" y="453219"/>
            <a:ext cx="5568953" cy="5568445"/>
          </a:xfrm>
          <a:prstGeom prst="ellipse">
            <a:avLst/>
          </a:prstGeom>
          <a:solidFill>
            <a:schemeClr val="bg1"/>
          </a:solidFill>
        </p:spPr>
        <p:txBody>
          <a:bodyPr tIns="0" bIns="720000" anchor="ctr" anchorCtr="0"/>
          <a:lstStyle>
            <a:lvl1pPr algn="ctr">
              <a:defRPr sz="1200" baseline="0">
                <a:solidFill>
                  <a:schemeClr val="tx1"/>
                </a:solidFill>
              </a:defRPr>
            </a:lvl1pPr>
          </a:lstStyle>
          <a:p>
            <a:r>
              <a:rPr lang="de-DE" dirty="0"/>
              <a:t>Click </a:t>
            </a:r>
            <a:r>
              <a:rPr lang="de-DE" dirty="0" err="1"/>
              <a:t>the</a:t>
            </a:r>
            <a:r>
              <a:rPr lang="de-DE" dirty="0"/>
              <a:t> </a:t>
            </a:r>
            <a:r>
              <a:rPr lang="de-DE" dirty="0" err="1"/>
              <a:t>icon</a:t>
            </a:r>
            <a:r>
              <a:rPr lang="de-DE" dirty="0"/>
              <a:t> </a:t>
            </a:r>
            <a:br>
              <a:rPr lang="de-DE" dirty="0"/>
            </a:br>
            <a:r>
              <a:rPr lang="de-DE" dirty="0" err="1"/>
              <a:t>to</a:t>
            </a:r>
            <a:r>
              <a:rPr lang="de-DE" dirty="0"/>
              <a:t> </a:t>
            </a:r>
            <a:r>
              <a:rPr lang="de-DE" dirty="0" err="1"/>
              <a:t>add</a:t>
            </a:r>
            <a:r>
              <a:rPr lang="de-DE" dirty="0"/>
              <a:t> an </a:t>
            </a:r>
            <a:r>
              <a:rPr lang="de-DE" dirty="0" err="1"/>
              <a:t>image</a:t>
            </a:r>
            <a:endParaRPr lang="en-US" dirty="0"/>
          </a:p>
        </p:txBody>
      </p:sp>
      <p:sp>
        <p:nvSpPr>
          <p:cNvPr id="2" name="Title 1"/>
          <p:cNvSpPr>
            <a:spLocks noGrp="1"/>
          </p:cNvSpPr>
          <p:nvPr>
            <p:ph type="title" hasCustomPrompt="1"/>
          </p:nvPr>
        </p:nvSpPr>
        <p:spPr bwMode="gray">
          <a:xfrm>
            <a:off x="431801" y="452969"/>
            <a:ext cx="2544233" cy="3312583"/>
          </a:xfrm>
        </p:spPr>
        <p:txBody>
          <a:bodyPr/>
          <a:lstStyle>
            <a:lvl1pPr>
              <a:defRPr baseline="0"/>
            </a:lvl1pPr>
          </a:lstStyle>
          <a:p>
            <a:r>
              <a:rPr lang="de-DE" dirty="0"/>
              <a:t>Title </a:t>
            </a:r>
            <a:r>
              <a:rPr lang="de-DE" dirty="0" err="1"/>
              <a:t>of</a:t>
            </a:r>
            <a:r>
              <a:rPr lang="de-DE" dirty="0"/>
              <a:t> </a:t>
            </a:r>
            <a:br>
              <a:rPr lang="de-DE" dirty="0"/>
            </a:br>
            <a:r>
              <a:rPr lang="de-DE" dirty="0" err="1"/>
              <a:t>the</a:t>
            </a:r>
            <a:r>
              <a:rPr lang="de-DE" dirty="0"/>
              <a:t> </a:t>
            </a:r>
            <a:r>
              <a:rPr lang="de-DE" dirty="0" err="1"/>
              <a:t>slide</a:t>
            </a:r>
            <a:r>
              <a:rPr lang="en-US" dirty="0"/>
              <a:t/>
            </a:r>
            <a:br>
              <a:rPr lang="en-US" dirty="0"/>
            </a:br>
            <a:r>
              <a:rPr lang="en-US" dirty="0"/>
              <a:t>written </a:t>
            </a:r>
            <a:br>
              <a:rPr lang="en-US" dirty="0"/>
            </a:br>
            <a:r>
              <a:rPr lang="en-US" dirty="0"/>
              <a:t>in several lines</a:t>
            </a:r>
          </a:p>
        </p:txBody>
      </p:sp>
      <p:sp>
        <p:nvSpPr>
          <p:cNvPr id="3" name="Date Placeholder 2"/>
          <p:cNvSpPr>
            <a:spLocks noGrp="1"/>
          </p:cNvSpPr>
          <p:nvPr>
            <p:ph type="dt" sz="half" idx="16"/>
          </p:nvPr>
        </p:nvSpPr>
        <p:spPr bwMode="gray"/>
        <p:txBody>
          <a:bodyPr/>
          <a:lstStyle/>
          <a:p>
            <a:fld id="{B8BBEA06-7C2A-4C24-9397-328F3C04EBF9}" type="datetime1">
              <a:rPr lang="en-US" smtClean="0"/>
              <a:t>7/6/2026</a:t>
            </a:fld>
            <a:endParaRPr lang="en-US"/>
          </a:p>
        </p:txBody>
      </p:sp>
      <p:sp>
        <p:nvSpPr>
          <p:cNvPr id="8" name="Footer Placeholder 7"/>
          <p:cNvSpPr>
            <a:spLocks noGrp="1"/>
          </p:cNvSpPr>
          <p:nvPr>
            <p:ph type="ftr" sz="quarter" idx="17"/>
          </p:nvPr>
        </p:nvSpPr>
        <p:spPr bwMode="gray"/>
        <p:txBody>
          <a:bodyPr/>
          <a:lstStyle/>
          <a:p>
            <a:r>
              <a:rPr lang="en-US"/>
              <a:t>Title of the presentation</a:t>
            </a:r>
          </a:p>
        </p:txBody>
      </p:sp>
      <p:sp>
        <p:nvSpPr>
          <p:cNvPr id="12" name="Slide Number Placeholder 11"/>
          <p:cNvSpPr>
            <a:spLocks noGrp="1"/>
          </p:cNvSpPr>
          <p:nvPr>
            <p:ph type="sldNum" sz="quarter" idx="18"/>
          </p:nvPr>
        </p:nvSpPr>
        <p:spPr bwMode="gray"/>
        <p:txBody>
          <a:bodyPr/>
          <a:lstStyle/>
          <a:p>
            <a:fld id="{FCB53D23-1D79-480C-B3BE-829293F4503C}" type="slidenum">
              <a:rPr lang="en-US" smtClean="0"/>
              <a:pPr/>
              <a:t>‹#›</a:t>
            </a:fld>
            <a:endParaRPr lang="en-US"/>
          </a:p>
        </p:txBody>
      </p:sp>
      <p:sp>
        <p:nvSpPr>
          <p:cNvPr id="13" name="Text Placeholder 10"/>
          <p:cNvSpPr>
            <a:spLocks noGrp="1"/>
          </p:cNvSpPr>
          <p:nvPr>
            <p:ph type="body" sz="quarter" idx="20" hasCustomPrompt="1"/>
          </p:nvPr>
        </p:nvSpPr>
        <p:spPr bwMode="gray">
          <a:xfrm>
            <a:off x="3138171" y="3237441"/>
            <a:ext cx="2160000" cy="2160000"/>
          </a:xfrm>
          <a:prstGeom prst="ellipse">
            <a:avLst/>
          </a:prstGeom>
          <a:solidFill>
            <a:schemeClr val="accent1"/>
          </a:solidFill>
        </p:spPr>
        <p:txBody>
          <a:bodyPr anchor="ctr"/>
          <a:lstStyle>
            <a:lvl1pPr marL="0" indent="0" algn="ctr">
              <a:lnSpc>
                <a:spcPct val="75000"/>
              </a:lnSpc>
              <a:spcBef>
                <a:spcPts val="267"/>
              </a:spcBef>
              <a:spcAft>
                <a:spcPts val="267"/>
              </a:spcAft>
              <a:buFont typeface="Arial" panose="020B0604020202020204" pitchFamily="34" charset="0"/>
              <a:buNone/>
              <a:defRPr sz="1867">
                <a:solidFill>
                  <a:schemeClr val="bg1"/>
                </a:solidFill>
                <a:latin typeface="Avenir Next" panose="020B0503020202020204"/>
              </a:defRPr>
            </a:lvl1pPr>
            <a:lvl2pPr marL="0" indent="0" algn="ctr">
              <a:lnSpc>
                <a:spcPct val="75000"/>
              </a:lnSpc>
              <a:spcBef>
                <a:spcPts val="0"/>
              </a:spcBef>
              <a:spcAft>
                <a:spcPts val="0"/>
              </a:spcAft>
              <a:buFont typeface="Arial" panose="020B0604020202020204" pitchFamily="34" charset="0"/>
              <a:buNone/>
              <a:defRPr sz="1467">
                <a:solidFill>
                  <a:schemeClr val="bg1"/>
                </a:solidFill>
                <a:latin typeface="+mj-lt"/>
              </a:defRPr>
            </a:lvl2pPr>
            <a:lvl3pPr marL="0" indent="0" algn="ctr">
              <a:lnSpc>
                <a:spcPct val="75000"/>
              </a:lnSpc>
              <a:spcBef>
                <a:spcPts val="0"/>
              </a:spcBef>
              <a:spcAft>
                <a:spcPts val="0"/>
              </a:spcAft>
              <a:buFont typeface="Arial" panose="020B0604020202020204" pitchFamily="34" charset="0"/>
              <a:buNone/>
              <a:defRPr sz="1467">
                <a:solidFill>
                  <a:schemeClr val="bg1"/>
                </a:solidFill>
                <a:latin typeface="+mj-lt"/>
              </a:defRPr>
            </a:lvl3pPr>
            <a:lvl4pPr marL="0" indent="0" algn="ctr">
              <a:lnSpc>
                <a:spcPct val="75000"/>
              </a:lnSpc>
              <a:spcBef>
                <a:spcPts val="0"/>
              </a:spcBef>
              <a:spcAft>
                <a:spcPts val="0"/>
              </a:spcAft>
              <a:buFont typeface="Arial" panose="020B0604020202020204" pitchFamily="34" charset="0"/>
              <a:buNone/>
              <a:defRPr sz="1467">
                <a:solidFill>
                  <a:schemeClr val="bg1"/>
                </a:solidFill>
                <a:latin typeface="+mj-lt"/>
              </a:defRPr>
            </a:lvl4pPr>
            <a:lvl5pPr marL="0" indent="0" algn="ctr">
              <a:lnSpc>
                <a:spcPct val="75000"/>
              </a:lnSpc>
              <a:spcBef>
                <a:spcPts val="0"/>
              </a:spcBef>
              <a:spcAft>
                <a:spcPts val="0"/>
              </a:spcAft>
              <a:buFont typeface="Arial" panose="020B0604020202020204" pitchFamily="34" charset="0"/>
              <a:buNone/>
              <a:defRPr sz="1467">
                <a:solidFill>
                  <a:schemeClr val="bg1"/>
                </a:solidFill>
                <a:latin typeface="+mj-lt"/>
              </a:defRPr>
            </a:lvl5pPr>
            <a:lvl6pPr marL="0" indent="0" algn="ctr">
              <a:lnSpc>
                <a:spcPct val="75000"/>
              </a:lnSpc>
              <a:spcBef>
                <a:spcPts val="0"/>
              </a:spcBef>
              <a:spcAft>
                <a:spcPts val="0"/>
              </a:spcAft>
              <a:buFont typeface="Arial" panose="020B0604020202020204" pitchFamily="34" charset="0"/>
              <a:buNone/>
              <a:defRPr sz="1467">
                <a:solidFill>
                  <a:schemeClr val="bg1"/>
                </a:solidFill>
                <a:latin typeface="+mj-lt"/>
              </a:defRPr>
            </a:lvl6pPr>
            <a:lvl7pPr marL="0" indent="0" algn="ctr">
              <a:lnSpc>
                <a:spcPct val="75000"/>
              </a:lnSpc>
              <a:spcBef>
                <a:spcPts val="0"/>
              </a:spcBef>
              <a:spcAft>
                <a:spcPts val="0"/>
              </a:spcAft>
              <a:buFont typeface="Arial" panose="020B0604020202020204" pitchFamily="34" charset="0"/>
              <a:buNone/>
              <a:defRPr sz="1467">
                <a:solidFill>
                  <a:schemeClr val="bg1"/>
                </a:solidFill>
                <a:latin typeface="+mj-lt"/>
              </a:defRPr>
            </a:lvl7pPr>
            <a:lvl8pPr marL="0" indent="0" algn="ctr">
              <a:lnSpc>
                <a:spcPct val="75000"/>
              </a:lnSpc>
              <a:spcBef>
                <a:spcPts val="0"/>
              </a:spcBef>
              <a:spcAft>
                <a:spcPts val="0"/>
              </a:spcAft>
              <a:buFont typeface="Arial" panose="020B0604020202020204" pitchFamily="34" charset="0"/>
              <a:buNone/>
              <a:defRPr sz="1467">
                <a:solidFill>
                  <a:schemeClr val="bg1"/>
                </a:solidFill>
                <a:latin typeface="+mj-lt"/>
              </a:defRPr>
            </a:lvl8pPr>
            <a:lvl9pPr marL="0" indent="0" algn="ctr">
              <a:lnSpc>
                <a:spcPct val="75000"/>
              </a:lnSpc>
              <a:spcBef>
                <a:spcPts val="0"/>
              </a:spcBef>
              <a:spcAft>
                <a:spcPts val="0"/>
              </a:spcAft>
              <a:buFont typeface="Arial" panose="020B0604020202020204" pitchFamily="34" charset="0"/>
              <a:buNone/>
              <a:defRPr sz="1467">
                <a:solidFill>
                  <a:schemeClr val="bg1"/>
                </a:solidFill>
                <a:latin typeface="+mj-lt"/>
              </a:defRPr>
            </a:lvl9pPr>
          </a:lstStyle>
          <a:p>
            <a:pPr lvl="0"/>
            <a:r>
              <a:rPr lang="en-US" dirty="0"/>
              <a:t>Highlight element</a:t>
            </a:r>
          </a:p>
        </p:txBody>
      </p:sp>
    </p:spTree>
    <p:custDataLst>
      <p:tags r:id="rId1"/>
    </p:custDataLst>
    <p:extLst>
      <p:ext uri="{BB962C8B-B14F-4D97-AF65-F5344CB8AC3E}">
        <p14:creationId xmlns:p14="http://schemas.microsoft.com/office/powerpoint/2010/main" val="26813705"/>
      </p:ext>
    </p:extLst>
  </p:cSld>
  <p:clrMapOvr>
    <a:masterClrMapping/>
  </p:clrMapOvr>
  <p:transition>
    <p:fade/>
  </p:transition>
</p:sldLayout>
</file>

<file path=ppt/slideLayouts/slideLayout130.xml><?xml version="1.0" encoding="utf-8"?>
<p:sldLayout xmlns:a="http://schemas.openxmlformats.org/drawingml/2006/main" xmlns:r="http://schemas.openxmlformats.org/officeDocument/2006/relationships" xmlns:p="http://schemas.openxmlformats.org/presentationml/2006/main" preserve="1" userDrawn="1">
  <p:cSld name="Text &amp; 2 round Images">
    <p:spTree>
      <p:nvGrpSpPr>
        <p:cNvPr id="1" name=""/>
        <p:cNvGrpSpPr/>
        <p:nvPr/>
      </p:nvGrpSpPr>
      <p:grpSpPr>
        <a:xfrm>
          <a:off x="0" y="0"/>
          <a:ext cx="0" cy="0"/>
          <a:chOff x="0" y="0"/>
          <a:chExt cx="0" cy="0"/>
        </a:xfrm>
      </p:grpSpPr>
      <p:sp>
        <p:nvSpPr>
          <p:cNvPr id="13" name="Text Placeholder 6"/>
          <p:cNvSpPr>
            <a:spLocks noGrp="1"/>
          </p:cNvSpPr>
          <p:nvPr>
            <p:ph type="body" sz="quarter" idx="14"/>
          </p:nvPr>
        </p:nvSpPr>
        <p:spPr bwMode="gray">
          <a:xfrm>
            <a:off x="431801" y="1701800"/>
            <a:ext cx="2544232" cy="432011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p:cNvSpPr>
            <a:spLocks noGrp="1"/>
          </p:cNvSpPr>
          <p:nvPr>
            <p:ph type="title" hasCustomPrompt="1"/>
          </p:nvPr>
        </p:nvSpPr>
        <p:spPr bwMode="gray">
          <a:xfrm>
            <a:off x="431801" y="452969"/>
            <a:ext cx="5471585" cy="912284"/>
          </a:xfrm>
        </p:spPr>
        <p:txBody>
          <a:bodyPr/>
          <a:lstStyle>
            <a:lvl1pPr>
              <a:defRPr baseline="0"/>
            </a:lvl1pPr>
          </a:lstStyle>
          <a:p>
            <a:r>
              <a:rPr lang="de-DE" dirty="0"/>
              <a:t>Title </a:t>
            </a:r>
            <a:r>
              <a:rPr lang="de-DE" dirty="0" err="1"/>
              <a:t>of</a:t>
            </a:r>
            <a:r>
              <a:rPr lang="de-DE" dirty="0"/>
              <a:t> </a:t>
            </a:r>
            <a:br>
              <a:rPr lang="de-DE" dirty="0"/>
            </a:br>
            <a:r>
              <a:rPr lang="de-DE" dirty="0" err="1"/>
              <a:t>the</a:t>
            </a:r>
            <a:r>
              <a:rPr lang="de-DE" dirty="0"/>
              <a:t> </a:t>
            </a:r>
            <a:r>
              <a:rPr lang="de-DE" dirty="0" err="1"/>
              <a:t>slide</a:t>
            </a:r>
            <a:endParaRPr lang="en-US" dirty="0"/>
          </a:p>
        </p:txBody>
      </p:sp>
      <p:sp>
        <p:nvSpPr>
          <p:cNvPr id="3" name="Date Placeholder 2"/>
          <p:cNvSpPr>
            <a:spLocks noGrp="1"/>
          </p:cNvSpPr>
          <p:nvPr>
            <p:ph type="dt" sz="half" idx="18"/>
          </p:nvPr>
        </p:nvSpPr>
        <p:spPr bwMode="gray"/>
        <p:txBody>
          <a:bodyPr/>
          <a:lstStyle/>
          <a:p>
            <a:fld id="{5A8EF612-7F9F-4053-9BEB-408A190A3F05}" type="datetime1">
              <a:rPr lang="en-US" smtClean="0"/>
              <a:t>7/6/2026</a:t>
            </a:fld>
            <a:endParaRPr lang="en-US"/>
          </a:p>
        </p:txBody>
      </p:sp>
      <p:sp>
        <p:nvSpPr>
          <p:cNvPr id="7" name="Footer Placeholder 6"/>
          <p:cNvSpPr>
            <a:spLocks noGrp="1"/>
          </p:cNvSpPr>
          <p:nvPr>
            <p:ph type="ftr" sz="quarter" idx="19"/>
          </p:nvPr>
        </p:nvSpPr>
        <p:spPr bwMode="gray"/>
        <p:txBody>
          <a:bodyPr/>
          <a:lstStyle/>
          <a:p>
            <a:r>
              <a:rPr lang="en-US"/>
              <a:t>Title of the presentation</a:t>
            </a:r>
          </a:p>
        </p:txBody>
      </p:sp>
      <p:sp>
        <p:nvSpPr>
          <p:cNvPr id="20" name="Slide Number Placeholder 19"/>
          <p:cNvSpPr>
            <a:spLocks noGrp="1"/>
          </p:cNvSpPr>
          <p:nvPr>
            <p:ph type="sldNum" sz="quarter" idx="20"/>
          </p:nvPr>
        </p:nvSpPr>
        <p:spPr bwMode="gray"/>
        <p:txBody>
          <a:bodyPr/>
          <a:lstStyle/>
          <a:p>
            <a:fld id="{FCB53D23-1D79-480C-B3BE-829293F4503C}" type="slidenum">
              <a:rPr lang="en-US" smtClean="0"/>
              <a:pPr/>
              <a:t>‹#›</a:t>
            </a:fld>
            <a:endParaRPr lang="en-US"/>
          </a:p>
        </p:txBody>
      </p:sp>
      <p:sp>
        <p:nvSpPr>
          <p:cNvPr id="14" name="Picture Placeholder 3"/>
          <p:cNvSpPr>
            <a:spLocks noGrp="1"/>
          </p:cNvSpPr>
          <p:nvPr>
            <p:ph type="pic" sz="quarter" idx="17" hasCustomPrompt="1"/>
          </p:nvPr>
        </p:nvSpPr>
        <p:spPr bwMode="gray">
          <a:xfrm>
            <a:off x="7537659" y="454925"/>
            <a:ext cx="4224000" cy="4224000"/>
          </a:xfrm>
          <a:prstGeom prst="ellipse">
            <a:avLst/>
          </a:prstGeom>
          <a:solidFill>
            <a:schemeClr val="bg1"/>
          </a:solidFill>
        </p:spPr>
        <p:txBody>
          <a:bodyPr tIns="0" bIns="720000" anchor="ctr" anchorCtr="0"/>
          <a:lstStyle>
            <a:lvl1pPr algn="ctr">
              <a:defRPr sz="1200" baseline="0">
                <a:solidFill>
                  <a:schemeClr val="tx1"/>
                </a:solidFill>
              </a:defRPr>
            </a:lvl1pPr>
          </a:lstStyle>
          <a:p>
            <a:r>
              <a:rPr lang="de-DE" dirty="0"/>
              <a:t>Click </a:t>
            </a:r>
            <a:r>
              <a:rPr lang="de-DE" dirty="0" err="1"/>
              <a:t>the</a:t>
            </a:r>
            <a:r>
              <a:rPr lang="de-DE" dirty="0"/>
              <a:t> </a:t>
            </a:r>
            <a:r>
              <a:rPr lang="de-DE" dirty="0" err="1"/>
              <a:t>icon</a:t>
            </a:r>
            <a:r>
              <a:rPr lang="de-DE" dirty="0"/>
              <a:t> </a:t>
            </a:r>
            <a:br>
              <a:rPr lang="de-DE" dirty="0"/>
            </a:br>
            <a:r>
              <a:rPr lang="de-DE" dirty="0" err="1"/>
              <a:t>to</a:t>
            </a:r>
            <a:r>
              <a:rPr lang="de-DE" dirty="0"/>
              <a:t> </a:t>
            </a:r>
            <a:r>
              <a:rPr lang="de-DE" dirty="0" err="1"/>
              <a:t>add</a:t>
            </a:r>
            <a:r>
              <a:rPr lang="de-DE" dirty="0"/>
              <a:t> an </a:t>
            </a:r>
            <a:r>
              <a:rPr lang="de-DE" dirty="0" err="1"/>
              <a:t>image</a:t>
            </a:r>
            <a:endParaRPr lang="en-US" dirty="0"/>
          </a:p>
        </p:txBody>
      </p:sp>
      <p:sp>
        <p:nvSpPr>
          <p:cNvPr id="17" name="Picture Placeholder 3"/>
          <p:cNvSpPr>
            <a:spLocks noGrp="1"/>
          </p:cNvSpPr>
          <p:nvPr>
            <p:ph type="pic" sz="quarter" idx="13" hasCustomPrompt="1"/>
          </p:nvPr>
        </p:nvSpPr>
        <p:spPr bwMode="gray">
          <a:xfrm>
            <a:off x="3679427" y="2128204"/>
            <a:ext cx="3168000" cy="3168000"/>
          </a:xfrm>
          <a:prstGeom prst="ellipse">
            <a:avLst/>
          </a:prstGeom>
          <a:solidFill>
            <a:schemeClr val="bg1"/>
          </a:solidFill>
        </p:spPr>
        <p:txBody>
          <a:bodyPr tIns="0" bIns="720000" anchor="ctr" anchorCtr="0"/>
          <a:lstStyle>
            <a:lvl1pPr algn="ctr">
              <a:defRPr sz="1200" baseline="0">
                <a:solidFill>
                  <a:schemeClr val="tx1"/>
                </a:solidFill>
              </a:defRPr>
            </a:lvl1pPr>
          </a:lstStyle>
          <a:p>
            <a:r>
              <a:rPr lang="de-DE" dirty="0"/>
              <a:t>Click </a:t>
            </a:r>
            <a:r>
              <a:rPr lang="de-DE" dirty="0" err="1"/>
              <a:t>the</a:t>
            </a:r>
            <a:r>
              <a:rPr lang="de-DE" dirty="0"/>
              <a:t> </a:t>
            </a:r>
            <a:r>
              <a:rPr lang="de-DE" dirty="0" err="1"/>
              <a:t>icon</a:t>
            </a:r>
            <a:r>
              <a:rPr lang="de-DE" dirty="0"/>
              <a:t> </a:t>
            </a:r>
            <a:br>
              <a:rPr lang="de-DE" dirty="0"/>
            </a:br>
            <a:r>
              <a:rPr lang="de-DE" dirty="0" err="1"/>
              <a:t>to</a:t>
            </a:r>
            <a:r>
              <a:rPr lang="de-DE" dirty="0"/>
              <a:t> </a:t>
            </a:r>
            <a:r>
              <a:rPr lang="de-DE" dirty="0" err="1"/>
              <a:t>add</a:t>
            </a:r>
            <a:r>
              <a:rPr lang="de-DE" dirty="0"/>
              <a:t> an </a:t>
            </a:r>
            <a:r>
              <a:rPr lang="de-DE" dirty="0" err="1"/>
              <a:t>image</a:t>
            </a:r>
            <a:endParaRPr lang="en-US" dirty="0"/>
          </a:p>
        </p:txBody>
      </p:sp>
      <p:sp>
        <p:nvSpPr>
          <p:cNvPr id="21" name="Text Placeholder 4"/>
          <p:cNvSpPr>
            <a:spLocks noGrp="1"/>
          </p:cNvSpPr>
          <p:nvPr>
            <p:ph type="body" sz="quarter" idx="22"/>
          </p:nvPr>
        </p:nvSpPr>
        <p:spPr>
          <a:xfrm>
            <a:off x="6474190" y="4965172"/>
            <a:ext cx="2741775" cy="1056747"/>
          </a:xfrm>
        </p:spPr>
        <p:txBody>
          <a:bodyPr>
            <a:noAutofit/>
          </a:bodyPr>
          <a:lstStyle>
            <a:lvl1pPr algn="l">
              <a:defRPr sz="1333" b="1">
                <a:solidFill>
                  <a:schemeClr val="accent1"/>
                </a:solidFill>
              </a:defRPr>
            </a:lvl1pPr>
            <a:lvl2pPr marL="0" indent="0" algn="l">
              <a:lnSpc>
                <a:spcPct val="90000"/>
              </a:lnSpc>
              <a:spcBef>
                <a:spcPts val="267"/>
              </a:spcBef>
              <a:spcAft>
                <a:spcPts val="267"/>
              </a:spcAft>
              <a:buFont typeface="Arial" panose="020B0604020202020204" pitchFamily="34" charset="0"/>
              <a:buNone/>
              <a:defRPr sz="1333" b="0">
                <a:solidFill>
                  <a:schemeClr val="bg1"/>
                </a:solidFill>
              </a:defRPr>
            </a:lvl2pPr>
            <a:lvl3pPr marL="0" indent="0" algn="l">
              <a:lnSpc>
                <a:spcPct val="90000"/>
              </a:lnSpc>
              <a:spcBef>
                <a:spcPts val="267"/>
              </a:spcBef>
              <a:spcAft>
                <a:spcPts val="267"/>
              </a:spcAft>
              <a:buNone/>
              <a:defRPr sz="1333" b="0">
                <a:solidFill>
                  <a:schemeClr val="bg1"/>
                </a:solidFill>
              </a:defRPr>
            </a:lvl3pPr>
            <a:lvl4pPr marL="0" indent="0" algn="l">
              <a:lnSpc>
                <a:spcPct val="90000"/>
              </a:lnSpc>
              <a:spcBef>
                <a:spcPts val="267"/>
              </a:spcBef>
              <a:spcAft>
                <a:spcPts val="267"/>
              </a:spcAft>
              <a:buNone/>
              <a:defRPr sz="1333" b="0">
                <a:solidFill>
                  <a:schemeClr val="bg1"/>
                </a:solidFill>
              </a:defRPr>
            </a:lvl4pPr>
            <a:lvl5pPr marL="0" indent="0" algn="l">
              <a:lnSpc>
                <a:spcPct val="90000"/>
              </a:lnSpc>
              <a:spcBef>
                <a:spcPts val="267"/>
              </a:spcBef>
              <a:spcAft>
                <a:spcPts val="267"/>
              </a:spcAft>
              <a:buNone/>
              <a:defRPr sz="1333" b="0">
                <a:solidFill>
                  <a:schemeClr val="bg1"/>
                </a:solidFill>
              </a:defRPr>
            </a:lvl5pPr>
            <a:lvl6pPr marL="0" indent="0">
              <a:lnSpc>
                <a:spcPct val="90000"/>
              </a:lnSpc>
              <a:spcBef>
                <a:spcPts val="267"/>
              </a:spcBef>
              <a:spcAft>
                <a:spcPts val="267"/>
              </a:spcAft>
              <a:buFont typeface="Arial" panose="020B0604020202020204" pitchFamily="34" charset="0"/>
              <a:buNone/>
              <a:defRPr sz="1333" b="0">
                <a:solidFill>
                  <a:schemeClr val="bg1"/>
                </a:solidFill>
              </a:defRPr>
            </a:lvl6pPr>
            <a:lvl7pPr marL="0" indent="0">
              <a:lnSpc>
                <a:spcPct val="90000"/>
              </a:lnSpc>
              <a:spcBef>
                <a:spcPts val="267"/>
              </a:spcBef>
              <a:spcAft>
                <a:spcPts val="267"/>
              </a:spcAft>
              <a:buFont typeface="Arial" panose="020B0604020202020204" pitchFamily="34" charset="0"/>
              <a:buNone/>
              <a:defRPr sz="1333" b="0">
                <a:solidFill>
                  <a:schemeClr val="bg1"/>
                </a:solidFill>
              </a:defRPr>
            </a:lvl7pPr>
            <a:lvl8pPr marL="0" indent="0">
              <a:lnSpc>
                <a:spcPct val="90000"/>
              </a:lnSpc>
              <a:spcBef>
                <a:spcPts val="267"/>
              </a:spcBef>
              <a:spcAft>
                <a:spcPts val="267"/>
              </a:spcAft>
              <a:buFont typeface="Arial" panose="020B0604020202020204" pitchFamily="34" charset="0"/>
              <a:buNone/>
              <a:defRPr sz="1333" b="0">
                <a:solidFill>
                  <a:schemeClr val="bg1"/>
                </a:solidFill>
              </a:defRPr>
            </a:lvl8pPr>
            <a:lvl9pPr marL="0" indent="0">
              <a:lnSpc>
                <a:spcPct val="90000"/>
              </a:lnSpc>
              <a:spcBef>
                <a:spcPts val="267"/>
              </a:spcBef>
              <a:spcAft>
                <a:spcPts val="267"/>
              </a:spcAft>
              <a:buFont typeface="Arial" panose="020B0604020202020204" pitchFamily="34" charset="0"/>
              <a:buNone/>
              <a:defRPr sz="1333" b="0">
                <a:solidFill>
                  <a:schemeClr val="bg1"/>
                </a:solidFill>
              </a:defRPr>
            </a:lvl9pPr>
          </a:lstStyle>
          <a:p>
            <a:pPr lvl="0"/>
            <a:r>
              <a:rPr lang="en-US" dirty="0"/>
              <a:t>Click to edit Master text styles</a:t>
            </a:r>
          </a:p>
          <a:p>
            <a:pPr lvl="1"/>
            <a:r>
              <a:rPr lang="en-US" dirty="0"/>
              <a:t>Second level</a:t>
            </a:r>
          </a:p>
        </p:txBody>
      </p:sp>
      <p:sp>
        <p:nvSpPr>
          <p:cNvPr id="22" name="Text Placeholder 4"/>
          <p:cNvSpPr>
            <a:spLocks noGrp="1"/>
          </p:cNvSpPr>
          <p:nvPr>
            <p:ph type="body" sz="quarter" idx="24"/>
          </p:nvPr>
        </p:nvSpPr>
        <p:spPr>
          <a:xfrm>
            <a:off x="5088675" y="861482"/>
            <a:ext cx="2464211" cy="1127356"/>
          </a:xfrm>
        </p:spPr>
        <p:txBody>
          <a:bodyPr>
            <a:noAutofit/>
          </a:bodyPr>
          <a:lstStyle>
            <a:lvl1pPr algn="r">
              <a:defRPr sz="1333" b="1">
                <a:solidFill>
                  <a:schemeClr val="accent1"/>
                </a:solidFill>
              </a:defRPr>
            </a:lvl1pPr>
            <a:lvl2pPr marL="0" indent="0" algn="r">
              <a:lnSpc>
                <a:spcPct val="90000"/>
              </a:lnSpc>
              <a:spcBef>
                <a:spcPts val="267"/>
              </a:spcBef>
              <a:spcAft>
                <a:spcPts val="267"/>
              </a:spcAft>
              <a:buFont typeface="Arial" panose="020B0604020202020204" pitchFamily="34" charset="0"/>
              <a:buNone/>
              <a:defRPr sz="1333" b="0">
                <a:solidFill>
                  <a:schemeClr val="bg1"/>
                </a:solidFill>
              </a:defRPr>
            </a:lvl2pPr>
            <a:lvl3pPr marL="0" indent="0" algn="r">
              <a:lnSpc>
                <a:spcPct val="90000"/>
              </a:lnSpc>
              <a:spcBef>
                <a:spcPts val="267"/>
              </a:spcBef>
              <a:spcAft>
                <a:spcPts val="267"/>
              </a:spcAft>
              <a:buNone/>
              <a:defRPr sz="1333" b="0">
                <a:solidFill>
                  <a:schemeClr val="bg1"/>
                </a:solidFill>
              </a:defRPr>
            </a:lvl3pPr>
            <a:lvl4pPr marL="0" indent="0" algn="r">
              <a:lnSpc>
                <a:spcPct val="90000"/>
              </a:lnSpc>
              <a:spcBef>
                <a:spcPts val="267"/>
              </a:spcBef>
              <a:spcAft>
                <a:spcPts val="267"/>
              </a:spcAft>
              <a:buNone/>
              <a:defRPr sz="1333" b="0">
                <a:solidFill>
                  <a:schemeClr val="bg1"/>
                </a:solidFill>
              </a:defRPr>
            </a:lvl4pPr>
            <a:lvl5pPr marL="0" indent="0" algn="r">
              <a:lnSpc>
                <a:spcPct val="90000"/>
              </a:lnSpc>
              <a:spcBef>
                <a:spcPts val="267"/>
              </a:spcBef>
              <a:spcAft>
                <a:spcPts val="267"/>
              </a:spcAft>
              <a:buNone/>
              <a:defRPr sz="1333" b="0">
                <a:solidFill>
                  <a:schemeClr val="bg1"/>
                </a:solidFill>
              </a:defRPr>
            </a:lvl5pPr>
            <a:lvl6pPr marL="0" indent="0" algn="r">
              <a:lnSpc>
                <a:spcPct val="90000"/>
              </a:lnSpc>
              <a:spcBef>
                <a:spcPts val="267"/>
              </a:spcBef>
              <a:spcAft>
                <a:spcPts val="267"/>
              </a:spcAft>
              <a:buFont typeface="Arial" panose="020B0604020202020204" pitchFamily="34" charset="0"/>
              <a:buNone/>
              <a:defRPr sz="1333" b="0">
                <a:solidFill>
                  <a:schemeClr val="bg1"/>
                </a:solidFill>
              </a:defRPr>
            </a:lvl6pPr>
            <a:lvl7pPr marL="0" indent="0" algn="r">
              <a:lnSpc>
                <a:spcPct val="90000"/>
              </a:lnSpc>
              <a:spcBef>
                <a:spcPts val="267"/>
              </a:spcBef>
              <a:spcAft>
                <a:spcPts val="267"/>
              </a:spcAft>
              <a:buFont typeface="Arial" panose="020B0604020202020204" pitchFamily="34" charset="0"/>
              <a:buNone/>
              <a:defRPr sz="1333" b="0">
                <a:solidFill>
                  <a:schemeClr val="bg1"/>
                </a:solidFill>
              </a:defRPr>
            </a:lvl7pPr>
            <a:lvl8pPr marL="0" indent="0" algn="r">
              <a:lnSpc>
                <a:spcPct val="90000"/>
              </a:lnSpc>
              <a:spcBef>
                <a:spcPts val="267"/>
              </a:spcBef>
              <a:spcAft>
                <a:spcPts val="267"/>
              </a:spcAft>
              <a:buFont typeface="Arial" panose="020B0604020202020204" pitchFamily="34" charset="0"/>
              <a:buNone/>
              <a:defRPr sz="1333" b="0">
                <a:solidFill>
                  <a:schemeClr val="bg1"/>
                </a:solidFill>
              </a:defRPr>
            </a:lvl8pPr>
            <a:lvl9pPr marL="0" indent="0" algn="r">
              <a:lnSpc>
                <a:spcPct val="90000"/>
              </a:lnSpc>
              <a:spcBef>
                <a:spcPts val="267"/>
              </a:spcBef>
              <a:spcAft>
                <a:spcPts val="267"/>
              </a:spcAft>
              <a:buFont typeface="Arial" panose="020B0604020202020204" pitchFamily="34" charset="0"/>
              <a:buNone/>
              <a:defRPr sz="1333" b="0">
                <a:solidFill>
                  <a:schemeClr val="bg1"/>
                </a:solidFill>
              </a:defRPr>
            </a:lvl9pPr>
          </a:lstStyle>
          <a:p>
            <a:pPr lvl="0"/>
            <a:r>
              <a:rPr lang="en-US" dirty="0"/>
              <a:t>Click to edit Master text styles</a:t>
            </a:r>
          </a:p>
          <a:p>
            <a:pPr lvl="1"/>
            <a:r>
              <a:rPr lang="en-US" dirty="0"/>
              <a:t>Second level</a:t>
            </a:r>
          </a:p>
        </p:txBody>
      </p:sp>
    </p:spTree>
    <p:custDataLst>
      <p:tags r:id="rId1"/>
    </p:custDataLst>
    <p:extLst>
      <p:ext uri="{BB962C8B-B14F-4D97-AF65-F5344CB8AC3E}">
        <p14:creationId xmlns:p14="http://schemas.microsoft.com/office/powerpoint/2010/main" val="2589435395"/>
      </p:ext>
    </p:extLst>
  </p:cSld>
  <p:clrMapOvr>
    <a:masterClrMapping/>
  </p:clrMapOvr>
  <p:transition>
    <p:fade/>
  </p:transition>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userDrawn="1">
  <p:cSld name="Video Slide">
    <p:spTree>
      <p:nvGrpSpPr>
        <p:cNvPr id="1" name=""/>
        <p:cNvGrpSpPr/>
        <p:nvPr/>
      </p:nvGrpSpPr>
      <p:grpSpPr>
        <a:xfrm>
          <a:off x="0" y="0"/>
          <a:ext cx="0" cy="0"/>
          <a:chOff x="0" y="0"/>
          <a:chExt cx="0" cy="0"/>
        </a:xfrm>
      </p:grpSpPr>
      <p:sp>
        <p:nvSpPr>
          <p:cNvPr id="2" name="Title 1"/>
          <p:cNvSpPr>
            <a:spLocks noGrp="1"/>
          </p:cNvSpPr>
          <p:nvPr>
            <p:ph type="title" hasCustomPrompt="1"/>
          </p:nvPr>
        </p:nvSpPr>
        <p:spPr bwMode="gray">
          <a:xfrm>
            <a:off x="431801" y="452969"/>
            <a:ext cx="2544232" cy="912284"/>
          </a:xfrm>
        </p:spPr>
        <p:txBody>
          <a:bodyPr/>
          <a:lstStyle>
            <a:lvl1pPr>
              <a:defRPr/>
            </a:lvl1pPr>
          </a:lstStyle>
          <a:p>
            <a:r>
              <a:rPr lang="en-US" dirty="0"/>
              <a:t>Video </a:t>
            </a:r>
            <a:br>
              <a:rPr lang="en-US" dirty="0"/>
            </a:br>
            <a:r>
              <a:rPr lang="en-US" dirty="0"/>
              <a:t>Slide</a:t>
            </a:r>
          </a:p>
        </p:txBody>
      </p:sp>
      <p:sp>
        <p:nvSpPr>
          <p:cNvPr id="6" name="Text Placeholder 6"/>
          <p:cNvSpPr>
            <a:spLocks noGrp="1"/>
          </p:cNvSpPr>
          <p:nvPr>
            <p:ph type="body" sz="quarter" idx="14"/>
          </p:nvPr>
        </p:nvSpPr>
        <p:spPr bwMode="gray">
          <a:xfrm>
            <a:off x="431801" y="1701800"/>
            <a:ext cx="2544232" cy="432011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Rectangle 6"/>
          <p:cNvSpPr/>
          <p:nvPr userDrawn="1"/>
        </p:nvSpPr>
        <p:spPr bwMode="gray">
          <a:xfrm>
            <a:off x="3359152" y="452967"/>
            <a:ext cx="8401051" cy="5568952"/>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latin typeface="Avenir Next" panose="020B0503020202020204"/>
            </a:endParaRPr>
          </a:p>
        </p:txBody>
      </p:sp>
      <p:sp>
        <p:nvSpPr>
          <p:cNvPr id="9" name="Media Placeholder 8"/>
          <p:cNvSpPr>
            <a:spLocks noGrp="1"/>
          </p:cNvSpPr>
          <p:nvPr>
            <p:ph type="media" sz="quarter" idx="15" hasCustomPrompt="1"/>
          </p:nvPr>
        </p:nvSpPr>
        <p:spPr bwMode="gray">
          <a:xfrm>
            <a:off x="3359152" y="452967"/>
            <a:ext cx="8401051" cy="5568952"/>
          </a:xfrm>
          <a:solidFill>
            <a:schemeClr val="tx1">
              <a:lumMod val="85000"/>
              <a:lumOff val="15000"/>
            </a:schemeClr>
          </a:solidFill>
        </p:spPr>
        <p:txBody>
          <a:bodyPr bIns="720000" anchor="ctr"/>
          <a:lstStyle>
            <a:lvl1pPr algn="ctr">
              <a:defRPr sz="1200" baseline="0">
                <a:solidFill>
                  <a:schemeClr val="bg1"/>
                </a:solidFill>
              </a:defRPr>
            </a:lvl1pPr>
          </a:lstStyle>
          <a:p>
            <a:r>
              <a:rPr lang="de-DE" dirty="0"/>
              <a:t>Click </a:t>
            </a:r>
            <a:r>
              <a:rPr lang="de-DE" dirty="0" err="1"/>
              <a:t>the</a:t>
            </a:r>
            <a:r>
              <a:rPr lang="de-DE" dirty="0"/>
              <a:t> </a:t>
            </a:r>
            <a:r>
              <a:rPr lang="de-DE" dirty="0" err="1"/>
              <a:t>icon</a:t>
            </a:r>
            <a:r>
              <a:rPr lang="de-DE" dirty="0"/>
              <a:t> </a:t>
            </a:r>
            <a:br>
              <a:rPr lang="de-DE" dirty="0"/>
            </a:br>
            <a:r>
              <a:rPr lang="de-DE" dirty="0" err="1"/>
              <a:t>to</a:t>
            </a:r>
            <a:r>
              <a:rPr lang="de-DE" dirty="0"/>
              <a:t> </a:t>
            </a:r>
            <a:r>
              <a:rPr lang="de-DE" dirty="0" err="1"/>
              <a:t>insert</a:t>
            </a:r>
            <a:r>
              <a:rPr lang="de-DE" dirty="0"/>
              <a:t> a </a:t>
            </a:r>
            <a:r>
              <a:rPr lang="de-DE" dirty="0" err="1"/>
              <a:t>video</a:t>
            </a:r>
            <a:endParaRPr lang="en-US" dirty="0"/>
          </a:p>
        </p:txBody>
      </p:sp>
      <p:sp>
        <p:nvSpPr>
          <p:cNvPr id="18" name="Date Placeholder 17"/>
          <p:cNvSpPr>
            <a:spLocks noGrp="1"/>
          </p:cNvSpPr>
          <p:nvPr>
            <p:ph type="dt" sz="half" idx="16"/>
          </p:nvPr>
        </p:nvSpPr>
        <p:spPr bwMode="gray"/>
        <p:txBody>
          <a:bodyPr/>
          <a:lstStyle/>
          <a:p>
            <a:fld id="{4C954A8B-17D2-45D2-A2D7-8F2622384A5D}" type="datetime1">
              <a:rPr lang="en-US" smtClean="0"/>
              <a:t>7/6/2026</a:t>
            </a:fld>
            <a:endParaRPr lang="en-US"/>
          </a:p>
        </p:txBody>
      </p:sp>
      <p:sp>
        <p:nvSpPr>
          <p:cNvPr id="19" name="Footer Placeholder 18"/>
          <p:cNvSpPr>
            <a:spLocks noGrp="1"/>
          </p:cNvSpPr>
          <p:nvPr>
            <p:ph type="ftr" sz="quarter" idx="17"/>
          </p:nvPr>
        </p:nvSpPr>
        <p:spPr bwMode="gray"/>
        <p:txBody>
          <a:bodyPr/>
          <a:lstStyle/>
          <a:p>
            <a:r>
              <a:rPr lang="en-US"/>
              <a:t>Title of the presentation</a:t>
            </a:r>
          </a:p>
        </p:txBody>
      </p:sp>
      <p:sp>
        <p:nvSpPr>
          <p:cNvPr id="20" name="Slide Number Placeholder 19"/>
          <p:cNvSpPr>
            <a:spLocks noGrp="1"/>
          </p:cNvSpPr>
          <p:nvPr>
            <p:ph type="sldNum" sz="quarter" idx="18"/>
          </p:nvPr>
        </p:nvSpPr>
        <p:spPr bwMode="gray"/>
        <p:txBody>
          <a:bodyPr/>
          <a:lstStyle/>
          <a:p>
            <a:fld id="{FCB53D23-1D79-480C-B3BE-829293F4503C}" type="slidenum">
              <a:rPr lang="en-US" smtClean="0"/>
              <a:pPr/>
              <a:t>‹#›</a:t>
            </a:fld>
            <a:endParaRPr lang="en-US"/>
          </a:p>
        </p:txBody>
      </p:sp>
    </p:spTree>
    <p:custDataLst>
      <p:tags r:id="rId1"/>
    </p:custDataLst>
    <p:extLst>
      <p:ext uri="{BB962C8B-B14F-4D97-AF65-F5344CB8AC3E}">
        <p14:creationId xmlns:p14="http://schemas.microsoft.com/office/powerpoint/2010/main" val="3963774087"/>
      </p:ext>
    </p:extLst>
  </p:cSld>
  <p:clrMapOvr>
    <a:masterClrMapping/>
  </p:clrMapOvr>
  <p:transition>
    <p:fade/>
  </p:transition>
</p:sldLayout>
</file>

<file path=ppt/slideLayouts/slideLayout132.xml><?xml version="1.0" encoding="utf-8"?>
<p:sldLayout xmlns:a="http://schemas.openxmlformats.org/drawingml/2006/main" xmlns:r="http://schemas.openxmlformats.org/officeDocument/2006/relationships" xmlns:p="http://schemas.openxmlformats.org/presentationml/2006/main" preserve="1" userDrawn="1">
  <p:cSld name="Contact Slide">
    <p:bg bwMode="ltGray">
      <p:bgPr>
        <a:solidFill>
          <a:schemeClr val="tx2"/>
        </a:solidFill>
        <a:effectLst/>
      </p:bgPr>
    </p:bg>
    <p:spTree>
      <p:nvGrpSpPr>
        <p:cNvPr id="1" name=""/>
        <p:cNvGrpSpPr/>
        <p:nvPr/>
      </p:nvGrpSpPr>
      <p:grpSpPr>
        <a:xfrm>
          <a:off x="0" y="0"/>
          <a:ext cx="0" cy="0"/>
          <a:chOff x="0" y="0"/>
          <a:chExt cx="0" cy="0"/>
        </a:xfrm>
      </p:grpSpPr>
      <p:sp>
        <p:nvSpPr>
          <p:cNvPr id="6" name="Title 1"/>
          <p:cNvSpPr>
            <a:spLocks noGrp="1"/>
          </p:cNvSpPr>
          <p:nvPr>
            <p:ph type="ctrTitle" hasCustomPrompt="1"/>
          </p:nvPr>
        </p:nvSpPr>
        <p:spPr bwMode="gray">
          <a:xfrm>
            <a:off x="1199457" y="1365251"/>
            <a:ext cx="5089164" cy="1007632"/>
          </a:xfrm>
        </p:spPr>
        <p:txBody>
          <a:bodyPr/>
          <a:lstStyle>
            <a:lvl1pPr>
              <a:defRPr sz="8000" spc="-200">
                <a:solidFill>
                  <a:schemeClr val="accent1"/>
                </a:solidFill>
              </a:defRPr>
            </a:lvl1pPr>
          </a:lstStyle>
          <a:p>
            <a:r>
              <a:rPr lang="en-US" dirty="0"/>
              <a:t>Contact.</a:t>
            </a:r>
          </a:p>
        </p:txBody>
      </p:sp>
      <p:sp>
        <p:nvSpPr>
          <p:cNvPr id="18" name="Rectangle 17"/>
          <p:cNvSpPr>
            <a:spLocks noChangeArrowheads="1"/>
          </p:cNvSpPr>
          <p:nvPr userDrawn="1"/>
        </p:nvSpPr>
        <p:spPr bwMode="gray">
          <a:xfrm>
            <a:off x="1510095" y="4341565"/>
            <a:ext cx="10250107" cy="1968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b">
            <a:no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r>
              <a:rPr lang="en-US" sz="800" b="1" kern="1200" dirty="0">
                <a:solidFill>
                  <a:schemeClr val="tx1"/>
                </a:solidFill>
                <a:effectLst/>
                <a:latin typeface="Avenir Next" panose="020B0503020202020204"/>
                <a:cs typeface="Arial" panose="020B0604020202020204" pitchFamily="34" charset="0"/>
              </a:rPr>
              <a:t>About Dr. Reddy’s</a:t>
            </a:r>
            <a:r>
              <a:rPr lang="en-US" sz="800" kern="1200" dirty="0">
                <a:solidFill>
                  <a:schemeClr val="tx1"/>
                </a:solidFill>
                <a:effectLst/>
                <a:latin typeface="Avenir Next" panose="020B0503020202020204"/>
                <a:cs typeface="Arial" panose="020B0604020202020204" pitchFamily="34" charset="0"/>
              </a:rPr>
              <a:t>: Dr. Reddy’s Laboratories Ltd. (NYSE: RDY) is an integrated pharmaceutical company, committed to providing affordable and innovative medicines for healthier lives. Through its three businesses - Pharmaceutical Services &amp; Active Ingredients, Global Generics and Proprietary Products – Dr. Reddy’s offers a portfolio of products and services including APIs, custom pharmaceutical services, generics, </a:t>
            </a:r>
            <a:r>
              <a:rPr lang="en-US" sz="800" kern="1200" dirty="0" err="1">
                <a:solidFill>
                  <a:schemeClr val="tx1"/>
                </a:solidFill>
                <a:effectLst/>
                <a:latin typeface="Avenir Next" panose="020B0503020202020204"/>
                <a:cs typeface="Arial" panose="020B0604020202020204" pitchFamily="34" charset="0"/>
              </a:rPr>
              <a:t>biosimilars</a:t>
            </a:r>
            <a:r>
              <a:rPr lang="en-US" sz="800" kern="1200" dirty="0">
                <a:solidFill>
                  <a:schemeClr val="tx1"/>
                </a:solidFill>
                <a:effectLst/>
                <a:latin typeface="Avenir Next" panose="020B0503020202020204"/>
                <a:cs typeface="Arial" panose="020B0604020202020204" pitchFamily="34" charset="0"/>
              </a:rPr>
              <a:t> and differentiated formulations. Our major therapeutic areas of focus are gastro-intestinal, cardiovascular, </a:t>
            </a:r>
            <a:r>
              <a:rPr lang="en-US" sz="800" kern="1200" dirty="0" err="1">
                <a:solidFill>
                  <a:schemeClr val="tx1"/>
                </a:solidFill>
                <a:effectLst/>
                <a:latin typeface="Avenir Next" panose="020B0503020202020204"/>
                <a:cs typeface="Arial" panose="020B0604020202020204" pitchFamily="34" charset="0"/>
              </a:rPr>
              <a:t>diabetology</a:t>
            </a:r>
            <a:r>
              <a:rPr lang="en-US" sz="800" kern="1200" dirty="0">
                <a:solidFill>
                  <a:schemeClr val="tx1"/>
                </a:solidFill>
                <a:effectLst/>
                <a:latin typeface="Avenir Next" panose="020B0503020202020204"/>
                <a:cs typeface="Arial" panose="020B0604020202020204" pitchFamily="34" charset="0"/>
              </a:rPr>
              <a:t>, oncology, pain management and anti-</a:t>
            </a:r>
            <a:r>
              <a:rPr lang="en-US" sz="800" kern="1200" dirty="0" err="1">
                <a:solidFill>
                  <a:schemeClr val="tx1"/>
                </a:solidFill>
                <a:effectLst/>
                <a:latin typeface="Avenir Next" panose="020B0503020202020204"/>
                <a:cs typeface="Arial" panose="020B0604020202020204" pitchFamily="34" charset="0"/>
              </a:rPr>
              <a:t>infectives</a:t>
            </a:r>
            <a:r>
              <a:rPr lang="en-US" sz="800" kern="1200" dirty="0">
                <a:solidFill>
                  <a:schemeClr val="tx1"/>
                </a:solidFill>
                <a:effectLst/>
                <a:latin typeface="Avenir Next" panose="020B0503020202020204"/>
                <a:cs typeface="Arial" panose="020B0604020202020204" pitchFamily="34" charset="0"/>
              </a:rPr>
              <a:t>. Dr. Reddy’s operates in markets across the globe. Our major markets include – USA, Russia &amp; CIS, Venezuela and India. For more information, log on to: </a:t>
            </a:r>
            <a:r>
              <a:rPr lang="en-US" sz="800" kern="1200" dirty="0">
                <a:solidFill>
                  <a:schemeClr val="tx1"/>
                </a:solidFill>
                <a:effectLst/>
                <a:latin typeface="Avenir Next" panose="020B0503020202020204"/>
                <a:cs typeface="Arial" panose="020B0604020202020204" pitchFamily="34" charset="0"/>
                <a:hlinkClick r:id="rId3"/>
              </a:rPr>
              <a:t>www.drreddys.com</a:t>
            </a:r>
            <a:endParaRPr lang="en-US" sz="800" kern="1200" dirty="0">
              <a:solidFill>
                <a:schemeClr val="tx1"/>
              </a:solidFill>
              <a:effectLst/>
              <a:latin typeface="Avenir Next" panose="020B0503020202020204"/>
              <a:cs typeface="Arial" panose="020B0604020202020204" pitchFamily="34" charset="0"/>
            </a:endParaRPr>
          </a:p>
          <a:p>
            <a:endParaRPr lang="en-US" sz="800" b="1" kern="1200" dirty="0">
              <a:solidFill>
                <a:schemeClr val="tx1"/>
              </a:solidFill>
              <a:effectLst/>
              <a:latin typeface="Avenir Next" panose="020B0503020202020204"/>
              <a:cs typeface="Arial" panose="020B0604020202020204" pitchFamily="34" charset="0"/>
            </a:endParaRPr>
          </a:p>
          <a:p>
            <a:r>
              <a:rPr lang="en-US" sz="800" b="1" kern="1200" dirty="0">
                <a:solidFill>
                  <a:schemeClr val="tx1"/>
                </a:solidFill>
                <a:effectLst/>
                <a:latin typeface="Avenir Next" panose="020B0503020202020204"/>
                <a:cs typeface="Arial" panose="020B0604020202020204" pitchFamily="34" charset="0"/>
              </a:rPr>
              <a:t>Disclaimer: </a:t>
            </a:r>
            <a:r>
              <a:rPr lang="en-US" sz="800" kern="1200" dirty="0">
                <a:solidFill>
                  <a:schemeClr val="tx1"/>
                </a:solidFill>
                <a:effectLst/>
                <a:latin typeface="Avenir Next" panose="020B0503020202020204"/>
                <a:cs typeface="Arial" panose="020B0604020202020204" pitchFamily="34" charset="0"/>
              </a:rPr>
              <a:t>This press release may include statements of future expectations and other forward-looking statements that are based on the management’s current views and assumptions and involve known or unknown risks and uncertainties that could cause actual results, performance or events to differ materially from those expressed or implied in such statements. In addition to statements which are forward-looking by reason of context, the words "may", "will", "should", "expects", "plans", "intends", "anticipates", "believes", "estimates", "predicts", "potential", or "continue" and similar expressions identify forward-looking statements. Actual results, performance or events may differ materially from those in such statements due to  without limitation, (</a:t>
            </a:r>
            <a:r>
              <a:rPr lang="en-US" sz="800" kern="1200" dirty="0" err="1">
                <a:solidFill>
                  <a:schemeClr val="tx1"/>
                </a:solidFill>
                <a:effectLst/>
                <a:latin typeface="Avenir Next" panose="020B0503020202020204"/>
                <a:cs typeface="Arial" panose="020B0604020202020204" pitchFamily="34" charset="0"/>
              </a:rPr>
              <a:t>i</a:t>
            </a:r>
            <a:r>
              <a:rPr lang="en-US" sz="800" kern="1200" dirty="0">
                <a:solidFill>
                  <a:schemeClr val="tx1"/>
                </a:solidFill>
                <a:effectLst/>
                <a:latin typeface="Avenir Next" panose="020B0503020202020204"/>
                <a:cs typeface="Arial" panose="020B0604020202020204" pitchFamily="34" charset="0"/>
              </a:rPr>
              <a:t>) general economic conditions such as performance of financial markets, credit defaults , currency exchange rates , interest rates , persistency levels and frequency / severity of insured loss events (ii) mortality and morbidity levels and trends, (iii) changing levels of competition and general competitive factors, (iv) changes in laws and regulations and in the policies of central banks and/or governments, (v) the impact of acquisitions or </a:t>
            </a:r>
            <a:r>
              <a:rPr lang="en-US" sz="800" kern="1200" dirty="0" err="1">
                <a:solidFill>
                  <a:schemeClr val="tx1"/>
                </a:solidFill>
                <a:effectLst/>
                <a:latin typeface="Avenir Next" panose="020B0503020202020204"/>
                <a:cs typeface="Arial" panose="020B0604020202020204" pitchFamily="34" charset="0"/>
              </a:rPr>
              <a:t>reorganisation</a:t>
            </a:r>
            <a:r>
              <a:rPr lang="en-US" sz="800" kern="1200" dirty="0">
                <a:solidFill>
                  <a:schemeClr val="tx1"/>
                </a:solidFill>
                <a:effectLst/>
                <a:latin typeface="Avenir Next" panose="020B0503020202020204"/>
                <a:cs typeface="Arial" panose="020B0604020202020204" pitchFamily="34" charset="0"/>
              </a:rPr>
              <a:t> , including related integration issues.</a:t>
            </a:r>
            <a:endParaRPr lang="en-IN" sz="800" kern="1200" dirty="0">
              <a:solidFill>
                <a:schemeClr val="tx1"/>
              </a:solidFill>
              <a:effectLst/>
              <a:latin typeface="Avenir Next" panose="020B0503020202020204"/>
              <a:cs typeface="Arial" panose="020B0604020202020204" pitchFamily="34" charset="0"/>
            </a:endParaRPr>
          </a:p>
          <a:p>
            <a:r>
              <a:rPr lang="en-US" sz="800" kern="1200" dirty="0">
                <a:solidFill>
                  <a:schemeClr val="tx1"/>
                </a:solidFill>
                <a:effectLst/>
                <a:latin typeface="Avenir Next" panose="020B0503020202020204"/>
                <a:cs typeface="Arial" panose="020B0604020202020204" pitchFamily="34" charset="0"/>
              </a:rPr>
              <a:t> </a:t>
            </a:r>
            <a:endParaRPr lang="en-IN" sz="800" kern="1200" dirty="0">
              <a:solidFill>
                <a:schemeClr val="tx1"/>
              </a:solidFill>
              <a:effectLst/>
              <a:latin typeface="Avenir Next" panose="020B0503020202020204"/>
              <a:cs typeface="Arial" panose="020B0604020202020204" pitchFamily="34" charset="0"/>
            </a:endParaRPr>
          </a:p>
          <a:p>
            <a:r>
              <a:rPr lang="en-US" sz="800" kern="1200" dirty="0">
                <a:solidFill>
                  <a:schemeClr val="tx1"/>
                </a:solidFill>
                <a:effectLst/>
                <a:latin typeface="Avenir Next" panose="020B0503020202020204"/>
                <a:cs typeface="Arial" panose="020B0604020202020204" pitchFamily="34" charset="0"/>
              </a:rPr>
              <a:t>The company assumes no obligation to update any information contained herein.</a:t>
            </a:r>
          </a:p>
          <a:p>
            <a:endParaRPr lang="de-DE" sz="800" dirty="0">
              <a:solidFill>
                <a:schemeClr val="tx1"/>
              </a:solidFill>
              <a:latin typeface="Avenir Next" panose="020B0503020202020204"/>
              <a:cs typeface="Arial" panose="020B0604020202020204" pitchFamily="34" charset="0"/>
            </a:endParaRPr>
          </a:p>
          <a:p>
            <a:r>
              <a:rPr lang="en-IN" sz="800" b="1" dirty="0">
                <a:solidFill>
                  <a:schemeClr val="tx1"/>
                </a:solidFill>
                <a:latin typeface="Avenir Next" panose="020B0503020202020204"/>
                <a:cs typeface="Arial" panose="020B0604020202020204" pitchFamily="34" charset="0"/>
              </a:rPr>
              <a:t>Registered Office: </a:t>
            </a:r>
            <a:r>
              <a:rPr lang="en-IN" sz="800" dirty="0" err="1">
                <a:solidFill>
                  <a:schemeClr val="tx1"/>
                </a:solidFill>
                <a:latin typeface="Avenir Next" panose="020B0503020202020204"/>
                <a:cs typeface="Arial" panose="020B0604020202020204" pitchFamily="34" charset="0"/>
              </a:rPr>
              <a:t>Dr.</a:t>
            </a:r>
            <a:r>
              <a:rPr lang="en-IN" sz="800" dirty="0">
                <a:solidFill>
                  <a:schemeClr val="tx1"/>
                </a:solidFill>
                <a:latin typeface="Avenir Next" panose="020B0503020202020204"/>
                <a:cs typeface="Arial" panose="020B0604020202020204" pitchFamily="34" charset="0"/>
              </a:rPr>
              <a:t> Reddy’s Laboratories Ltd. 8-2-337 | Road No. 3, </a:t>
            </a:r>
            <a:r>
              <a:rPr lang="en-IN" sz="800" dirty="0" err="1">
                <a:solidFill>
                  <a:schemeClr val="tx1"/>
                </a:solidFill>
                <a:latin typeface="Avenir Next" panose="020B0503020202020204"/>
                <a:cs typeface="Arial" panose="020B0604020202020204" pitchFamily="34" charset="0"/>
              </a:rPr>
              <a:t>Banjara</a:t>
            </a:r>
            <a:r>
              <a:rPr lang="en-IN" sz="800" dirty="0">
                <a:solidFill>
                  <a:schemeClr val="tx1"/>
                </a:solidFill>
                <a:latin typeface="Avenir Next" panose="020B0503020202020204"/>
                <a:cs typeface="Arial" panose="020B0604020202020204" pitchFamily="34" charset="0"/>
              </a:rPr>
              <a:t> Hills, Hyderabad - 500034, Telangana, India. </a:t>
            </a:r>
          </a:p>
          <a:p>
            <a:r>
              <a:rPr lang="en-IN" sz="800" dirty="0">
                <a:solidFill>
                  <a:schemeClr val="tx1"/>
                </a:solidFill>
                <a:latin typeface="Avenir Next" panose="020B0503020202020204"/>
                <a:cs typeface="Arial" panose="020B0604020202020204" pitchFamily="34" charset="0"/>
              </a:rPr>
              <a:t>Tel: 91 40 4900 2900 | Fax: 91 40 4900 2999 | Web: www.drreddys.com</a:t>
            </a:r>
          </a:p>
        </p:txBody>
      </p:sp>
      <p:sp>
        <p:nvSpPr>
          <p:cNvPr id="22" name="Text Placeholder 9"/>
          <p:cNvSpPr>
            <a:spLocks noGrp="1"/>
          </p:cNvSpPr>
          <p:nvPr>
            <p:ph type="body" sz="quarter" idx="10" hasCustomPrompt="1"/>
          </p:nvPr>
        </p:nvSpPr>
        <p:spPr bwMode="gray">
          <a:xfrm>
            <a:off x="1525076" y="2420890"/>
            <a:ext cx="3435632" cy="305561"/>
          </a:xfrm>
        </p:spPr>
        <p:txBody>
          <a:bodyPr anchor="b"/>
          <a:lstStyle>
            <a:lvl1pPr marL="0" indent="0">
              <a:lnSpc>
                <a:spcPct val="100000"/>
              </a:lnSpc>
              <a:spcBef>
                <a:spcPts val="0"/>
              </a:spcBef>
              <a:spcAft>
                <a:spcPts val="0"/>
              </a:spcAft>
              <a:buFont typeface="Arial" panose="020B0604020202020204" pitchFamily="34" charset="0"/>
              <a:buNone/>
              <a:defRPr sz="1467" b="0">
                <a:solidFill>
                  <a:schemeClr val="accent1"/>
                </a:solidFill>
                <a:latin typeface="Avenir Next" panose="020B0503020202020204"/>
              </a:defRPr>
            </a:lvl1pPr>
            <a:lvl2pPr marL="0" indent="0">
              <a:lnSpc>
                <a:spcPct val="100000"/>
              </a:lnSpc>
              <a:spcBef>
                <a:spcPts val="0"/>
              </a:spcBef>
              <a:spcAft>
                <a:spcPts val="0"/>
              </a:spcAft>
              <a:buFont typeface="Arial" panose="020B0604020202020204" pitchFamily="34" charset="0"/>
              <a:buNone/>
              <a:defRPr sz="1467" b="0">
                <a:solidFill>
                  <a:schemeClr val="accent1"/>
                </a:solidFill>
                <a:latin typeface="+mj-lt"/>
              </a:defRPr>
            </a:lvl2pPr>
            <a:lvl3pPr marL="0" indent="0">
              <a:lnSpc>
                <a:spcPct val="100000"/>
              </a:lnSpc>
              <a:spcBef>
                <a:spcPts val="0"/>
              </a:spcBef>
              <a:spcAft>
                <a:spcPts val="0"/>
              </a:spcAft>
              <a:buNone/>
              <a:defRPr sz="1467" b="0">
                <a:solidFill>
                  <a:schemeClr val="accent1"/>
                </a:solidFill>
                <a:latin typeface="+mj-lt"/>
              </a:defRPr>
            </a:lvl3pPr>
            <a:lvl4pPr marL="0" indent="0">
              <a:lnSpc>
                <a:spcPct val="100000"/>
              </a:lnSpc>
              <a:spcBef>
                <a:spcPts val="0"/>
              </a:spcBef>
              <a:spcAft>
                <a:spcPts val="0"/>
              </a:spcAft>
              <a:buNone/>
              <a:defRPr sz="1467" b="0">
                <a:solidFill>
                  <a:schemeClr val="accent1"/>
                </a:solidFill>
                <a:latin typeface="+mj-lt"/>
              </a:defRPr>
            </a:lvl4pPr>
            <a:lvl5pPr marL="0" indent="0">
              <a:lnSpc>
                <a:spcPct val="100000"/>
              </a:lnSpc>
              <a:spcBef>
                <a:spcPts val="0"/>
              </a:spcBef>
              <a:spcAft>
                <a:spcPts val="0"/>
              </a:spcAft>
              <a:buNone/>
              <a:defRPr sz="1467" b="0">
                <a:solidFill>
                  <a:schemeClr val="accent1"/>
                </a:solidFill>
                <a:latin typeface="+mj-lt"/>
              </a:defRPr>
            </a:lvl5pPr>
            <a:lvl6pPr marL="0" indent="0">
              <a:lnSpc>
                <a:spcPct val="100000"/>
              </a:lnSpc>
              <a:spcBef>
                <a:spcPts val="0"/>
              </a:spcBef>
              <a:spcAft>
                <a:spcPts val="0"/>
              </a:spcAft>
              <a:buFont typeface="Arial" panose="020B0604020202020204" pitchFamily="34" charset="0"/>
              <a:buNone/>
              <a:defRPr sz="1467" b="0">
                <a:solidFill>
                  <a:schemeClr val="accent1"/>
                </a:solidFill>
                <a:latin typeface="+mj-lt"/>
              </a:defRPr>
            </a:lvl6pPr>
            <a:lvl7pPr marL="0" indent="0">
              <a:lnSpc>
                <a:spcPct val="100000"/>
              </a:lnSpc>
              <a:spcBef>
                <a:spcPts val="0"/>
              </a:spcBef>
              <a:spcAft>
                <a:spcPts val="0"/>
              </a:spcAft>
              <a:buFont typeface="Arial" panose="020B0604020202020204" pitchFamily="34" charset="0"/>
              <a:buNone/>
              <a:defRPr sz="1467" b="0">
                <a:solidFill>
                  <a:schemeClr val="accent1"/>
                </a:solidFill>
                <a:latin typeface="+mj-lt"/>
              </a:defRPr>
            </a:lvl7pPr>
            <a:lvl8pPr marL="0" indent="0">
              <a:lnSpc>
                <a:spcPct val="100000"/>
              </a:lnSpc>
              <a:spcBef>
                <a:spcPts val="0"/>
              </a:spcBef>
              <a:spcAft>
                <a:spcPts val="0"/>
              </a:spcAft>
              <a:buFont typeface="Arial" panose="020B0604020202020204" pitchFamily="34" charset="0"/>
              <a:buNone/>
              <a:defRPr sz="1467" b="0">
                <a:solidFill>
                  <a:schemeClr val="accent1"/>
                </a:solidFill>
                <a:latin typeface="+mj-lt"/>
              </a:defRPr>
            </a:lvl8pPr>
            <a:lvl9pPr marL="0" indent="0">
              <a:lnSpc>
                <a:spcPct val="100000"/>
              </a:lnSpc>
              <a:spcBef>
                <a:spcPts val="0"/>
              </a:spcBef>
              <a:spcAft>
                <a:spcPts val="0"/>
              </a:spcAft>
              <a:buFont typeface="Arial" panose="020B0604020202020204" pitchFamily="34" charset="0"/>
              <a:buNone/>
              <a:defRPr sz="1467" b="0">
                <a:solidFill>
                  <a:schemeClr val="accent1"/>
                </a:solidFill>
                <a:latin typeface="+mj-lt"/>
              </a:defRPr>
            </a:lvl9pPr>
          </a:lstStyle>
          <a:p>
            <a:pPr lvl="0"/>
            <a:r>
              <a:rPr lang="de-DE" dirty="0"/>
              <a:t>Position</a:t>
            </a:r>
            <a:endParaRPr lang="en-US" dirty="0"/>
          </a:p>
        </p:txBody>
      </p:sp>
      <p:sp>
        <p:nvSpPr>
          <p:cNvPr id="23" name="Text Placeholder 9"/>
          <p:cNvSpPr>
            <a:spLocks noGrp="1"/>
          </p:cNvSpPr>
          <p:nvPr>
            <p:ph type="body" sz="quarter" idx="11" hasCustomPrompt="1"/>
          </p:nvPr>
        </p:nvSpPr>
        <p:spPr bwMode="gray">
          <a:xfrm>
            <a:off x="1525076" y="2724334"/>
            <a:ext cx="3435632" cy="290265"/>
          </a:xfrm>
        </p:spPr>
        <p:txBody>
          <a:bodyPr/>
          <a:lstStyle>
            <a:lvl1pPr marL="0" indent="0">
              <a:lnSpc>
                <a:spcPct val="100000"/>
              </a:lnSpc>
              <a:spcBef>
                <a:spcPts val="0"/>
              </a:spcBef>
              <a:spcAft>
                <a:spcPts val="0"/>
              </a:spcAft>
              <a:buFont typeface="Arial" panose="020B0604020202020204" pitchFamily="34" charset="0"/>
              <a:buNone/>
              <a:defRPr sz="1467" b="0" baseline="0">
                <a:solidFill>
                  <a:schemeClr val="accent1"/>
                </a:solidFill>
                <a:latin typeface="Avenir Next" panose="020B0503020202020204"/>
              </a:defRPr>
            </a:lvl1pPr>
            <a:lvl2pPr marL="0" indent="0">
              <a:lnSpc>
                <a:spcPct val="100000"/>
              </a:lnSpc>
              <a:spcBef>
                <a:spcPts val="0"/>
              </a:spcBef>
              <a:spcAft>
                <a:spcPts val="0"/>
              </a:spcAft>
              <a:buFont typeface="Arial" panose="020B0604020202020204" pitchFamily="34" charset="0"/>
              <a:buNone/>
              <a:defRPr sz="1467" b="0">
                <a:solidFill>
                  <a:schemeClr val="accent1"/>
                </a:solidFill>
                <a:latin typeface="+mj-lt"/>
              </a:defRPr>
            </a:lvl2pPr>
            <a:lvl3pPr marL="0" indent="0">
              <a:lnSpc>
                <a:spcPct val="100000"/>
              </a:lnSpc>
              <a:spcBef>
                <a:spcPts val="0"/>
              </a:spcBef>
              <a:spcAft>
                <a:spcPts val="0"/>
              </a:spcAft>
              <a:buNone/>
              <a:defRPr sz="1467" b="0">
                <a:solidFill>
                  <a:schemeClr val="accent1"/>
                </a:solidFill>
                <a:latin typeface="+mj-lt"/>
              </a:defRPr>
            </a:lvl3pPr>
            <a:lvl4pPr marL="0" indent="0">
              <a:lnSpc>
                <a:spcPct val="100000"/>
              </a:lnSpc>
              <a:spcBef>
                <a:spcPts val="0"/>
              </a:spcBef>
              <a:spcAft>
                <a:spcPts val="0"/>
              </a:spcAft>
              <a:buNone/>
              <a:defRPr sz="1467" b="0">
                <a:solidFill>
                  <a:schemeClr val="accent1"/>
                </a:solidFill>
                <a:latin typeface="+mj-lt"/>
              </a:defRPr>
            </a:lvl4pPr>
            <a:lvl5pPr marL="0" indent="0">
              <a:lnSpc>
                <a:spcPct val="100000"/>
              </a:lnSpc>
              <a:spcBef>
                <a:spcPts val="0"/>
              </a:spcBef>
              <a:spcAft>
                <a:spcPts val="0"/>
              </a:spcAft>
              <a:buNone/>
              <a:defRPr sz="1467" b="0">
                <a:solidFill>
                  <a:schemeClr val="accent1"/>
                </a:solidFill>
                <a:latin typeface="+mj-lt"/>
              </a:defRPr>
            </a:lvl5pPr>
            <a:lvl6pPr marL="0" indent="0">
              <a:lnSpc>
                <a:spcPct val="100000"/>
              </a:lnSpc>
              <a:spcBef>
                <a:spcPts val="0"/>
              </a:spcBef>
              <a:spcAft>
                <a:spcPts val="0"/>
              </a:spcAft>
              <a:buFont typeface="Arial" panose="020B0604020202020204" pitchFamily="34" charset="0"/>
              <a:buNone/>
              <a:defRPr sz="1467" b="0">
                <a:solidFill>
                  <a:schemeClr val="accent1"/>
                </a:solidFill>
                <a:latin typeface="+mj-lt"/>
              </a:defRPr>
            </a:lvl6pPr>
            <a:lvl7pPr marL="0" indent="0">
              <a:lnSpc>
                <a:spcPct val="100000"/>
              </a:lnSpc>
              <a:spcBef>
                <a:spcPts val="0"/>
              </a:spcBef>
              <a:spcAft>
                <a:spcPts val="0"/>
              </a:spcAft>
              <a:buFont typeface="Arial" panose="020B0604020202020204" pitchFamily="34" charset="0"/>
              <a:buNone/>
              <a:defRPr sz="1467" b="0">
                <a:solidFill>
                  <a:schemeClr val="accent1"/>
                </a:solidFill>
                <a:latin typeface="+mj-lt"/>
              </a:defRPr>
            </a:lvl7pPr>
            <a:lvl8pPr marL="0" indent="0">
              <a:lnSpc>
                <a:spcPct val="100000"/>
              </a:lnSpc>
              <a:spcBef>
                <a:spcPts val="0"/>
              </a:spcBef>
              <a:spcAft>
                <a:spcPts val="0"/>
              </a:spcAft>
              <a:buFont typeface="Arial" panose="020B0604020202020204" pitchFamily="34" charset="0"/>
              <a:buNone/>
              <a:defRPr sz="1467" b="0">
                <a:solidFill>
                  <a:schemeClr val="accent1"/>
                </a:solidFill>
                <a:latin typeface="+mj-lt"/>
              </a:defRPr>
            </a:lvl8pPr>
            <a:lvl9pPr marL="0" indent="0">
              <a:lnSpc>
                <a:spcPct val="100000"/>
              </a:lnSpc>
              <a:spcBef>
                <a:spcPts val="0"/>
              </a:spcBef>
              <a:spcAft>
                <a:spcPts val="0"/>
              </a:spcAft>
              <a:buFont typeface="Arial" panose="020B0604020202020204" pitchFamily="34" charset="0"/>
              <a:buNone/>
              <a:defRPr sz="1467" b="0">
                <a:solidFill>
                  <a:schemeClr val="accent1"/>
                </a:solidFill>
                <a:latin typeface="+mj-lt"/>
              </a:defRPr>
            </a:lvl9pPr>
          </a:lstStyle>
          <a:p>
            <a:pPr lvl="0"/>
            <a:r>
              <a:rPr lang="de-DE" dirty="0"/>
              <a:t>First </a:t>
            </a:r>
            <a:r>
              <a:rPr lang="de-DE" dirty="0" err="1"/>
              <a:t>name</a:t>
            </a:r>
            <a:r>
              <a:rPr lang="de-DE" dirty="0"/>
              <a:t> Last </a:t>
            </a:r>
            <a:r>
              <a:rPr lang="de-DE" dirty="0" err="1"/>
              <a:t>name</a:t>
            </a:r>
            <a:endParaRPr lang="en-US" dirty="0"/>
          </a:p>
        </p:txBody>
      </p:sp>
      <p:sp>
        <p:nvSpPr>
          <p:cNvPr id="24" name="Text Placeholder 9"/>
          <p:cNvSpPr>
            <a:spLocks noGrp="1"/>
          </p:cNvSpPr>
          <p:nvPr>
            <p:ph type="body" sz="quarter" idx="12" hasCustomPrompt="1"/>
          </p:nvPr>
        </p:nvSpPr>
        <p:spPr bwMode="gray">
          <a:xfrm>
            <a:off x="1525076" y="3014600"/>
            <a:ext cx="3435632" cy="750953"/>
          </a:xfrm>
        </p:spPr>
        <p:txBody>
          <a:bodyPr/>
          <a:lstStyle>
            <a:lvl1pPr marL="0" indent="0">
              <a:lnSpc>
                <a:spcPct val="100000"/>
              </a:lnSpc>
              <a:spcBef>
                <a:spcPts val="0"/>
              </a:spcBef>
              <a:spcAft>
                <a:spcPts val="0"/>
              </a:spcAft>
              <a:buFont typeface="Arial" panose="020B0604020202020204" pitchFamily="34" charset="0"/>
              <a:buNone/>
              <a:defRPr sz="1467" b="0" baseline="0">
                <a:solidFill>
                  <a:schemeClr val="accent1"/>
                </a:solidFill>
                <a:latin typeface="Avenir Next" panose="020B0503020202020204"/>
              </a:defRPr>
            </a:lvl1pPr>
            <a:lvl2pPr marL="0" indent="0">
              <a:lnSpc>
                <a:spcPct val="100000"/>
              </a:lnSpc>
              <a:spcBef>
                <a:spcPts val="0"/>
              </a:spcBef>
              <a:spcAft>
                <a:spcPts val="0"/>
              </a:spcAft>
              <a:buFont typeface="Arial" panose="020B0604020202020204" pitchFamily="34" charset="0"/>
              <a:buNone/>
              <a:defRPr sz="1467" b="0">
                <a:solidFill>
                  <a:schemeClr val="accent1"/>
                </a:solidFill>
                <a:latin typeface="+mj-lt"/>
              </a:defRPr>
            </a:lvl2pPr>
            <a:lvl3pPr marL="0" indent="0">
              <a:lnSpc>
                <a:spcPct val="100000"/>
              </a:lnSpc>
              <a:spcBef>
                <a:spcPts val="0"/>
              </a:spcBef>
              <a:spcAft>
                <a:spcPts val="0"/>
              </a:spcAft>
              <a:buNone/>
              <a:defRPr sz="1467" b="0">
                <a:solidFill>
                  <a:schemeClr val="accent1"/>
                </a:solidFill>
                <a:latin typeface="+mj-lt"/>
              </a:defRPr>
            </a:lvl3pPr>
            <a:lvl4pPr marL="0" indent="0">
              <a:lnSpc>
                <a:spcPct val="100000"/>
              </a:lnSpc>
              <a:spcBef>
                <a:spcPts val="0"/>
              </a:spcBef>
              <a:spcAft>
                <a:spcPts val="0"/>
              </a:spcAft>
              <a:buNone/>
              <a:defRPr sz="1467" b="0">
                <a:solidFill>
                  <a:schemeClr val="accent1"/>
                </a:solidFill>
                <a:latin typeface="+mj-lt"/>
              </a:defRPr>
            </a:lvl4pPr>
            <a:lvl5pPr marL="0" indent="0">
              <a:lnSpc>
                <a:spcPct val="100000"/>
              </a:lnSpc>
              <a:spcBef>
                <a:spcPts val="0"/>
              </a:spcBef>
              <a:spcAft>
                <a:spcPts val="0"/>
              </a:spcAft>
              <a:buNone/>
              <a:defRPr sz="1467" b="0">
                <a:solidFill>
                  <a:schemeClr val="accent1"/>
                </a:solidFill>
                <a:latin typeface="+mj-lt"/>
              </a:defRPr>
            </a:lvl5pPr>
            <a:lvl6pPr marL="0" indent="0">
              <a:lnSpc>
                <a:spcPct val="100000"/>
              </a:lnSpc>
              <a:spcBef>
                <a:spcPts val="0"/>
              </a:spcBef>
              <a:spcAft>
                <a:spcPts val="0"/>
              </a:spcAft>
              <a:buFont typeface="Arial" panose="020B0604020202020204" pitchFamily="34" charset="0"/>
              <a:buNone/>
              <a:defRPr sz="1467" b="0">
                <a:solidFill>
                  <a:schemeClr val="accent1"/>
                </a:solidFill>
                <a:latin typeface="+mj-lt"/>
              </a:defRPr>
            </a:lvl6pPr>
            <a:lvl7pPr marL="0" indent="0">
              <a:lnSpc>
                <a:spcPct val="100000"/>
              </a:lnSpc>
              <a:spcBef>
                <a:spcPts val="0"/>
              </a:spcBef>
              <a:spcAft>
                <a:spcPts val="0"/>
              </a:spcAft>
              <a:buFont typeface="Arial" panose="020B0604020202020204" pitchFamily="34" charset="0"/>
              <a:buNone/>
              <a:defRPr sz="1467" b="0">
                <a:solidFill>
                  <a:schemeClr val="accent1"/>
                </a:solidFill>
                <a:latin typeface="+mj-lt"/>
              </a:defRPr>
            </a:lvl7pPr>
            <a:lvl8pPr marL="0" indent="0">
              <a:lnSpc>
                <a:spcPct val="100000"/>
              </a:lnSpc>
              <a:spcBef>
                <a:spcPts val="0"/>
              </a:spcBef>
              <a:spcAft>
                <a:spcPts val="0"/>
              </a:spcAft>
              <a:buFont typeface="Arial" panose="020B0604020202020204" pitchFamily="34" charset="0"/>
              <a:buNone/>
              <a:defRPr sz="1467" b="0">
                <a:solidFill>
                  <a:schemeClr val="accent1"/>
                </a:solidFill>
                <a:latin typeface="+mj-lt"/>
              </a:defRPr>
            </a:lvl8pPr>
            <a:lvl9pPr marL="0" indent="0">
              <a:lnSpc>
                <a:spcPct val="100000"/>
              </a:lnSpc>
              <a:spcBef>
                <a:spcPts val="0"/>
              </a:spcBef>
              <a:spcAft>
                <a:spcPts val="0"/>
              </a:spcAft>
              <a:buFont typeface="Arial" panose="020B0604020202020204" pitchFamily="34" charset="0"/>
              <a:buNone/>
              <a:defRPr sz="1467" b="0">
                <a:solidFill>
                  <a:schemeClr val="accent1"/>
                </a:solidFill>
                <a:latin typeface="+mj-lt"/>
              </a:defRPr>
            </a:lvl9pPr>
          </a:lstStyle>
          <a:p>
            <a:pPr lvl="0"/>
            <a:r>
              <a:rPr lang="de-DE" dirty="0"/>
              <a:t>Mail</a:t>
            </a:r>
            <a:br>
              <a:rPr lang="de-DE" dirty="0"/>
            </a:br>
            <a:r>
              <a:rPr lang="de-DE" dirty="0"/>
              <a:t>Phone</a:t>
            </a:r>
            <a:endParaRPr lang="en-US" dirty="0"/>
          </a:p>
        </p:txBody>
      </p:sp>
      <p:sp>
        <p:nvSpPr>
          <p:cNvPr id="26" name="Text Placeholder 9"/>
          <p:cNvSpPr>
            <a:spLocks noGrp="1"/>
          </p:cNvSpPr>
          <p:nvPr>
            <p:ph type="body" sz="quarter" idx="14" hasCustomPrompt="1"/>
          </p:nvPr>
        </p:nvSpPr>
        <p:spPr bwMode="gray">
          <a:xfrm>
            <a:off x="5397220" y="2420890"/>
            <a:ext cx="3435632" cy="305561"/>
          </a:xfrm>
        </p:spPr>
        <p:txBody>
          <a:bodyPr anchor="b"/>
          <a:lstStyle>
            <a:lvl1pPr marL="0" indent="0">
              <a:lnSpc>
                <a:spcPct val="100000"/>
              </a:lnSpc>
              <a:spcBef>
                <a:spcPts val="0"/>
              </a:spcBef>
              <a:spcAft>
                <a:spcPts val="0"/>
              </a:spcAft>
              <a:buFont typeface="Arial" panose="020B0604020202020204" pitchFamily="34" charset="0"/>
              <a:buNone/>
              <a:defRPr sz="1467" b="0">
                <a:solidFill>
                  <a:schemeClr val="accent1"/>
                </a:solidFill>
                <a:latin typeface="Avenir Next" panose="020B0503020202020204"/>
              </a:defRPr>
            </a:lvl1pPr>
            <a:lvl2pPr marL="0" indent="0">
              <a:lnSpc>
                <a:spcPct val="100000"/>
              </a:lnSpc>
              <a:spcBef>
                <a:spcPts val="0"/>
              </a:spcBef>
              <a:spcAft>
                <a:spcPts val="0"/>
              </a:spcAft>
              <a:buFont typeface="Arial" panose="020B0604020202020204" pitchFamily="34" charset="0"/>
              <a:buNone/>
              <a:defRPr sz="1467" b="0">
                <a:solidFill>
                  <a:schemeClr val="accent1"/>
                </a:solidFill>
                <a:latin typeface="+mj-lt"/>
              </a:defRPr>
            </a:lvl2pPr>
            <a:lvl3pPr marL="0" indent="0">
              <a:lnSpc>
                <a:spcPct val="100000"/>
              </a:lnSpc>
              <a:spcBef>
                <a:spcPts val="0"/>
              </a:spcBef>
              <a:spcAft>
                <a:spcPts val="0"/>
              </a:spcAft>
              <a:buNone/>
              <a:defRPr sz="1467" b="0">
                <a:solidFill>
                  <a:schemeClr val="accent1"/>
                </a:solidFill>
                <a:latin typeface="+mj-lt"/>
              </a:defRPr>
            </a:lvl3pPr>
            <a:lvl4pPr marL="0" indent="0">
              <a:lnSpc>
                <a:spcPct val="100000"/>
              </a:lnSpc>
              <a:spcBef>
                <a:spcPts val="0"/>
              </a:spcBef>
              <a:spcAft>
                <a:spcPts val="0"/>
              </a:spcAft>
              <a:buNone/>
              <a:defRPr sz="1467" b="0">
                <a:solidFill>
                  <a:schemeClr val="accent1"/>
                </a:solidFill>
                <a:latin typeface="+mj-lt"/>
              </a:defRPr>
            </a:lvl4pPr>
            <a:lvl5pPr marL="0" indent="0">
              <a:lnSpc>
                <a:spcPct val="100000"/>
              </a:lnSpc>
              <a:spcBef>
                <a:spcPts val="0"/>
              </a:spcBef>
              <a:spcAft>
                <a:spcPts val="0"/>
              </a:spcAft>
              <a:buNone/>
              <a:defRPr sz="1467" b="0">
                <a:solidFill>
                  <a:schemeClr val="accent1"/>
                </a:solidFill>
                <a:latin typeface="+mj-lt"/>
              </a:defRPr>
            </a:lvl5pPr>
            <a:lvl6pPr marL="0" indent="0">
              <a:lnSpc>
                <a:spcPct val="100000"/>
              </a:lnSpc>
              <a:spcBef>
                <a:spcPts val="0"/>
              </a:spcBef>
              <a:spcAft>
                <a:spcPts val="0"/>
              </a:spcAft>
              <a:buFont typeface="Arial" panose="020B0604020202020204" pitchFamily="34" charset="0"/>
              <a:buNone/>
              <a:defRPr sz="1467" b="0">
                <a:solidFill>
                  <a:schemeClr val="accent1"/>
                </a:solidFill>
                <a:latin typeface="+mj-lt"/>
              </a:defRPr>
            </a:lvl6pPr>
            <a:lvl7pPr marL="0" indent="0">
              <a:lnSpc>
                <a:spcPct val="100000"/>
              </a:lnSpc>
              <a:spcBef>
                <a:spcPts val="0"/>
              </a:spcBef>
              <a:spcAft>
                <a:spcPts val="0"/>
              </a:spcAft>
              <a:buFont typeface="Arial" panose="020B0604020202020204" pitchFamily="34" charset="0"/>
              <a:buNone/>
              <a:defRPr sz="1467" b="0">
                <a:solidFill>
                  <a:schemeClr val="accent1"/>
                </a:solidFill>
                <a:latin typeface="+mj-lt"/>
              </a:defRPr>
            </a:lvl7pPr>
            <a:lvl8pPr marL="0" indent="0">
              <a:lnSpc>
                <a:spcPct val="100000"/>
              </a:lnSpc>
              <a:spcBef>
                <a:spcPts val="0"/>
              </a:spcBef>
              <a:spcAft>
                <a:spcPts val="0"/>
              </a:spcAft>
              <a:buFont typeface="Arial" panose="020B0604020202020204" pitchFamily="34" charset="0"/>
              <a:buNone/>
              <a:defRPr sz="1467" b="0">
                <a:solidFill>
                  <a:schemeClr val="accent1"/>
                </a:solidFill>
                <a:latin typeface="+mj-lt"/>
              </a:defRPr>
            </a:lvl8pPr>
            <a:lvl9pPr marL="0" indent="0">
              <a:lnSpc>
                <a:spcPct val="100000"/>
              </a:lnSpc>
              <a:spcBef>
                <a:spcPts val="0"/>
              </a:spcBef>
              <a:spcAft>
                <a:spcPts val="0"/>
              </a:spcAft>
              <a:buFont typeface="Arial" panose="020B0604020202020204" pitchFamily="34" charset="0"/>
              <a:buNone/>
              <a:defRPr sz="1467" b="0">
                <a:solidFill>
                  <a:schemeClr val="accent1"/>
                </a:solidFill>
                <a:latin typeface="+mj-lt"/>
              </a:defRPr>
            </a:lvl9pPr>
          </a:lstStyle>
          <a:p>
            <a:pPr lvl="0"/>
            <a:r>
              <a:rPr lang="de-DE" dirty="0"/>
              <a:t>Position</a:t>
            </a:r>
            <a:endParaRPr lang="en-US" dirty="0"/>
          </a:p>
        </p:txBody>
      </p:sp>
      <p:sp>
        <p:nvSpPr>
          <p:cNvPr id="27" name="Text Placeholder 9"/>
          <p:cNvSpPr>
            <a:spLocks noGrp="1"/>
          </p:cNvSpPr>
          <p:nvPr>
            <p:ph type="body" sz="quarter" idx="15" hasCustomPrompt="1"/>
          </p:nvPr>
        </p:nvSpPr>
        <p:spPr bwMode="gray">
          <a:xfrm>
            <a:off x="5397220" y="2724334"/>
            <a:ext cx="3435632" cy="290265"/>
          </a:xfrm>
        </p:spPr>
        <p:txBody>
          <a:bodyPr/>
          <a:lstStyle>
            <a:lvl1pPr marL="0" indent="0">
              <a:lnSpc>
                <a:spcPct val="100000"/>
              </a:lnSpc>
              <a:spcBef>
                <a:spcPts val="0"/>
              </a:spcBef>
              <a:spcAft>
                <a:spcPts val="0"/>
              </a:spcAft>
              <a:buFont typeface="Arial" panose="020B0604020202020204" pitchFamily="34" charset="0"/>
              <a:buNone/>
              <a:defRPr sz="1467" b="0" baseline="0">
                <a:solidFill>
                  <a:schemeClr val="accent1"/>
                </a:solidFill>
                <a:latin typeface="Avenir Next" panose="020B0503020202020204"/>
              </a:defRPr>
            </a:lvl1pPr>
            <a:lvl2pPr marL="0" indent="0">
              <a:lnSpc>
                <a:spcPct val="100000"/>
              </a:lnSpc>
              <a:spcBef>
                <a:spcPts val="0"/>
              </a:spcBef>
              <a:spcAft>
                <a:spcPts val="0"/>
              </a:spcAft>
              <a:buFont typeface="Arial" panose="020B0604020202020204" pitchFamily="34" charset="0"/>
              <a:buNone/>
              <a:defRPr sz="1467" b="0">
                <a:solidFill>
                  <a:schemeClr val="accent1"/>
                </a:solidFill>
                <a:latin typeface="+mj-lt"/>
              </a:defRPr>
            </a:lvl2pPr>
            <a:lvl3pPr marL="0" indent="0">
              <a:lnSpc>
                <a:spcPct val="100000"/>
              </a:lnSpc>
              <a:spcBef>
                <a:spcPts val="0"/>
              </a:spcBef>
              <a:spcAft>
                <a:spcPts val="0"/>
              </a:spcAft>
              <a:buNone/>
              <a:defRPr sz="1467" b="0">
                <a:solidFill>
                  <a:schemeClr val="accent1"/>
                </a:solidFill>
                <a:latin typeface="+mj-lt"/>
              </a:defRPr>
            </a:lvl3pPr>
            <a:lvl4pPr marL="0" indent="0">
              <a:lnSpc>
                <a:spcPct val="100000"/>
              </a:lnSpc>
              <a:spcBef>
                <a:spcPts val="0"/>
              </a:spcBef>
              <a:spcAft>
                <a:spcPts val="0"/>
              </a:spcAft>
              <a:buNone/>
              <a:defRPr sz="1467" b="0">
                <a:solidFill>
                  <a:schemeClr val="accent1"/>
                </a:solidFill>
                <a:latin typeface="+mj-lt"/>
              </a:defRPr>
            </a:lvl4pPr>
            <a:lvl5pPr marL="0" indent="0">
              <a:lnSpc>
                <a:spcPct val="100000"/>
              </a:lnSpc>
              <a:spcBef>
                <a:spcPts val="0"/>
              </a:spcBef>
              <a:spcAft>
                <a:spcPts val="0"/>
              </a:spcAft>
              <a:buNone/>
              <a:defRPr sz="1467" b="0">
                <a:solidFill>
                  <a:schemeClr val="accent1"/>
                </a:solidFill>
                <a:latin typeface="+mj-lt"/>
              </a:defRPr>
            </a:lvl5pPr>
            <a:lvl6pPr marL="0" indent="0">
              <a:lnSpc>
                <a:spcPct val="100000"/>
              </a:lnSpc>
              <a:spcBef>
                <a:spcPts val="0"/>
              </a:spcBef>
              <a:spcAft>
                <a:spcPts val="0"/>
              </a:spcAft>
              <a:buFont typeface="Arial" panose="020B0604020202020204" pitchFamily="34" charset="0"/>
              <a:buNone/>
              <a:defRPr sz="1467" b="0">
                <a:solidFill>
                  <a:schemeClr val="accent1"/>
                </a:solidFill>
                <a:latin typeface="+mj-lt"/>
              </a:defRPr>
            </a:lvl6pPr>
            <a:lvl7pPr marL="0" indent="0">
              <a:lnSpc>
                <a:spcPct val="100000"/>
              </a:lnSpc>
              <a:spcBef>
                <a:spcPts val="0"/>
              </a:spcBef>
              <a:spcAft>
                <a:spcPts val="0"/>
              </a:spcAft>
              <a:buFont typeface="Arial" panose="020B0604020202020204" pitchFamily="34" charset="0"/>
              <a:buNone/>
              <a:defRPr sz="1467" b="0">
                <a:solidFill>
                  <a:schemeClr val="accent1"/>
                </a:solidFill>
                <a:latin typeface="+mj-lt"/>
              </a:defRPr>
            </a:lvl7pPr>
            <a:lvl8pPr marL="0" indent="0">
              <a:lnSpc>
                <a:spcPct val="100000"/>
              </a:lnSpc>
              <a:spcBef>
                <a:spcPts val="0"/>
              </a:spcBef>
              <a:spcAft>
                <a:spcPts val="0"/>
              </a:spcAft>
              <a:buFont typeface="Arial" panose="020B0604020202020204" pitchFamily="34" charset="0"/>
              <a:buNone/>
              <a:defRPr sz="1467" b="0">
                <a:solidFill>
                  <a:schemeClr val="accent1"/>
                </a:solidFill>
                <a:latin typeface="+mj-lt"/>
              </a:defRPr>
            </a:lvl8pPr>
            <a:lvl9pPr marL="0" indent="0">
              <a:lnSpc>
                <a:spcPct val="100000"/>
              </a:lnSpc>
              <a:spcBef>
                <a:spcPts val="0"/>
              </a:spcBef>
              <a:spcAft>
                <a:spcPts val="0"/>
              </a:spcAft>
              <a:buFont typeface="Arial" panose="020B0604020202020204" pitchFamily="34" charset="0"/>
              <a:buNone/>
              <a:defRPr sz="1467" b="0">
                <a:solidFill>
                  <a:schemeClr val="accent1"/>
                </a:solidFill>
                <a:latin typeface="+mj-lt"/>
              </a:defRPr>
            </a:lvl9pPr>
          </a:lstStyle>
          <a:p>
            <a:pPr lvl="0"/>
            <a:r>
              <a:rPr lang="de-DE" dirty="0"/>
              <a:t>First </a:t>
            </a:r>
            <a:r>
              <a:rPr lang="de-DE" dirty="0" err="1"/>
              <a:t>name</a:t>
            </a:r>
            <a:r>
              <a:rPr lang="de-DE" dirty="0"/>
              <a:t> Last </a:t>
            </a:r>
            <a:r>
              <a:rPr lang="de-DE" dirty="0" err="1"/>
              <a:t>name</a:t>
            </a:r>
            <a:endParaRPr lang="en-US" dirty="0"/>
          </a:p>
        </p:txBody>
      </p:sp>
      <p:sp>
        <p:nvSpPr>
          <p:cNvPr id="28" name="Text Placeholder 9"/>
          <p:cNvSpPr>
            <a:spLocks noGrp="1"/>
          </p:cNvSpPr>
          <p:nvPr>
            <p:ph type="body" sz="quarter" idx="16" hasCustomPrompt="1"/>
          </p:nvPr>
        </p:nvSpPr>
        <p:spPr bwMode="gray">
          <a:xfrm>
            <a:off x="5397220" y="3014600"/>
            <a:ext cx="3435632" cy="750953"/>
          </a:xfrm>
        </p:spPr>
        <p:txBody>
          <a:bodyPr/>
          <a:lstStyle>
            <a:lvl1pPr marL="0" indent="0">
              <a:lnSpc>
                <a:spcPct val="100000"/>
              </a:lnSpc>
              <a:spcBef>
                <a:spcPts val="0"/>
              </a:spcBef>
              <a:spcAft>
                <a:spcPts val="0"/>
              </a:spcAft>
              <a:buFont typeface="Arial" panose="020B0604020202020204" pitchFamily="34" charset="0"/>
              <a:buNone/>
              <a:defRPr sz="1467" b="0" baseline="0">
                <a:solidFill>
                  <a:schemeClr val="accent1"/>
                </a:solidFill>
                <a:latin typeface="Avenir Next" panose="020B0503020202020204"/>
              </a:defRPr>
            </a:lvl1pPr>
            <a:lvl2pPr marL="0" indent="0">
              <a:lnSpc>
                <a:spcPct val="100000"/>
              </a:lnSpc>
              <a:spcBef>
                <a:spcPts val="0"/>
              </a:spcBef>
              <a:spcAft>
                <a:spcPts val="0"/>
              </a:spcAft>
              <a:buFont typeface="Arial" panose="020B0604020202020204" pitchFamily="34" charset="0"/>
              <a:buNone/>
              <a:defRPr sz="1467" b="0">
                <a:solidFill>
                  <a:schemeClr val="accent1"/>
                </a:solidFill>
                <a:latin typeface="+mj-lt"/>
              </a:defRPr>
            </a:lvl2pPr>
            <a:lvl3pPr marL="0" indent="0">
              <a:lnSpc>
                <a:spcPct val="100000"/>
              </a:lnSpc>
              <a:spcBef>
                <a:spcPts val="0"/>
              </a:spcBef>
              <a:spcAft>
                <a:spcPts val="0"/>
              </a:spcAft>
              <a:buNone/>
              <a:defRPr sz="1467" b="0">
                <a:solidFill>
                  <a:schemeClr val="accent1"/>
                </a:solidFill>
                <a:latin typeface="+mj-lt"/>
              </a:defRPr>
            </a:lvl3pPr>
            <a:lvl4pPr marL="0" indent="0">
              <a:lnSpc>
                <a:spcPct val="100000"/>
              </a:lnSpc>
              <a:spcBef>
                <a:spcPts val="0"/>
              </a:spcBef>
              <a:spcAft>
                <a:spcPts val="0"/>
              </a:spcAft>
              <a:buNone/>
              <a:defRPr sz="1467" b="0">
                <a:solidFill>
                  <a:schemeClr val="accent1"/>
                </a:solidFill>
                <a:latin typeface="+mj-lt"/>
              </a:defRPr>
            </a:lvl4pPr>
            <a:lvl5pPr marL="0" indent="0">
              <a:lnSpc>
                <a:spcPct val="100000"/>
              </a:lnSpc>
              <a:spcBef>
                <a:spcPts val="0"/>
              </a:spcBef>
              <a:spcAft>
                <a:spcPts val="0"/>
              </a:spcAft>
              <a:buNone/>
              <a:defRPr sz="1467" b="0">
                <a:solidFill>
                  <a:schemeClr val="accent1"/>
                </a:solidFill>
                <a:latin typeface="+mj-lt"/>
              </a:defRPr>
            </a:lvl5pPr>
            <a:lvl6pPr marL="0" indent="0">
              <a:lnSpc>
                <a:spcPct val="100000"/>
              </a:lnSpc>
              <a:spcBef>
                <a:spcPts val="0"/>
              </a:spcBef>
              <a:spcAft>
                <a:spcPts val="0"/>
              </a:spcAft>
              <a:buFont typeface="Arial" panose="020B0604020202020204" pitchFamily="34" charset="0"/>
              <a:buNone/>
              <a:defRPr sz="1467" b="0">
                <a:solidFill>
                  <a:schemeClr val="accent1"/>
                </a:solidFill>
                <a:latin typeface="+mj-lt"/>
              </a:defRPr>
            </a:lvl6pPr>
            <a:lvl7pPr marL="0" indent="0">
              <a:lnSpc>
                <a:spcPct val="100000"/>
              </a:lnSpc>
              <a:spcBef>
                <a:spcPts val="0"/>
              </a:spcBef>
              <a:spcAft>
                <a:spcPts val="0"/>
              </a:spcAft>
              <a:buFont typeface="Arial" panose="020B0604020202020204" pitchFamily="34" charset="0"/>
              <a:buNone/>
              <a:defRPr sz="1467" b="0">
                <a:solidFill>
                  <a:schemeClr val="accent1"/>
                </a:solidFill>
                <a:latin typeface="+mj-lt"/>
              </a:defRPr>
            </a:lvl7pPr>
            <a:lvl8pPr marL="0" indent="0">
              <a:lnSpc>
                <a:spcPct val="100000"/>
              </a:lnSpc>
              <a:spcBef>
                <a:spcPts val="0"/>
              </a:spcBef>
              <a:spcAft>
                <a:spcPts val="0"/>
              </a:spcAft>
              <a:buFont typeface="Arial" panose="020B0604020202020204" pitchFamily="34" charset="0"/>
              <a:buNone/>
              <a:defRPr sz="1467" b="0">
                <a:solidFill>
                  <a:schemeClr val="accent1"/>
                </a:solidFill>
                <a:latin typeface="+mj-lt"/>
              </a:defRPr>
            </a:lvl8pPr>
            <a:lvl9pPr marL="0" indent="0">
              <a:lnSpc>
                <a:spcPct val="100000"/>
              </a:lnSpc>
              <a:spcBef>
                <a:spcPts val="0"/>
              </a:spcBef>
              <a:spcAft>
                <a:spcPts val="0"/>
              </a:spcAft>
              <a:buFont typeface="Arial" panose="020B0604020202020204" pitchFamily="34" charset="0"/>
              <a:buNone/>
              <a:defRPr sz="1467" b="0">
                <a:solidFill>
                  <a:schemeClr val="accent1"/>
                </a:solidFill>
                <a:latin typeface="+mj-lt"/>
              </a:defRPr>
            </a:lvl9pPr>
          </a:lstStyle>
          <a:p>
            <a:pPr lvl="0"/>
            <a:r>
              <a:rPr lang="de-DE" dirty="0"/>
              <a:t>Mail</a:t>
            </a:r>
            <a:br>
              <a:rPr lang="de-DE" dirty="0"/>
            </a:br>
            <a:r>
              <a:rPr lang="de-DE" dirty="0"/>
              <a:t>Phone</a:t>
            </a:r>
            <a:endParaRPr lang="en-US" dirty="0"/>
          </a:p>
        </p:txBody>
      </p:sp>
      <p:sp>
        <p:nvSpPr>
          <p:cNvPr id="11" name="Date Placeholder 2"/>
          <p:cNvSpPr>
            <a:spLocks noGrp="1"/>
          </p:cNvSpPr>
          <p:nvPr>
            <p:ph type="dt" sz="half" idx="17"/>
          </p:nvPr>
        </p:nvSpPr>
        <p:spPr>
          <a:xfrm>
            <a:off x="10848530" y="7077405"/>
            <a:ext cx="624069" cy="96011"/>
          </a:xfrm>
        </p:spPr>
        <p:txBody>
          <a:bodyPr/>
          <a:lstStyle>
            <a:lvl1pPr>
              <a:defRPr sz="400">
                <a:solidFill>
                  <a:schemeClr val="bg1">
                    <a:lumMod val="75000"/>
                    <a:alpha val="0"/>
                  </a:schemeClr>
                </a:solidFill>
              </a:defRPr>
            </a:lvl1pPr>
          </a:lstStyle>
          <a:p>
            <a:fld id="{93B27D99-092F-4CEC-91CF-2DD243C43F99}" type="datetime1">
              <a:rPr lang="en-US" smtClean="0"/>
              <a:t>7/6/2026</a:t>
            </a:fld>
            <a:endParaRPr lang="en-US"/>
          </a:p>
        </p:txBody>
      </p:sp>
      <p:sp>
        <p:nvSpPr>
          <p:cNvPr id="13" name="Footer Placeholder 3"/>
          <p:cNvSpPr>
            <a:spLocks noGrp="1"/>
          </p:cNvSpPr>
          <p:nvPr>
            <p:ph type="ftr" sz="quarter" idx="18"/>
          </p:nvPr>
        </p:nvSpPr>
        <p:spPr>
          <a:xfrm>
            <a:off x="9215967" y="7077405"/>
            <a:ext cx="1632563" cy="96011"/>
          </a:xfrm>
        </p:spPr>
        <p:txBody>
          <a:bodyPr/>
          <a:lstStyle>
            <a:lvl1pPr>
              <a:defRPr sz="400">
                <a:solidFill>
                  <a:schemeClr val="bg1">
                    <a:lumMod val="75000"/>
                    <a:alpha val="0"/>
                  </a:schemeClr>
                </a:solidFill>
              </a:defRPr>
            </a:lvl1pPr>
          </a:lstStyle>
          <a:p>
            <a:r>
              <a:rPr lang="en-US"/>
              <a:t>Title of the presentation</a:t>
            </a:r>
          </a:p>
        </p:txBody>
      </p:sp>
      <p:sp>
        <p:nvSpPr>
          <p:cNvPr id="14" name="Slide Number Placeholder 4"/>
          <p:cNvSpPr>
            <a:spLocks noGrp="1"/>
          </p:cNvSpPr>
          <p:nvPr>
            <p:ph type="sldNum" sz="quarter" idx="19"/>
          </p:nvPr>
        </p:nvSpPr>
        <p:spPr>
          <a:xfrm>
            <a:off x="11472598" y="7077405"/>
            <a:ext cx="287601" cy="96011"/>
          </a:xfrm>
        </p:spPr>
        <p:txBody>
          <a:bodyPr/>
          <a:lstStyle>
            <a:lvl1pPr>
              <a:defRPr sz="400">
                <a:solidFill>
                  <a:schemeClr val="bg1">
                    <a:lumMod val="75000"/>
                    <a:alpha val="0"/>
                  </a:schemeClr>
                </a:solidFill>
              </a:defRPr>
            </a:lvl1pPr>
          </a:lstStyle>
          <a:p>
            <a:fld id="{FCB53D23-1D79-480C-B3BE-829293F4503C}" type="slidenum">
              <a:rPr lang="en-US" smtClean="0"/>
              <a:pPr/>
              <a:t>‹#›</a:t>
            </a:fld>
            <a:endParaRPr lang="en-US"/>
          </a:p>
        </p:txBody>
      </p:sp>
      <p:pic>
        <p:nvPicPr>
          <p:cNvPr id="15" name="Picture 14"/>
          <p:cNvPicPr>
            <a:picLocks noChangeAspect="1"/>
          </p:cNvPicPr>
          <p:nvPr userDrawn="1"/>
        </p:nvPicPr>
        <p:blipFill rotWithShape="1">
          <a:blip r:embed="rId4">
            <a:extLst>
              <a:ext uri="{28A0092B-C50C-407E-A947-70E740481C1C}">
                <a14:useLocalDpi xmlns:a14="http://schemas.microsoft.com/office/drawing/2010/main" val="0"/>
              </a:ext>
            </a:extLst>
          </a:blip>
          <a:srcRect l="24379" t="37316" r="25013" b="45452"/>
          <a:stretch/>
        </p:blipFill>
        <p:spPr>
          <a:xfrm>
            <a:off x="10424933" y="6021289"/>
            <a:ext cx="1239687" cy="298289"/>
          </a:xfrm>
          <a:prstGeom prst="rect">
            <a:avLst/>
          </a:prstGeom>
        </p:spPr>
      </p:pic>
      <p:pic>
        <p:nvPicPr>
          <p:cNvPr id="16" name="Picture 24"/>
          <p:cNvPicPr>
            <a:picLocks noChangeAspect="1" noChangeArrowheads="1"/>
          </p:cNvPicPr>
          <p:nvPr userDrawn="1"/>
        </p:nvPicPr>
        <p:blipFill>
          <a:blip r:embed="rId5" cstate="hqprint">
            <a:extLst>
              <a:ext uri="{28A0092B-C50C-407E-A947-70E740481C1C}">
                <a14:useLocalDpi xmlns:a14="http://schemas.microsoft.com/office/drawing/2010/main" val="0"/>
              </a:ext>
            </a:extLst>
          </a:blip>
          <a:srcRect/>
          <a:stretch>
            <a:fillRect/>
          </a:stretch>
        </p:blipFill>
        <p:spPr bwMode="gray">
          <a:xfrm>
            <a:off x="7907163" y="5883230"/>
            <a:ext cx="2250631" cy="49003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ustDataLst>
      <p:tags r:id="rId1"/>
    </p:custDataLst>
    <p:extLst>
      <p:ext uri="{BB962C8B-B14F-4D97-AF65-F5344CB8AC3E}">
        <p14:creationId xmlns:p14="http://schemas.microsoft.com/office/powerpoint/2010/main" val="1085275709"/>
      </p:ext>
    </p:extLst>
  </p:cSld>
  <p:clrMapOvr>
    <a:masterClrMapping/>
  </p:clrMapOvr>
  <p:transition>
    <p:fade/>
  </p:transition>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userDrawn="1">
  <p:cSld name="Divider Slide">
    <p:bg bwMode="ltGray">
      <p:bgPr>
        <a:solidFill>
          <a:schemeClr val="tx2"/>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bwMode="gray">
          <a:xfrm>
            <a:off x="1199457" y="1365251"/>
            <a:ext cx="5089164" cy="3983963"/>
          </a:xfrm>
        </p:spPr>
        <p:txBody>
          <a:bodyPr>
            <a:normAutofit/>
          </a:bodyPr>
          <a:lstStyle>
            <a:lvl1pPr>
              <a:defRPr sz="6400" spc="-200">
                <a:solidFill>
                  <a:schemeClr val="accent1"/>
                </a:solidFill>
              </a:defRPr>
            </a:lvl1pPr>
          </a:lstStyle>
          <a:p>
            <a:r>
              <a:rPr lang="en-US" dirty="0"/>
              <a:t>Use this slide to start a new chapter</a:t>
            </a:r>
          </a:p>
        </p:txBody>
      </p:sp>
      <p:sp>
        <p:nvSpPr>
          <p:cNvPr id="21" name="Picture Placeholder 3"/>
          <p:cNvSpPr>
            <a:spLocks noGrp="1"/>
          </p:cNvSpPr>
          <p:nvPr>
            <p:ph type="pic" sz="quarter" idx="13" hasCustomPrompt="1"/>
          </p:nvPr>
        </p:nvSpPr>
        <p:spPr bwMode="gray">
          <a:xfrm>
            <a:off x="9084814" y="-562752"/>
            <a:ext cx="3644537" cy="3644203"/>
          </a:xfrm>
          <a:prstGeom prst="ellipse">
            <a:avLst/>
          </a:prstGeom>
          <a:solidFill>
            <a:schemeClr val="accent1"/>
          </a:solidFill>
        </p:spPr>
        <p:txBody>
          <a:bodyPr tIns="0" bIns="720000" anchor="ctr" anchorCtr="0"/>
          <a:lstStyle>
            <a:lvl1pPr algn="ctr">
              <a:defRPr sz="1200" baseline="0">
                <a:solidFill>
                  <a:schemeClr val="bg1"/>
                </a:solidFill>
              </a:defRPr>
            </a:lvl1pPr>
          </a:lstStyle>
          <a:p>
            <a:r>
              <a:rPr lang="de-DE" dirty="0"/>
              <a:t>Click </a:t>
            </a:r>
            <a:r>
              <a:rPr lang="de-DE" dirty="0" err="1"/>
              <a:t>the</a:t>
            </a:r>
            <a:r>
              <a:rPr lang="de-DE" dirty="0"/>
              <a:t> </a:t>
            </a:r>
            <a:r>
              <a:rPr lang="de-DE" dirty="0" err="1"/>
              <a:t>icon</a:t>
            </a:r>
            <a:r>
              <a:rPr lang="de-DE" dirty="0"/>
              <a:t> </a:t>
            </a:r>
            <a:br>
              <a:rPr lang="de-DE" dirty="0"/>
            </a:br>
            <a:r>
              <a:rPr lang="de-DE" dirty="0" err="1"/>
              <a:t>to</a:t>
            </a:r>
            <a:r>
              <a:rPr lang="de-DE" dirty="0"/>
              <a:t> </a:t>
            </a:r>
            <a:r>
              <a:rPr lang="de-DE" dirty="0" err="1"/>
              <a:t>add</a:t>
            </a:r>
            <a:r>
              <a:rPr lang="de-DE" dirty="0"/>
              <a:t> an </a:t>
            </a:r>
            <a:r>
              <a:rPr lang="de-DE" dirty="0" err="1"/>
              <a:t>image</a:t>
            </a:r>
            <a:endParaRPr lang="en-US" dirty="0"/>
          </a:p>
        </p:txBody>
      </p:sp>
      <p:sp>
        <p:nvSpPr>
          <p:cNvPr id="7" name="Text Placeholder 10"/>
          <p:cNvSpPr>
            <a:spLocks noGrp="1"/>
          </p:cNvSpPr>
          <p:nvPr>
            <p:ph type="body" sz="quarter" idx="21" hasCustomPrompt="1"/>
          </p:nvPr>
        </p:nvSpPr>
        <p:spPr bwMode="gray">
          <a:xfrm>
            <a:off x="5645503" y="-1868912"/>
            <a:ext cx="2774400" cy="2774400"/>
          </a:xfrm>
          <a:prstGeom prst="ellipse">
            <a:avLst/>
          </a:prstGeom>
          <a:solidFill>
            <a:schemeClr val="accent1"/>
          </a:solidFill>
        </p:spPr>
        <p:txBody>
          <a:bodyPr anchor="ctr"/>
          <a:lstStyle>
            <a:lvl1pPr marL="0" indent="0" algn="ctr">
              <a:lnSpc>
                <a:spcPct val="100000"/>
              </a:lnSpc>
              <a:spcBef>
                <a:spcPts val="0"/>
              </a:spcBef>
              <a:spcAft>
                <a:spcPts val="0"/>
              </a:spcAft>
              <a:buFont typeface="Arial" panose="020B0604020202020204" pitchFamily="34" charset="0"/>
              <a:buNone/>
              <a:defRPr sz="267" b="0" baseline="0">
                <a:solidFill>
                  <a:schemeClr val="accent1">
                    <a:alpha val="0"/>
                  </a:schemeClr>
                </a:solidFill>
                <a:latin typeface="Avenir Next" panose="020B0503020202020204"/>
              </a:defRPr>
            </a:lvl1pPr>
            <a:lvl2pPr marL="0" indent="0" algn="ctr">
              <a:lnSpc>
                <a:spcPct val="100000"/>
              </a:lnSpc>
              <a:spcBef>
                <a:spcPts val="0"/>
              </a:spcBef>
              <a:spcAft>
                <a:spcPts val="0"/>
              </a:spcAft>
              <a:buFont typeface="Arial" panose="020B0604020202020204" pitchFamily="34" charset="0"/>
              <a:buNone/>
              <a:defRPr sz="267" b="0">
                <a:solidFill>
                  <a:schemeClr val="accent1">
                    <a:alpha val="0"/>
                  </a:schemeClr>
                </a:solidFill>
                <a:latin typeface="+mn-lt"/>
              </a:defRPr>
            </a:lvl2pPr>
            <a:lvl3pPr marL="0" indent="0" algn="ctr">
              <a:lnSpc>
                <a:spcPct val="100000"/>
              </a:lnSpc>
              <a:spcBef>
                <a:spcPts val="0"/>
              </a:spcBef>
              <a:spcAft>
                <a:spcPts val="0"/>
              </a:spcAft>
              <a:buFont typeface="Arial" panose="020B0604020202020204" pitchFamily="34" charset="0"/>
              <a:buNone/>
              <a:defRPr sz="267" b="0">
                <a:solidFill>
                  <a:schemeClr val="accent1">
                    <a:alpha val="0"/>
                  </a:schemeClr>
                </a:solidFill>
                <a:latin typeface="+mn-lt"/>
              </a:defRPr>
            </a:lvl3pPr>
            <a:lvl4pPr marL="0" indent="0" algn="ctr">
              <a:lnSpc>
                <a:spcPct val="100000"/>
              </a:lnSpc>
              <a:spcBef>
                <a:spcPts val="0"/>
              </a:spcBef>
              <a:spcAft>
                <a:spcPts val="0"/>
              </a:spcAft>
              <a:buFont typeface="Arial" panose="020B0604020202020204" pitchFamily="34" charset="0"/>
              <a:buNone/>
              <a:defRPr sz="267" b="0">
                <a:solidFill>
                  <a:schemeClr val="accent1">
                    <a:alpha val="0"/>
                  </a:schemeClr>
                </a:solidFill>
                <a:latin typeface="+mn-lt"/>
              </a:defRPr>
            </a:lvl4pPr>
            <a:lvl5pPr marL="0" indent="0" algn="ctr">
              <a:lnSpc>
                <a:spcPct val="100000"/>
              </a:lnSpc>
              <a:spcBef>
                <a:spcPts val="0"/>
              </a:spcBef>
              <a:spcAft>
                <a:spcPts val="0"/>
              </a:spcAft>
              <a:buFont typeface="Arial" panose="020B0604020202020204" pitchFamily="34" charset="0"/>
              <a:buNone/>
              <a:defRPr sz="267" b="0">
                <a:solidFill>
                  <a:schemeClr val="accent1">
                    <a:alpha val="0"/>
                  </a:schemeClr>
                </a:solidFill>
                <a:latin typeface="+mn-lt"/>
              </a:defRPr>
            </a:lvl5pPr>
            <a:lvl6pPr marL="0" indent="0" algn="ctr">
              <a:lnSpc>
                <a:spcPct val="100000"/>
              </a:lnSpc>
              <a:spcBef>
                <a:spcPts val="0"/>
              </a:spcBef>
              <a:spcAft>
                <a:spcPts val="0"/>
              </a:spcAft>
              <a:buFont typeface="Arial" panose="020B0604020202020204" pitchFamily="34" charset="0"/>
              <a:buNone/>
              <a:defRPr sz="267" b="0">
                <a:solidFill>
                  <a:schemeClr val="accent1">
                    <a:alpha val="0"/>
                  </a:schemeClr>
                </a:solidFill>
                <a:latin typeface="+mn-lt"/>
              </a:defRPr>
            </a:lvl6pPr>
            <a:lvl7pPr marL="0" indent="0" algn="ctr">
              <a:lnSpc>
                <a:spcPct val="100000"/>
              </a:lnSpc>
              <a:spcBef>
                <a:spcPts val="0"/>
              </a:spcBef>
              <a:spcAft>
                <a:spcPts val="0"/>
              </a:spcAft>
              <a:buFont typeface="Arial" panose="020B0604020202020204" pitchFamily="34" charset="0"/>
              <a:buNone/>
              <a:defRPr sz="267" b="0">
                <a:solidFill>
                  <a:schemeClr val="accent1">
                    <a:alpha val="0"/>
                  </a:schemeClr>
                </a:solidFill>
                <a:latin typeface="+mn-lt"/>
              </a:defRPr>
            </a:lvl7pPr>
            <a:lvl8pPr marL="0" indent="0" algn="ctr">
              <a:lnSpc>
                <a:spcPct val="100000"/>
              </a:lnSpc>
              <a:spcBef>
                <a:spcPts val="0"/>
              </a:spcBef>
              <a:spcAft>
                <a:spcPts val="0"/>
              </a:spcAft>
              <a:buFont typeface="Arial" panose="020B0604020202020204" pitchFamily="34" charset="0"/>
              <a:buNone/>
              <a:defRPr sz="267" b="0">
                <a:solidFill>
                  <a:schemeClr val="accent1">
                    <a:alpha val="0"/>
                  </a:schemeClr>
                </a:solidFill>
                <a:latin typeface="+mn-lt"/>
              </a:defRPr>
            </a:lvl8pPr>
            <a:lvl9pPr marL="0" indent="0" algn="ctr">
              <a:lnSpc>
                <a:spcPct val="100000"/>
              </a:lnSpc>
              <a:spcBef>
                <a:spcPts val="0"/>
              </a:spcBef>
              <a:spcAft>
                <a:spcPts val="0"/>
              </a:spcAft>
              <a:buFont typeface="Arial" panose="020B0604020202020204" pitchFamily="34" charset="0"/>
              <a:buNone/>
              <a:defRPr sz="267" b="0">
                <a:solidFill>
                  <a:schemeClr val="accent1">
                    <a:alpha val="0"/>
                  </a:schemeClr>
                </a:solidFill>
                <a:latin typeface="+mn-lt"/>
              </a:defRPr>
            </a:lvl9pPr>
          </a:lstStyle>
          <a:p>
            <a:pPr lvl="0"/>
            <a:r>
              <a:rPr lang="de-DE" dirty="0"/>
              <a:t> </a:t>
            </a:r>
          </a:p>
        </p:txBody>
      </p:sp>
      <p:sp>
        <p:nvSpPr>
          <p:cNvPr id="8" name="Text Placeholder 10"/>
          <p:cNvSpPr>
            <a:spLocks noGrp="1"/>
          </p:cNvSpPr>
          <p:nvPr>
            <p:ph type="body" sz="quarter" idx="22" hasCustomPrompt="1"/>
          </p:nvPr>
        </p:nvSpPr>
        <p:spPr bwMode="gray">
          <a:xfrm>
            <a:off x="11482225" y="3894125"/>
            <a:ext cx="1262400" cy="1262400"/>
          </a:xfrm>
          <a:prstGeom prst="ellipse">
            <a:avLst/>
          </a:prstGeom>
          <a:solidFill>
            <a:schemeClr val="accent1"/>
          </a:solidFill>
        </p:spPr>
        <p:txBody>
          <a:bodyPr anchor="ctr"/>
          <a:lstStyle>
            <a:lvl1pPr marL="0" indent="0" algn="ctr">
              <a:lnSpc>
                <a:spcPct val="100000"/>
              </a:lnSpc>
              <a:spcBef>
                <a:spcPts val="0"/>
              </a:spcBef>
              <a:spcAft>
                <a:spcPts val="0"/>
              </a:spcAft>
              <a:buFont typeface="Arial" panose="020B0604020202020204" pitchFamily="34" charset="0"/>
              <a:buNone/>
              <a:defRPr sz="267" b="0" baseline="0">
                <a:solidFill>
                  <a:schemeClr val="accent1">
                    <a:alpha val="0"/>
                  </a:schemeClr>
                </a:solidFill>
                <a:latin typeface="Avenir Next" panose="020B0503020202020204"/>
              </a:defRPr>
            </a:lvl1pPr>
            <a:lvl2pPr marL="0" indent="0" algn="ctr">
              <a:lnSpc>
                <a:spcPct val="100000"/>
              </a:lnSpc>
              <a:spcBef>
                <a:spcPts val="0"/>
              </a:spcBef>
              <a:spcAft>
                <a:spcPts val="0"/>
              </a:spcAft>
              <a:buFont typeface="Arial" panose="020B0604020202020204" pitchFamily="34" charset="0"/>
              <a:buNone/>
              <a:defRPr sz="267" b="0">
                <a:solidFill>
                  <a:schemeClr val="accent1">
                    <a:alpha val="0"/>
                  </a:schemeClr>
                </a:solidFill>
                <a:latin typeface="+mn-lt"/>
              </a:defRPr>
            </a:lvl2pPr>
            <a:lvl3pPr marL="0" indent="0" algn="ctr">
              <a:lnSpc>
                <a:spcPct val="100000"/>
              </a:lnSpc>
              <a:spcBef>
                <a:spcPts val="0"/>
              </a:spcBef>
              <a:spcAft>
                <a:spcPts val="0"/>
              </a:spcAft>
              <a:buFont typeface="Arial" panose="020B0604020202020204" pitchFamily="34" charset="0"/>
              <a:buNone/>
              <a:defRPr sz="267" b="0">
                <a:solidFill>
                  <a:schemeClr val="accent1">
                    <a:alpha val="0"/>
                  </a:schemeClr>
                </a:solidFill>
                <a:latin typeface="+mn-lt"/>
              </a:defRPr>
            </a:lvl3pPr>
            <a:lvl4pPr marL="0" indent="0" algn="ctr">
              <a:lnSpc>
                <a:spcPct val="100000"/>
              </a:lnSpc>
              <a:spcBef>
                <a:spcPts val="0"/>
              </a:spcBef>
              <a:spcAft>
                <a:spcPts val="0"/>
              </a:spcAft>
              <a:buFont typeface="Arial" panose="020B0604020202020204" pitchFamily="34" charset="0"/>
              <a:buNone/>
              <a:defRPr sz="267" b="0">
                <a:solidFill>
                  <a:schemeClr val="accent1">
                    <a:alpha val="0"/>
                  </a:schemeClr>
                </a:solidFill>
                <a:latin typeface="+mn-lt"/>
              </a:defRPr>
            </a:lvl4pPr>
            <a:lvl5pPr marL="0" indent="0" algn="ctr">
              <a:lnSpc>
                <a:spcPct val="100000"/>
              </a:lnSpc>
              <a:spcBef>
                <a:spcPts val="0"/>
              </a:spcBef>
              <a:spcAft>
                <a:spcPts val="0"/>
              </a:spcAft>
              <a:buFont typeface="Arial" panose="020B0604020202020204" pitchFamily="34" charset="0"/>
              <a:buNone/>
              <a:defRPr sz="267" b="0">
                <a:solidFill>
                  <a:schemeClr val="accent1">
                    <a:alpha val="0"/>
                  </a:schemeClr>
                </a:solidFill>
                <a:latin typeface="+mn-lt"/>
              </a:defRPr>
            </a:lvl5pPr>
            <a:lvl6pPr marL="0" indent="0" algn="ctr">
              <a:lnSpc>
                <a:spcPct val="100000"/>
              </a:lnSpc>
              <a:spcBef>
                <a:spcPts val="0"/>
              </a:spcBef>
              <a:spcAft>
                <a:spcPts val="0"/>
              </a:spcAft>
              <a:buFont typeface="Arial" panose="020B0604020202020204" pitchFamily="34" charset="0"/>
              <a:buNone/>
              <a:defRPr sz="267" b="0">
                <a:solidFill>
                  <a:schemeClr val="accent1">
                    <a:alpha val="0"/>
                  </a:schemeClr>
                </a:solidFill>
                <a:latin typeface="+mn-lt"/>
              </a:defRPr>
            </a:lvl6pPr>
            <a:lvl7pPr marL="0" indent="0" algn="ctr">
              <a:lnSpc>
                <a:spcPct val="100000"/>
              </a:lnSpc>
              <a:spcBef>
                <a:spcPts val="0"/>
              </a:spcBef>
              <a:spcAft>
                <a:spcPts val="0"/>
              </a:spcAft>
              <a:buFont typeface="Arial" panose="020B0604020202020204" pitchFamily="34" charset="0"/>
              <a:buNone/>
              <a:defRPr sz="267" b="0">
                <a:solidFill>
                  <a:schemeClr val="accent1">
                    <a:alpha val="0"/>
                  </a:schemeClr>
                </a:solidFill>
                <a:latin typeface="+mn-lt"/>
              </a:defRPr>
            </a:lvl7pPr>
            <a:lvl8pPr marL="0" indent="0" algn="ctr">
              <a:lnSpc>
                <a:spcPct val="100000"/>
              </a:lnSpc>
              <a:spcBef>
                <a:spcPts val="0"/>
              </a:spcBef>
              <a:spcAft>
                <a:spcPts val="0"/>
              </a:spcAft>
              <a:buFont typeface="Arial" panose="020B0604020202020204" pitchFamily="34" charset="0"/>
              <a:buNone/>
              <a:defRPr sz="267" b="0">
                <a:solidFill>
                  <a:schemeClr val="accent1">
                    <a:alpha val="0"/>
                  </a:schemeClr>
                </a:solidFill>
                <a:latin typeface="+mn-lt"/>
              </a:defRPr>
            </a:lvl8pPr>
            <a:lvl9pPr marL="0" indent="0" algn="ctr">
              <a:lnSpc>
                <a:spcPct val="100000"/>
              </a:lnSpc>
              <a:spcBef>
                <a:spcPts val="0"/>
              </a:spcBef>
              <a:spcAft>
                <a:spcPts val="0"/>
              </a:spcAft>
              <a:buFont typeface="Arial" panose="020B0604020202020204" pitchFamily="34" charset="0"/>
              <a:buNone/>
              <a:defRPr sz="267" b="0">
                <a:solidFill>
                  <a:schemeClr val="accent1">
                    <a:alpha val="0"/>
                  </a:schemeClr>
                </a:solidFill>
                <a:latin typeface="+mn-lt"/>
              </a:defRPr>
            </a:lvl9pPr>
          </a:lstStyle>
          <a:p>
            <a:pPr lvl="0"/>
            <a:r>
              <a:rPr lang="de-DE" dirty="0"/>
              <a:t> </a:t>
            </a:r>
          </a:p>
        </p:txBody>
      </p:sp>
      <p:sp>
        <p:nvSpPr>
          <p:cNvPr id="9" name="Date Placeholder 2"/>
          <p:cNvSpPr>
            <a:spLocks noGrp="1"/>
          </p:cNvSpPr>
          <p:nvPr>
            <p:ph type="dt" sz="half" idx="10"/>
          </p:nvPr>
        </p:nvSpPr>
        <p:spPr>
          <a:xfrm>
            <a:off x="10848530" y="7077405"/>
            <a:ext cx="624069" cy="96011"/>
          </a:xfrm>
        </p:spPr>
        <p:txBody>
          <a:bodyPr/>
          <a:lstStyle>
            <a:lvl1pPr>
              <a:defRPr sz="400">
                <a:solidFill>
                  <a:schemeClr val="bg1">
                    <a:lumMod val="75000"/>
                    <a:alpha val="0"/>
                  </a:schemeClr>
                </a:solidFill>
              </a:defRPr>
            </a:lvl1pPr>
          </a:lstStyle>
          <a:p>
            <a:fld id="{C5BF03B6-9BCD-41CF-807E-97C13FAE5FD4}" type="datetime1">
              <a:rPr lang="en-US" smtClean="0"/>
              <a:t>7/6/2026</a:t>
            </a:fld>
            <a:endParaRPr lang="en-US"/>
          </a:p>
        </p:txBody>
      </p:sp>
      <p:sp>
        <p:nvSpPr>
          <p:cNvPr id="11" name="Footer Placeholder 3"/>
          <p:cNvSpPr>
            <a:spLocks noGrp="1"/>
          </p:cNvSpPr>
          <p:nvPr>
            <p:ph type="ftr" sz="quarter" idx="11"/>
          </p:nvPr>
        </p:nvSpPr>
        <p:spPr>
          <a:xfrm>
            <a:off x="9215967" y="7077405"/>
            <a:ext cx="1632563" cy="96011"/>
          </a:xfrm>
        </p:spPr>
        <p:txBody>
          <a:bodyPr/>
          <a:lstStyle>
            <a:lvl1pPr>
              <a:defRPr sz="400">
                <a:solidFill>
                  <a:schemeClr val="bg1">
                    <a:lumMod val="75000"/>
                    <a:alpha val="0"/>
                  </a:schemeClr>
                </a:solidFill>
              </a:defRPr>
            </a:lvl1pPr>
          </a:lstStyle>
          <a:p>
            <a:r>
              <a:rPr lang="en-US"/>
              <a:t>Title of the presentation</a:t>
            </a:r>
          </a:p>
        </p:txBody>
      </p:sp>
      <p:sp>
        <p:nvSpPr>
          <p:cNvPr id="12" name="Slide Number Placeholder 4"/>
          <p:cNvSpPr>
            <a:spLocks noGrp="1"/>
          </p:cNvSpPr>
          <p:nvPr>
            <p:ph type="sldNum" sz="quarter" idx="12"/>
          </p:nvPr>
        </p:nvSpPr>
        <p:spPr>
          <a:xfrm>
            <a:off x="11472598" y="7077405"/>
            <a:ext cx="287601" cy="96011"/>
          </a:xfrm>
        </p:spPr>
        <p:txBody>
          <a:bodyPr/>
          <a:lstStyle>
            <a:lvl1pPr>
              <a:defRPr sz="400">
                <a:solidFill>
                  <a:schemeClr val="bg1">
                    <a:lumMod val="75000"/>
                    <a:alpha val="0"/>
                  </a:schemeClr>
                </a:solidFill>
              </a:defRPr>
            </a:lvl1pPr>
          </a:lstStyle>
          <a:p>
            <a:fld id="{FCB53D23-1D79-480C-B3BE-829293F4503C}" type="slidenum">
              <a:rPr lang="en-US" smtClean="0"/>
              <a:pPr/>
              <a:t>‹#›</a:t>
            </a:fld>
            <a:endParaRPr lang="en-US"/>
          </a:p>
        </p:txBody>
      </p:sp>
      <p:pic>
        <p:nvPicPr>
          <p:cNvPr id="13" name="Picture 12"/>
          <p:cNvPicPr>
            <a:picLocks noChangeAspect="1"/>
          </p:cNvPicPr>
          <p:nvPr userDrawn="1"/>
        </p:nvPicPr>
        <p:blipFill rotWithShape="1">
          <a:blip r:embed="rId3">
            <a:extLst>
              <a:ext uri="{28A0092B-C50C-407E-A947-70E740481C1C}">
                <a14:useLocalDpi xmlns:a14="http://schemas.microsoft.com/office/drawing/2010/main" val="0"/>
              </a:ext>
            </a:extLst>
          </a:blip>
          <a:srcRect l="24379" t="37316" r="25013" b="45452"/>
          <a:stretch/>
        </p:blipFill>
        <p:spPr>
          <a:xfrm>
            <a:off x="10424933" y="6021289"/>
            <a:ext cx="1239687" cy="298289"/>
          </a:xfrm>
          <a:prstGeom prst="rect">
            <a:avLst/>
          </a:prstGeom>
        </p:spPr>
      </p:pic>
      <p:pic>
        <p:nvPicPr>
          <p:cNvPr id="14" name="Picture 24"/>
          <p:cNvPicPr>
            <a:picLocks noChangeAspect="1" noChangeArrowheads="1"/>
          </p:cNvPicPr>
          <p:nvPr userDrawn="1"/>
        </p:nvPicPr>
        <p:blipFill>
          <a:blip r:embed="rId4" cstate="hqprint">
            <a:extLst>
              <a:ext uri="{28A0092B-C50C-407E-A947-70E740481C1C}">
                <a14:useLocalDpi xmlns:a14="http://schemas.microsoft.com/office/drawing/2010/main" val="0"/>
              </a:ext>
            </a:extLst>
          </a:blip>
          <a:srcRect/>
          <a:stretch>
            <a:fillRect/>
          </a:stretch>
        </p:blipFill>
        <p:spPr bwMode="gray">
          <a:xfrm>
            <a:off x="7907163" y="5883230"/>
            <a:ext cx="2250631" cy="49003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ustDataLst>
      <p:tags r:id="rId1"/>
    </p:custDataLst>
    <p:extLst>
      <p:ext uri="{BB962C8B-B14F-4D97-AF65-F5344CB8AC3E}">
        <p14:creationId xmlns:p14="http://schemas.microsoft.com/office/powerpoint/2010/main" val="1512831856"/>
      </p:ext>
    </p:extLst>
  </p:cSld>
  <p:clrMapOvr>
    <a:masterClrMapping/>
  </p:clrMapOvr>
  <p:transition>
    <p:fade/>
  </p:transition>
</p:sldLayout>
</file>

<file path=ppt/slideLayouts/slideLayout134.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7" name="Rectangle 6"/>
          <p:cNvSpPr/>
          <p:nvPr userDrawn="1"/>
        </p:nvSpPr>
        <p:spPr bwMode="gray">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950" dirty="0">
              <a:solidFill>
                <a:prstClr val="white"/>
              </a:solidFill>
              <a:latin typeface="Avenir Next" panose="020B0503020202020204"/>
            </a:endParaRPr>
          </a:p>
        </p:txBody>
      </p:sp>
      <p:sp>
        <p:nvSpPr>
          <p:cNvPr id="2" name="Title 1"/>
          <p:cNvSpPr>
            <a:spLocks noGrp="1"/>
          </p:cNvSpPr>
          <p:nvPr>
            <p:ph type="ctrTitle" hasCustomPrompt="1"/>
          </p:nvPr>
        </p:nvSpPr>
        <p:spPr bwMode="gray">
          <a:xfrm>
            <a:off x="1199457" y="1365252"/>
            <a:ext cx="7633396" cy="3983963"/>
          </a:xfrm>
        </p:spPr>
        <p:txBody>
          <a:bodyPr>
            <a:normAutofit/>
          </a:bodyPr>
          <a:lstStyle>
            <a:lvl1pPr>
              <a:defRPr kumimoji="0" lang="de-DE" sz="6500" b="0" i="0" u="none" strike="noStrike" kern="0" cap="none" spc="-162" normalizeH="0" baseline="0" noProof="0" smtClean="0">
                <a:ln>
                  <a:noFill/>
                </a:ln>
                <a:solidFill>
                  <a:sysClr val="window" lastClr="FFFFFF"/>
                </a:solidFill>
                <a:effectLst/>
                <a:uLnTx/>
                <a:uFillTx/>
                <a:latin typeface="Avenir Next" panose="020B0503020202020204"/>
              </a:defRPr>
            </a:lvl1pPr>
          </a:lstStyle>
          <a:p>
            <a:r>
              <a:rPr lang="en-US" dirty="0"/>
              <a:t>A title for this presentation can be </a:t>
            </a:r>
            <a:br>
              <a:rPr lang="en-US" dirty="0"/>
            </a:br>
            <a:r>
              <a:rPr lang="en-US" dirty="0"/>
              <a:t>very long.</a:t>
            </a:r>
          </a:p>
        </p:txBody>
      </p:sp>
      <p:pic>
        <p:nvPicPr>
          <p:cNvPr id="10" name="Picture 24"/>
          <p:cNvPicPr>
            <a:picLocks noChangeAspect="1" noChangeArrowheads="1"/>
          </p:cNvPicPr>
          <p:nvPr userDrawn="1"/>
        </p:nvPicPr>
        <p:blipFill>
          <a:blip r:embed="rId3" cstate="print">
            <a:extLst>
              <a:ext uri="{BEBA8EAE-BF5A-486C-A8C5-ECC9F3942E4B}">
                <a14:imgProps xmlns:a14="http://schemas.microsoft.com/office/drawing/2010/main">
                  <a14:imgLayer r:embed="rId4">
                    <a14:imgEffect>
                      <a14:brightnessContrast bright="100000" contrast="100000"/>
                    </a14:imgEffect>
                  </a14:imgLayer>
                </a14:imgProps>
              </a:ext>
              <a:ext uri="{28A0092B-C50C-407E-A947-70E740481C1C}">
                <a14:useLocalDpi xmlns:a14="http://schemas.microsoft.com/office/drawing/2010/main" val="0"/>
              </a:ext>
            </a:extLst>
          </a:blip>
          <a:srcRect/>
          <a:stretch>
            <a:fillRect/>
          </a:stretch>
        </p:blipFill>
        <p:spPr bwMode="gray">
          <a:xfrm>
            <a:off x="9509571" y="5883231"/>
            <a:ext cx="2250630" cy="4900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 name="Subtitle 2"/>
          <p:cNvSpPr>
            <a:spLocks noGrp="1"/>
          </p:cNvSpPr>
          <p:nvPr>
            <p:ph type="subTitle" idx="1" hasCustomPrompt="1"/>
          </p:nvPr>
        </p:nvSpPr>
        <p:spPr bwMode="gray">
          <a:xfrm>
            <a:off x="1199455" y="6021918"/>
            <a:ext cx="4703930" cy="327299"/>
          </a:xfrm>
        </p:spPr>
        <p:txBody>
          <a:bodyPr anchor="b"/>
          <a:lstStyle>
            <a:lvl1pPr marL="0" indent="0" algn="l">
              <a:buNone/>
              <a:defRPr baseline="0">
                <a:solidFill>
                  <a:schemeClr val="bg1"/>
                </a:solidFill>
              </a:defRPr>
            </a:lvl1pPr>
            <a:lvl2pPr marL="495285" indent="0" algn="ctr">
              <a:buNone/>
              <a:defRPr>
                <a:solidFill>
                  <a:schemeClr val="tx1">
                    <a:tint val="75000"/>
                  </a:schemeClr>
                </a:solidFill>
              </a:defRPr>
            </a:lvl2pPr>
            <a:lvl3pPr marL="990570" indent="0" algn="ctr">
              <a:buNone/>
              <a:defRPr>
                <a:solidFill>
                  <a:schemeClr val="tx1">
                    <a:tint val="75000"/>
                  </a:schemeClr>
                </a:solidFill>
              </a:defRPr>
            </a:lvl3pPr>
            <a:lvl4pPr marL="1485854" indent="0" algn="ctr">
              <a:buNone/>
              <a:defRPr>
                <a:solidFill>
                  <a:schemeClr val="tx1">
                    <a:tint val="75000"/>
                  </a:schemeClr>
                </a:solidFill>
              </a:defRPr>
            </a:lvl4pPr>
            <a:lvl5pPr marL="1981139" indent="0" algn="ctr">
              <a:buNone/>
              <a:defRPr>
                <a:solidFill>
                  <a:schemeClr val="tx1">
                    <a:tint val="75000"/>
                  </a:schemeClr>
                </a:solidFill>
              </a:defRPr>
            </a:lvl5pPr>
            <a:lvl6pPr marL="2476424" indent="0" algn="ctr">
              <a:buNone/>
              <a:defRPr>
                <a:solidFill>
                  <a:schemeClr val="tx1">
                    <a:tint val="75000"/>
                  </a:schemeClr>
                </a:solidFill>
              </a:defRPr>
            </a:lvl6pPr>
            <a:lvl7pPr marL="2971709" indent="0" algn="ctr">
              <a:buNone/>
              <a:defRPr>
                <a:solidFill>
                  <a:schemeClr val="tx1">
                    <a:tint val="75000"/>
                  </a:schemeClr>
                </a:solidFill>
              </a:defRPr>
            </a:lvl7pPr>
            <a:lvl8pPr marL="3466993" indent="0" algn="ctr">
              <a:buNone/>
              <a:defRPr>
                <a:solidFill>
                  <a:schemeClr val="tx1">
                    <a:tint val="75000"/>
                  </a:schemeClr>
                </a:solidFill>
              </a:defRPr>
            </a:lvl8pPr>
            <a:lvl9pPr marL="3962278" indent="0" algn="ctr">
              <a:buNone/>
              <a:defRPr>
                <a:solidFill>
                  <a:schemeClr val="tx1">
                    <a:tint val="75000"/>
                  </a:schemeClr>
                </a:solidFill>
              </a:defRPr>
            </a:lvl9pPr>
          </a:lstStyle>
          <a:p>
            <a:r>
              <a:rPr lang="en-US" dirty="0"/>
              <a:t>Speaker, Date, Location</a:t>
            </a:r>
          </a:p>
        </p:txBody>
      </p:sp>
      <p:sp>
        <p:nvSpPr>
          <p:cNvPr id="3" name="Date Placeholder 2"/>
          <p:cNvSpPr>
            <a:spLocks noGrp="1"/>
          </p:cNvSpPr>
          <p:nvPr>
            <p:ph type="dt" sz="half" idx="10"/>
          </p:nvPr>
        </p:nvSpPr>
        <p:spPr>
          <a:xfrm>
            <a:off x="10848529" y="7077406"/>
            <a:ext cx="624069" cy="96011"/>
          </a:xfrm>
        </p:spPr>
        <p:txBody>
          <a:bodyPr/>
          <a:lstStyle>
            <a:lvl1pPr>
              <a:defRPr sz="325">
                <a:solidFill>
                  <a:schemeClr val="bg1">
                    <a:lumMod val="75000"/>
                    <a:alpha val="0"/>
                  </a:schemeClr>
                </a:solidFill>
              </a:defRPr>
            </a:lvl1pPr>
          </a:lstStyle>
          <a:p>
            <a:fld id="{2BDAF14C-55C0-4FB7-8670-808BA7F24B13}" type="datetime1">
              <a:rPr lang="en-US" smtClean="0">
                <a:solidFill>
                  <a:prstClr val="white">
                    <a:lumMod val="75000"/>
                    <a:alpha val="0"/>
                  </a:prstClr>
                </a:solidFill>
              </a:rPr>
              <a:pPr/>
              <a:t>7/6/2026</a:t>
            </a:fld>
            <a:endParaRPr lang="en-US">
              <a:solidFill>
                <a:prstClr val="white">
                  <a:lumMod val="75000"/>
                  <a:alpha val="0"/>
                </a:prstClr>
              </a:solidFill>
            </a:endParaRPr>
          </a:p>
        </p:txBody>
      </p:sp>
      <p:sp>
        <p:nvSpPr>
          <p:cNvPr id="4" name="Footer Placeholder 3"/>
          <p:cNvSpPr>
            <a:spLocks noGrp="1"/>
          </p:cNvSpPr>
          <p:nvPr>
            <p:ph type="ftr" sz="quarter" idx="11"/>
          </p:nvPr>
        </p:nvSpPr>
        <p:spPr>
          <a:xfrm>
            <a:off x="9215968" y="7077406"/>
            <a:ext cx="1632562" cy="96011"/>
          </a:xfrm>
        </p:spPr>
        <p:txBody>
          <a:bodyPr/>
          <a:lstStyle>
            <a:lvl1pPr>
              <a:defRPr sz="325">
                <a:solidFill>
                  <a:schemeClr val="bg1">
                    <a:lumMod val="75000"/>
                    <a:alpha val="0"/>
                  </a:schemeClr>
                </a:solidFill>
              </a:defRPr>
            </a:lvl1pPr>
          </a:lstStyle>
          <a:p>
            <a:r>
              <a:rPr lang="en-US">
                <a:solidFill>
                  <a:prstClr val="white">
                    <a:lumMod val="75000"/>
                    <a:alpha val="0"/>
                  </a:prstClr>
                </a:solidFill>
              </a:rPr>
              <a:t>Title of the presentation</a:t>
            </a:r>
          </a:p>
        </p:txBody>
      </p:sp>
      <p:sp>
        <p:nvSpPr>
          <p:cNvPr id="5" name="Slide Number Placeholder 4"/>
          <p:cNvSpPr>
            <a:spLocks noGrp="1"/>
          </p:cNvSpPr>
          <p:nvPr>
            <p:ph type="sldNum" sz="quarter" idx="12"/>
          </p:nvPr>
        </p:nvSpPr>
        <p:spPr>
          <a:xfrm>
            <a:off x="11472598" y="7077406"/>
            <a:ext cx="287601" cy="96011"/>
          </a:xfrm>
        </p:spPr>
        <p:txBody>
          <a:bodyPr/>
          <a:lstStyle>
            <a:lvl1pPr>
              <a:defRPr sz="325">
                <a:solidFill>
                  <a:schemeClr val="bg1">
                    <a:lumMod val="75000"/>
                    <a:alpha val="0"/>
                  </a:schemeClr>
                </a:solidFill>
              </a:defRPr>
            </a:lvl1pPr>
          </a:lstStyle>
          <a:p>
            <a:fld id="{FCB53D23-1D79-480C-B3BE-829293F4503C}" type="slidenum">
              <a:rPr lang="en-US" smtClean="0">
                <a:solidFill>
                  <a:prstClr val="white">
                    <a:lumMod val="75000"/>
                    <a:alpha val="0"/>
                  </a:prstClr>
                </a:solidFill>
              </a:rPr>
              <a:pPr/>
              <a:t>‹#›</a:t>
            </a:fld>
            <a:endParaRPr lang="en-US">
              <a:solidFill>
                <a:prstClr val="white">
                  <a:lumMod val="75000"/>
                  <a:alpha val="0"/>
                </a:prstClr>
              </a:solidFill>
            </a:endParaRPr>
          </a:p>
        </p:txBody>
      </p:sp>
    </p:spTree>
    <p:custDataLst>
      <p:tags r:id="rId1"/>
    </p:custDataLst>
    <p:extLst>
      <p:ext uri="{BB962C8B-B14F-4D97-AF65-F5344CB8AC3E}">
        <p14:creationId xmlns:p14="http://schemas.microsoft.com/office/powerpoint/2010/main" val="3629048480"/>
      </p:ext>
    </p:extLst>
  </p:cSld>
  <p:clrMapOvr>
    <a:masterClrMapping/>
  </p:clrMapOvr>
  <p:transition>
    <p:fade/>
  </p:transition>
</p:sldLayout>
</file>

<file path=ppt/slideLayouts/slideLayout135.xml><?xml version="1.0" encoding="utf-8"?>
<p:sldLayout xmlns:a="http://schemas.openxmlformats.org/drawingml/2006/main" xmlns:r="http://schemas.openxmlformats.org/officeDocument/2006/relationships" xmlns:p="http://schemas.openxmlformats.org/presentationml/2006/main" preserve="1" userDrawn="1">
  <p:cSld name="Title Slide with Image">
    <p:spTree>
      <p:nvGrpSpPr>
        <p:cNvPr id="1" name=""/>
        <p:cNvGrpSpPr/>
        <p:nvPr/>
      </p:nvGrpSpPr>
      <p:grpSpPr>
        <a:xfrm>
          <a:off x="0" y="0"/>
          <a:ext cx="0" cy="0"/>
          <a:chOff x="0" y="0"/>
          <a:chExt cx="0" cy="0"/>
        </a:xfrm>
      </p:grpSpPr>
      <p:sp>
        <p:nvSpPr>
          <p:cNvPr id="65" name="Picture Placeholder 3"/>
          <p:cNvSpPr>
            <a:spLocks noGrp="1"/>
          </p:cNvSpPr>
          <p:nvPr>
            <p:ph type="pic" sz="quarter" idx="10" hasCustomPrompt="1"/>
          </p:nvPr>
        </p:nvSpPr>
        <p:spPr bwMode="gray">
          <a:xfrm>
            <a:off x="0" y="0"/>
            <a:ext cx="12192000" cy="6858000"/>
          </a:xfrm>
          <a:prstGeom prst="rect">
            <a:avLst/>
          </a:prstGeom>
          <a:solidFill>
            <a:schemeClr val="tx1">
              <a:lumMod val="50000"/>
              <a:lumOff val="50000"/>
            </a:schemeClr>
          </a:solidFill>
        </p:spPr>
        <p:txBody>
          <a:bodyPr tIns="0" bIns="720000" anchor="ctr" anchorCtr="0"/>
          <a:lstStyle>
            <a:lvl1pPr algn="ctr">
              <a:defRPr sz="975" baseline="0">
                <a:solidFill>
                  <a:schemeClr val="bg1"/>
                </a:solidFill>
              </a:defRPr>
            </a:lvl1pPr>
          </a:lstStyle>
          <a:p>
            <a:r>
              <a:rPr lang="de-DE" dirty="0"/>
              <a:t>Click </a:t>
            </a:r>
            <a:r>
              <a:rPr lang="de-DE" dirty="0" err="1"/>
              <a:t>the</a:t>
            </a:r>
            <a:r>
              <a:rPr lang="de-DE" dirty="0"/>
              <a:t> </a:t>
            </a:r>
            <a:r>
              <a:rPr lang="de-DE" dirty="0" err="1"/>
              <a:t>icon</a:t>
            </a:r>
            <a:r>
              <a:rPr lang="de-DE" dirty="0"/>
              <a:t> </a:t>
            </a:r>
            <a:br>
              <a:rPr lang="de-DE" dirty="0"/>
            </a:br>
            <a:r>
              <a:rPr lang="de-DE" dirty="0" err="1"/>
              <a:t>to</a:t>
            </a:r>
            <a:r>
              <a:rPr lang="de-DE" dirty="0"/>
              <a:t> </a:t>
            </a:r>
            <a:r>
              <a:rPr lang="de-DE" dirty="0" err="1"/>
              <a:t>add</a:t>
            </a:r>
            <a:r>
              <a:rPr lang="de-DE" dirty="0"/>
              <a:t> an </a:t>
            </a:r>
            <a:r>
              <a:rPr lang="de-DE" dirty="0" err="1"/>
              <a:t>image</a:t>
            </a:r>
            <a:endParaRPr lang="en-US" dirty="0"/>
          </a:p>
        </p:txBody>
      </p:sp>
      <p:sp>
        <p:nvSpPr>
          <p:cNvPr id="11" name="Subtitle 2"/>
          <p:cNvSpPr>
            <a:spLocks noGrp="1"/>
          </p:cNvSpPr>
          <p:nvPr>
            <p:ph type="subTitle" idx="1" hasCustomPrompt="1"/>
          </p:nvPr>
        </p:nvSpPr>
        <p:spPr bwMode="gray">
          <a:xfrm>
            <a:off x="1199455" y="6021918"/>
            <a:ext cx="4703930" cy="327299"/>
          </a:xfrm>
        </p:spPr>
        <p:txBody>
          <a:bodyPr anchor="b"/>
          <a:lstStyle>
            <a:lvl1pPr marL="0" indent="0" algn="l">
              <a:buNone/>
              <a:defRPr baseline="0">
                <a:solidFill>
                  <a:schemeClr val="bg1"/>
                </a:solidFill>
              </a:defRPr>
            </a:lvl1pPr>
            <a:lvl2pPr marL="495285" indent="0" algn="ctr">
              <a:buNone/>
              <a:defRPr>
                <a:solidFill>
                  <a:schemeClr val="tx1">
                    <a:tint val="75000"/>
                  </a:schemeClr>
                </a:solidFill>
              </a:defRPr>
            </a:lvl2pPr>
            <a:lvl3pPr marL="990570" indent="0" algn="ctr">
              <a:buNone/>
              <a:defRPr>
                <a:solidFill>
                  <a:schemeClr val="tx1">
                    <a:tint val="75000"/>
                  </a:schemeClr>
                </a:solidFill>
              </a:defRPr>
            </a:lvl3pPr>
            <a:lvl4pPr marL="1485854" indent="0" algn="ctr">
              <a:buNone/>
              <a:defRPr>
                <a:solidFill>
                  <a:schemeClr val="tx1">
                    <a:tint val="75000"/>
                  </a:schemeClr>
                </a:solidFill>
              </a:defRPr>
            </a:lvl4pPr>
            <a:lvl5pPr marL="1981139" indent="0" algn="ctr">
              <a:buNone/>
              <a:defRPr>
                <a:solidFill>
                  <a:schemeClr val="tx1">
                    <a:tint val="75000"/>
                  </a:schemeClr>
                </a:solidFill>
              </a:defRPr>
            </a:lvl5pPr>
            <a:lvl6pPr marL="2476424" indent="0" algn="ctr">
              <a:buNone/>
              <a:defRPr>
                <a:solidFill>
                  <a:schemeClr val="tx1">
                    <a:tint val="75000"/>
                  </a:schemeClr>
                </a:solidFill>
              </a:defRPr>
            </a:lvl6pPr>
            <a:lvl7pPr marL="2971709" indent="0" algn="ctr">
              <a:buNone/>
              <a:defRPr>
                <a:solidFill>
                  <a:schemeClr val="tx1">
                    <a:tint val="75000"/>
                  </a:schemeClr>
                </a:solidFill>
              </a:defRPr>
            </a:lvl7pPr>
            <a:lvl8pPr marL="3466993" indent="0" algn="ctr">
              <a:buNone/>
              <a:defRPr>
                <a:solidFill>
                  <a:schemeClr val="tx1">
                    <a:tint val="75000"/>
                  </a:schemeClr>
                </a:solidFill>
              </a:defRPr>
            </a:lvl8pPr>
            <a:lvl9pPr marL="3962278" indent="0" algn="ctr">
              <a:buNone/>
              <a:defRPr>
                <a:solidFill>
                  <a:schemeClr val="tx1">
                    <a:tint val="75000"/>
                  </a:schemeClr>
                </a:solidFill>
              </a:defRPr>
            </a:lvl9pPr>
          </a:lstStyle>
          <a:p>
            <a:r>
              <a:rPr lang="en-US" dirty="0"/>
              <a:t>Speaker, Date, Location</a:t>
            </a:r>
          </a:p>
        </p:txBody>
      </p:sp>
      <p:sp>
        <p:nvSpPr>
          <p:cNvPr id="67" name="Text Placeholder 3096"/>
          <p:cNvSpPr>
            <a:spLocks noGrp="1"/>
          </p:cNvSpPr>
          <p:nvPr>
            <p:ph type="body" sz="quarter" idx="11" hasCustomPrompt="1"/>
          </p:nvPr>
        </p:nvSpPr>
        <p:spPr bwMode="gray">
          <a:xfrm>
            <a:off x="9510175" y="5888321"/>
            <a:ext cx="2232374" cy="484941"/>
          </a:xfrm>
          <a:custGeom>
            <a:avLst/>
            <a:gdLst/>
            <a:ahLst/>
            <a:cxnLst/>
            <a:rect l="l" t="t" r="r" b="b"/>
            <a:pathLst>
              <a:path w="1674281" h="363706">
                <a:moveTo>
                  <a:pt x="1468832" y="327565"/>
                </a:moveTo>
                <a:cubicBezTo>
                  <a:pt x="1477584" y="327565"/>
                  <a:pt x="1484679" y="334660"/>
                  <a:pt x="1484679" y="343412"/>
                </a:cubicBezTo>
                <a:cubicBezTo>
                  <a:pt x="1484679" y="352164"/>
                  <a:pt x="1477584" y="359259"/>
                  <a:pt x="1468832" y="359259"/>
                </a:cubicBezTo>
                <a:cubicBezTo>
                  <a:pt x="1460080" y="359259"/>
                  <a:pt x="1452985" y="352164"/>
                  <a:pt x="1452985" y="343412"/>
                </a:cubicBezTo>
                <a:cubicBezTo>
                  <a:pt x="1452985" y="334660"/>
                  <a:pt x="1460080" y="327565"/>
                  <a:pt x="1468832" y="327565"/>
                </a:cubicBezTo>
                <a:close/>
                <a:moveTo>
                  <a:pt x="255178" y="271128"/>
                </a:moveTo>
                <a:cubicBezTo>
                  <a:pt x="267845" y="271128"/>
                  <a:pt x="278114" y="281272"/>
                  <a:pt x="278114" y="293786"/>
                </a:cubicBezTo>
                <a:cubicBezTo>
                  <a:pt x="278114" y="306300"/>
                  <a:pt x="267845" y="316444"/>
                  <a:pt x="255178" y="316444"/>
                </a:cubicBezTo>
                <a:cubicBezTo>
                  <a:pt x="242511" y="316444"/>
                  <a:pt x="232242" y="306300"/>
                  <a:pt x="232242" y="293786"/>
                </a:cubicBezTo>
                <a:cubicBezTo>
                  <a:pt x="232242" y="281272"/>
                  <a:pt x="242511" y="271128"/>
                  <a:pt x="255178" y="271128"/>
                </a:cubicBezTo>
                <a:close/>
                <a:moveTo>
                  <a:pt x="1514147" y="224423"/>
                </a:moveTo>
                <a:cubicBezTo>
                  <a:pt x="1539174" y="224423"/>
                  <a:pt x="1559463" y="244712"/>
                  <a:pt x="1559463" y="269739"/>
                </a:cubicBezTo>
                <a:cubicBezTo>
                  <a:pt x="1559463" y="294766"/>
                  <a:pt x="1539174" y="315055"/>
                  <a:pt x="1514147" y="315055"/>
                </a:cubicBezTo>
                <a:cubicBezTo>
                  <a:pt x="1489120" y="315055"/>
                  <a:pt x="1468831" y="294766"/>
                  <a:pt x="1468831" y="269739"/>
                </a:cubicBezTo>
                <a:cubicBezTo>
                  <a:pt x="1468831" y="244712"/>
                  <a:pt x="1489120" y="224423"/>
                  <a:pt x="1514147" y="224423"/>
                </a:cubicBezTo>
                <a:close/>
                <a:moveTo>
                  <a:pt x="1397939" y="220530"/>
                </a:moveTo>
                <a:cubicBezTo>
                  <a:pt x="1387805" y="220530"/>
                  <a:pt x="1379590" y="228745"/>
                  <a:pt x="1379590" y="238879"/>
                </a:cubicBezTo>
                <a:cubicBezTo>
                  <a:pt x="1379590" y="249013"/>
                  <a:pt x="1387805" y="257228"/>
                  <a:pt x="1397939" y="257228"/>
                </a:cubicBezTo>
                <a:cubicBezTo>
                  <a:pt x="1408073" y="257228"/>
                  <a:pt x="1416288" y="249013"/>
                  <a:pt x="1416288" y="238879"/>
                </a:cubicBezTo>
                <a:cubicBezTo>
                  <a:pt x="1416288" y="228745"/>
                  <a:pt x="1408073" y="220530"/>
                  <a:pt x="1397939" y="220530"/>
                </a:cubicBezTo>
                <a:close/>
                <a:moveTo>
                  <a:pt x="801885" y="218028"/>
                </a:moveTo>
                <a:cubicBezTo>
                  <a:pt x="784996" y="218028"/>
                  <a:pt x="771304" y="233774"/>
                  <a:pt x="771304" y="253197"/>
                </a:cubicBezTo>
                <a:cubicBezTo>
                  <a:pt x="771304" y="272620"/>
                  <a:pt x="784996" y="288366"/>
                  <a:pt x="801885" y="288366"/>
                </a:cubicBezTo>
                <a:cubicBezTo>
                  <a:pt x="818774" y="288366"/>
                  <a:pt x="832466" y="272620"/>
                  <a:pt x="832466" y="253197"/>
                </a:cubicBezTo>
                <a:cubicBezTo>
                  <a:pt x="832466" y="233774"/>
                  <a:pt x="818774" y="218028"/>
                  <a:pt x="801885" y="218028"/>
                </a:cubicBezTo>
                <a:close/>
                <a:moveTo>
                  <a:pt x="653202" y="218028"/>
                </a:moveTo>
                <a:cubicBezTo>
                  <a:pt x="636101" y="218028"/>
                  <a:pt x="622290" y="230520"/>
                  <a:pt x="622290" y="252866"/>
                </a:cubicBezTo>
                <a:cubicBezTo>
                  <a:pt x="622290" y="275219"/>
                  <a:pt x="635446" y="288365"/>
                  <a:pt x="653202" y="288365"/>
                </a:cubicBezTo>
                <a:cubicBezTo>
                  <a:pt x="670296" y="288365"/>
                  <a:pt x="683452" y="275219"/>
                  <a:pt x="683452" y="252866"/>
                </a:cubicBezTo>
                <a:cubicBezTo>
                  <a:pt x="683452" y="230520"/>
                  <a:pt x="670296" y="218028"/>
                  <a:pt x="653202" y="218028"/>
                </a:cubicBezTo>
                <a:close/>
                <a:moveTo>
                  <a:pt x="509279" y="214692"/>
                </a:moveTo>
                <a:cubicBezTo>
                  <a:pt x="491497" y="214692"/>
                  <a:pt x="482276" y="227766"/>
                  <a:pt x="481617" y="238879"/>
                </a:cubicBezTo>
                <a:lnTo>
                  <a:pt x="536941" y="238879"/>
                </a:lnTo>
                <a:cubicBezTo>
                  <a:pt x="536283" y="226459"/>
                  <a:pt x="528379" y="214692"/>
                  <a:pt x="509279" y="214692"/>
                </a:cubicBezTo>
                <a:close/>
                <a:moveTo>
                  <a:pt x="885707" y="191061"/>
                </a:moveTo>
                <a:lnTo>
                  <a:pt x="911313" y="191061"/>
                </a:lnTo>
                <a:cubicBezTo>
                  <a:pt x="914596" y="191061"/>
                  <a:pt x="918525" y="193685"/>
                  <a:pt x="919844" y="196965"/>
                </a:cubicBezTo>
                <a:lnTo>
                  <a:pt x="950697" y="263934"/>
                </a:lnTo>
                <a:lnTo>
                  <a:pt x="978268" y="196965"/>
                </a:lnTo>
                <a:cubicBezTo>
                  <a:pt x="980233" y="193685"/>
                  <a:pt x="984175" y="191061"/>
                  <a:pt x="987445" y="191061"/>
                </a:cubicBezTo>
                <a:lnTo>
                  <a:pt x="1011732" y="191061"/>
                </a:lnTo>
                <a:cubicBezTo>
                  <a:pt x="1014356" y="191061"/>
                  <a:pt x="1015675" y="193685"/>
                  <a:pt x="1013710" y="196965"/>
                </a:cubicBezTo>
                <a:lnTo>
                  <a:pt x="941507" y="358458"/>
                </a:lnTo>
                <a:cubicBezTo>
                  <a:pt x="939529" y="361082"/>
                  <a:pt x="936260" y="363706"/>
                  <a:pt x="932976" y="363706"/>
                </a:cubicBezTo>
                <a:lnTo>
                  <a:pt x="908689" y="363706"/>
                </a:lnTo>
                <a:cubicBezTo>
                  <a:pt x="906065" y="363706"/>
                  <a:pt x="904746" y="361082"/>
                  <a:pt x="906065" y="357802"/>
                </a:cubicBezTo>
                <a:lnTo>
                  <a:pt x="932317" y="299379"/>
                </a:lnTo>
                <a:lnTo>
                  <a:pt x="883083" y="196965"/>
                </a:lnTo>
                <a:cubicBezTo>
                  <a:pt x="881118" y="193685"/>
                  <a:pt x="882437" y="191061"/>
                  <a:pt x="885707" y="191061"/>
                </a:cubicBezTo>
                <a:close/>
                <a:moveTo>
                  <a:pt x="230778" y="190505"/>
                </a:moveTo>
                <a:cubicBezTo>
                  <a:pt x="233393" y="190505"/>
                  <a:pt x="236014" y="190505"/>
                  <a:pt x="238636" y="191165"/>
                </a:cubicBezTo>
                <a:lnTo>
                  <a:pt x="238636" y="224594"/>
                </a:lnTo>
                <a:cubicBezTo>
                  <a:pt x="234703" y="223934"/>
                  <a:pt x="231426" y="223286"/>
                  <a:pt x="228156" y="223286"/>
                </a:cubicBezTo>
                <a:cubicBezTo>
                  <a:pt x="211122" y="223286"/>
                  <a:pt x="196709" y="231805"/>
                  <a:pt x="196709" y="258683"/>
                </a:cubicBezTo>
                <a:lnTo>
                  <a:pt x="196709" y="309150"/>
                </a:lnTo>
                <a:cubicBezTo>
                  <a:pt x="196709" y="312426"/>
                  <a:pt x="194087" y="315054"/>
                  <a:pt x="190810" y="315054"/>
                </a:cubicBezTo>
                <a:lnTo>
                  <a:pt x="168539" y="315054"/>
                </a:lnTo>
                <a:cubicBezTo>
                  <a:pt x="165917" y="315054"/>
                  <a:pt x="163295" y="312426"/>
                  <a:pt x="163295" y="309150"/>
                </a:cubicBezTo>
                <a:lnTo>
                  <a:pt x="163295" y="197056"/>
                </a:lnTo>
                <a:cubicBezTo>
                  <a:pt x="163295" y="193781"/>
                  <a:pt x="165917" y="191165"/>
                  <a:pt x="168539" y="191165"/>
                </a:cubicBezTo>
                <a:lnTo>
                  <a:pt x="190154" y="191165"/>
                </a:lnTo>
                <a:cubicBezTo>
                  <a:pt x="192776" y="191813"/>
                  <a:pt x="195398" y="193781"/>
                  <a:pt x="195398" y="197056"/>
                </a:cubicBezTo>
                <a:lnTo>
                  <a:pt x="195398" y="209511"/>
                </a:lnTo>
                <a:cubicBezTo>
                  <a:pt x="203256" y="193133"/>
                  <a:pt x="220291" y="190505"/>
                  <a:pt x="230778" y="190505"/>
                </a:cubicBezTo>
                <a:close/>
                <a:moveTo>
                  <a:pt x="1102405" y="187725"/>
                </a:moveTo>
                <a:cubicBezTo>
                  <a:pt x="1133291" y="187725"/>
                  <a:pt x="1146442" y="204803"/>
                  <a:pt x="1150382" y="217935"/>
                </a:cubicBezTo>
                <a:cubicBezTo>
                  <a:pt x="1150382" y="220561"/>
                  <a:pt x="1149072" y="223187"/>
                  <a:pt x="1146442" y="224494"/>
                </a:cubicBezTo>
                <a:lnTo>
                  <a:pt x="1128031" y="228440"/>
                </a:lnTo>
                <a:cubicBezTo>
                  <a:pt x="1125411" y="229094"/>
                  <a:pt x="1122781" y="227121"/>
                  <a:pt x="1122116" y="224494"/>
                </a:cubicBezTo>
                <a:cubicBezTo>
                  <a:pt x="1119495" y="218588"/>
                  <a:pt x="1114235" y="212682"/>
                  <a:pt x="1103060" y="212682"/>
                </a:cubicBezTo>
                <a:cubicBezTo>
                  <a:pt x="1093859" y="212682"/>
                  <a:pt x="1087279" y="217935"/>
                  <a:pt x="1087279" y="225147"/>
                </a:cubicBezTo>
                <a:cubicBezTo>
                  <a:pt x="1087279" y="231067"/>
                  <a:pt x="1091884" y="235000"/>
                  <a:pt x="1098454" y="236319"/>
                </a:cubicBezTo>
                <a:lnTo>
                  <a:pt x="1116200" y="240252"/>
                </a:lnTo>
                <a:cubicBezTo>
                  <a:pt x="1140527" y="244852"/>
                  <a:pt x="1153012" y="259957"/>
                  <a:pt x="1153012" y="277675"/>
                </a:cubicBezTo>
                <a:cubicBezTo>
                  <a:pt x="1153012" y="298032"/>
                  <a:pt x="1137241" y="318390"/>
                  <a:pt x="1104370" y="318390"/>
                </a:cubicBezTo>
                <a:cubicBezTo>
                  <a:pt x="1072163" y="318390"/>
                  <a:pt x="1058367" y="300005"/>
                  <a:pt x="1054417" y="286220"/>
                </a:cubicBezTo>
                <a:cubicBezTo>
                  <a:pt x="1053762" y="282928"/>
                  <a:pt x="1055072" y="280301"/>
                  <a:pt x="1058367" y="279648"/>
                </a:cubicBezTo>
                <a:lnTo>
                  <a:pt x="1079398" y="275048"/>
                </a:lnTo>
                <a:cubicBezTo>
                  <a:pt x="1080708" y="274395"/>
                  <a:pt x="1082028" y="275048"/>
                  <a:pt x="1082028" y="277021"/>
                </a:cubicBezTo>
                <a:lnTo>
                  <a:pt x="1082028" y="276368"/>
                </a:lnTo>
                <a:cubicBezTo>
                  <a:pt x="1083994" y="285554"/>
                  <a:pt x="1091229" y="292780"/>
                  <a:pt x="1104370" y="292780"/>
                </a:cubicBezTo>
                <a:cubicBezTo>
                  <a:pt x="1115545" y="292780"/>
                  <a:pt x="1120806" y="287527"/>
                  <a:pt x="1120806" y="280968"/>
                </a:cubicBezTo>
                <a:cubicBezTo>
                  <a:pt x="1120806" y="275048"/>
                  <a:pt x="1116865" y="270462"/>
                  <a:pt x="1107655" y="268489"/>
                </a:cubicBezTo>
                <a:lnTo>
                  <a:pt x="1091229" y="265209"/>
                </a:lnTo>
                <a:cubicBezTo>
                  <a:pt x="1066913" y="259957"/>
                  <a:pt x="1056392" y="245505"/>
                  <a:pt x="1056392" y="227774"/>
                </a:cubicBezTo>
                <a:cubicBezTo>
                  <a:pt x="1056392" y="206110"/>
                  <a:pt x="1076113" y="187725"/>
                  <a:pt x="1102405" y="187725"/>
                </a:cubicBezTo>
                <a:close/>
                <a:moveTo>
                  <a:pt x="508673" y="187725"/>
                </a:moveTo>
                <a:cubicBezTo>
                  <a:pt x="546760" y="187725"/>
                  <a:pt x="569746" y="212016"/>
                  <a:pt x="569746" y="251411"/>
                </a:cubicBezTo>
                <a:lnTo>
                  <a:pt x="569746" y="256011"/>
                </a:lnTo>
                <a:cubicBezTo>
                  <a:pt x="569746" y="259290"/>
                  <a:pt x="567122" y="261917"/>
                  <a:pt x="563842" y="261917"/>
                </a:cubicBezTo>
                <a:lnTo>
                  <a:pt x="481095" y="261917"/>
                </a:lnTo>
                <a:cubicBezTo>
                  <a:pt x="481751" y="278341"/>
                  <a:pt x="495540" y="290153"/>
                  <a:pt x="511953" y="290153"/>
                </a:cubicBezTo>
                <a:cubicBezTo>
                  <a:pt x="525743" y="290153"/>
                  <a:pt x="534283" y="284247"/>
                  <a:pt x="538220" y="275048"/>
                </a:cubicBezTo>
                <a:cubicBezTo>
                  <a:pt x="540200" y="273088"/>
                  <a:pt x="542168" y="271769"/>
                  <a:pt x="544792" y="272422"/>
                </a:cubicBezTo>
                <a:lnTo>
                  <a:pt x="562518" y="277675"/>
                </a:lnTo>
                <a:cubicBezTo>
                  <a:pt x="565154" y="278341"/>
                  <a:pt x="566466" y="280968"/>
                  <a:pt x="566466" y="283594"/>
                </a:cubicBezTo>
                <a:cubicBezTo>
                  <a:pt x="559237" y="303285"/>
                  <a:pt x="540200" y="318390"/>
                  <a:pt x="511953" y="318390"/>
                </a:cubicBezTo>
                <a:cubicBezTo>
                  <a:pt x="477803" y="318390"/>
                  <a:pt x="448256" y="294099"/>
                  <a:pt x="448256" y="252731"/>
                </a:cubicBezTo>
                <a:cubicBezTo>
                  <a:pt x="448256" y="213335"/>
                  <a:pt x="477147" y="187725"/>
                  <a:pt x="508673" y="187725"/>
                </a:cubicBezTo>
                <a:close/>
                <a:moveTo>
                  <a:pt x="34576" y="168821"/>
                </a:moveTo>
                <a:lnTo>
                  <a:pt x="34576" y="283083"/>
                </a:lnTo>
                <a:lnTo>
                  <a:pt x="51640" y="283083"/>
                </a:lnTo>
                <a:cubicBezTo>
                  <a:pt x="81181" y="283083"/>
                  <a:pt x="105469" y="264698"/>
                  <a:pt x="105469" y="225952"/>
                </a:cubicBezTo>
                <a:cubicBezTo>
                  <a:pt x="105469" y="187206"/>
                  <a:pt x="81181" y="168821"/>
                  <a:pt x="52299" y="168821"/>
                </a:cubicBezTo>
                <a:close/>
                <a:moveTo>
                  <a:pt x="348450" y="166596"/>
                </a:moveTo>
                <a:lnTo>
                  <a:pt x="348450" y="216638"/>
                </a:lnTo>
                <a:lnTo>
                  <a:pt x="376668" y="216638"/>
                </a:lnTo>
                <a:cubicBezTo>
                  <a:pt x="394389" y="216638"/>
                  <a:pt x="404886" y="206104"/>
                  <a:pt x="404886" y="191617"/>
                </a:cubicBezTo>
                <a:cubicBezTo>
                  <a:pt x="404886" y="176474"/>
                  <a:pt x="394389" y="166596"/>
                  <a:pt x="376668" y="166596"/>
                </a:cubicBezTo>
                <a:close/>
                <a:moveTo>
                  <a:pt x="319598" y="136571"/>
                </a:moveTo>
                <a:cubicBezTo>
                  <a:pt x="319598" y="136571"/>
                  <a:pt x="319598" y="136571"/>
                  <a:pt x="383173" y="136571"/>
                </a:cubicBezTo>
                <a:cubicBezTo>
                  <a:pt x="417910" y="136571"/>
                  <a:pt x="440194" y="160850"/>
                  <a:pt x="440194" y="191691"/>
                </a:cubicBezTo>
                <a:cubicBezTo>
                  <a:pt x="440194" y="216626"/>
                  <a:pt x="425120" y="234999"/>
                  <a:pt x="402180" y="242217"/>
                </a:cubicBezTo>
                <a:lnTo>
                  <a:pt x="436917" y="309148"/>
                </a:lnTo>
                <a:cubicBezTo>
                  <a:pt x="438883" y="312429"/>
                  <a:pt x="437573" y="315054"/>
                  <a:pt x="434296" y="315054"/>
                </a:cubicBezTo>
                <a:cubicBezTo>
                  <a:pt x="434296" y="315054"/>
                  <a:pt x="434296" y="315054"/>
                  <a:pt x="407424" y="315054"/>
                </a:cubicBezTo>
                <a:cubicBezTo>
                  <a:pt x="404146" y="315054"/>
                  <a:pt x="400214" y="312429"/>
                  <a:pt x="398903" y="309148"/>
                </a:cubicBezTo>
                <a:cubicBezTo>
                  <a:pt x="398903" y="309148"/>
                  <a:pt x="398903" y="309148"/>
                  <a:pt x="364494" y="246154"/>
                </a:cubicBezTo>
                <a:lnTo>
                  <a:pt x="348436" y="246154"/>
                </a:lnTo>
                <a:cubicBezTo>
                  <a:pt x="348436" y="246154"/>
                  <a:pt x="348436" y="246154"/>
                  <a:pt x="348436" y="309148"/>
                </a:cubicBezTo>
                <a:cubicBezTo>
                  <a:pt x="348436" y="312429"/>
                  <a:pt x="345815" y="315054"/>
                  <a:pt x="343193" y="315054"/>
                </a:cubicBezTo>
                <a:cubicBezTo>
                  <a:pt x="343193" y="315054"/>
                  <a:pt x="343193" y="315054"/>
                  <a:pt x="319598" y="315054"/>
                </a:cubicBezTo>
                <a:cubicBezTo>
                  <a:pt x="316321" y="315054"/>
                  <a:pt x="313699" y="312429"/>
                  <a:pt x="313699" y="309148"/>
                </a:cubicBezTo>
                <a:cubicBezTo>
                  <a:pt x="313699" y="309148"/>
                  <a:pt x="313699" y="309148"/>
                  <a:pt x="313699" y="142477"/>
                </a:cubicBezTo>
                <a:cubicBezTo>
                  <a:pt x="313699" y="139196"/>
                  <a:pt x="316321" y="136571"/>
                  <a:pt x="319598" y="136571"/>
                </a:cubicBezTo>
                <a:close/>
                <a:moveTo>
                  <a:pt x="5471" y="136571"/>
                </a:moveTo>
                <a:lnTo>
                  <a:pt x="53474" y="136571"/>
                </a:lnTo>
                <a:cubicBezTo>
                  <a:pt x="104120" y="136571"/>
                  <a:pt x="141610" y="169376"/>
                  <a:pt x="141610" y="225813"/>
                </a:cubicBezTo>
                <a:cubicBezTo>
                  <a:pt x="141610" y="282249"/>
                  <a:pt x="104120" y="315054"/>
                  <a:pt x="52821" y="315054"/>
                </a:cubicBezTo>
                <a:lnTo>
                  <a:pt x="5471" y="315054"/>
                </a:lnTo>
                <a:cubicBezTo>
                  <a:pt x="2344" y="315054"/>
                  <a:pt x="-183" y="312691"/>
                  <a:pt x="10" y="309608"/>
                </a:cubicBezTo>
                <a:lnTo>
                  <a:pt x="10" y="142017"/>
                </a:lnTo>
                <a:close/>
                <a:moveTo>
                  <a:pt x="837088" y="133235"/>
                </a:moveTo>
                <a:lnTo>
                  <a:pt x="858794" y="133235"/>
                </a:lnTo>
                <a:cubicBezTo>
                  <a:pt x="862087" y="133235"/>
                  <a:pt x="864715" y="135210"/>
                  <a:pt x="864715" y="138496"/>
                </a:cubicBezTo>
                <a:lnTo>
                  <a:pt x="864715" y="194337"/>
                </a:lnTo>
                <a:lnTo>
                  <a:pt x="864715" y="309952"/>
                </a:lnTo>
                <a:cubicBezTo>
                  <a:pt x="864715" y="312573"/>
                  <a:pt x="862087" y="315213"/>
                  <a:pt x="859458" y="315213"/>
                </a:cubicBezTo>
                <a:lnTo>
                  <a:pt x="836438" y="315213"/>
                </a:lnTo>
                <a:cubicBezTo>
                  <a:pt x="835110" y="315213"/>
                  <a:pt x="833796" y="313884"/>
                  <a:pt x="833796" y="313238"/>
                </a:cubicBezTo>
                <a:cubicBezTo>
                  <a:pt x="833145" y="311262"/>
                  <a:pt x="833145" y="308641"/>
                  <a:pt x="832482" y="306001"/>
                </a:cubicBezTo>
                <a:lnTo>
                  <a:pt x="832482" y="301405"/>
                </a:lnTo>
                <a:lnTo>
                  <a:pt x="832482" y="300759"/>
                </a:lnTo>
                <a:cubicBezTo>
                  <a:pt x="827224" y="310616"/>
                  <a:pt x="814719" y="317834"/>
                  <a:pt x="797619" y="317834"/>
                </a:cubicBezTo>
                <a:cubicBezTo>
                  <a:pt x="762757" y="317834"/>
                  <a:pt x="737108" y="290236"/>
                  <a:pt x="737108" y="252800"/>
                </a:cubicBezTo>
                <a:cubicBezTo>
                  <a:pt x="737108" y="216674"/>
                  <a:pt x="762106" y="188412"/>
                  <a:pt x="796969" y="188412"/>
                </a:cubicBezTo>
                <a:cubicBezTo>
                  <a:pt x="818011" y="188412"/>
                  <a:pt x="828539" y="196959"/>
                  <a:pt x="831831" y="203530"/>
                </a:cubicBezTo>
                <a:lnTo>
                  <a:pt x="831831" y="201555"/>
                </a:lnTo>
                <a:lnTo>
                  <a:pt x="831831" y="138496"/>
                </a:lnTo>
                <a:lnTo>
                  <a:pt x="831831" y="137832"/>
                </a:lnTo>
                <a:cubicBezTo>
                  <a:pt x="832482" y="135210"/>
                  <a:pt x="834460" y="133235"/>
                  <a:pt x="837088" y="133235"/>
                </a:cubicBezTo>
                <a:close/>
                <a:moveTo>
                  <a:pt x="688631" y="133235"/>
                </a:moveTo>
                <a:lnTo>
                  <a:pt x="710337" y="133235"/>
                </a:lnTo>
                <a:cubicBezTo>
                  <a:pt x="713630" y="133235"/>
                  <a:pt x="716258" y="135210"/>
                  <a:pt x="716258" y="138496"/>
                </a:cubicBezTo>
                <a:lnTo>
                  <a:pt x="716258" y="194337"/>
                </a:lnTo>
                <a:lnTo>
                  <a:pt x="716258" y="309952"/>
                </a:lnTo>
                <a:cubicBezTo>
                  <a:pt x="715595" y="312573"/>
                  <a:pt x="713630" y="315213"/>
                  <a:pt x="710337" y="315213"/>
                </a:cubicBezTo>
                <a:lnTo>
                  <a:pt x="684688" y="313238"/>
                </a:lnTo>
                <a:cubicBezTo>
                  <a:pt x="684688" y="311262"/>
                  <a:pt x="684025" y="308641"/>
                  <a:pt x="684025" y="306001"/>
                </a:cubicBezTo>
                <a:lnTo>
                  <a:pt x="684025" y="301405"/>
                </a:lnTo>
                <a:lnTo>
                  <a:pt x="684025" y="300759"/>
                </a:lnTo>
                <a:cubicBezTo>
                  <a:pt x="678104" y="310616"/>
                  <a:pt x="665611" y="317834"/>
                  <a:pt x="649162" y="317834"/>
                </a:cubicBezTo>
                <a:cubicBezTo>
                  <a:pt x="613649" y="317834"/>
                  <a:pt x="588651" y="290236"/>
                  <a:pt x="588651" y="252800"/>
                </a:cubicBezTo>
                <a:cubicBezTo>
                  <a:pt x="588651" y="216674"/>
                  <a:pt x="612986" y="188412"/>
                  <a:pt x="647848" y="188412"/>
                </a:cubicBezTo>
                <a:cubicBezTo>
                  <a:pt x="669554" y="188412"/>
                  <a:pt x="679418" y="196959"/>
                  <a:pt x="683374" y="203530"/>
                </a:cubicBezTo>
                <a:lnTo>
                  <a:pt x="683374" y="201555"/>
                </a:lnTo>
                <a:lnTo>
                  <a:pt x="682710" y="201555"/>
                </a:lnTo>
                <a:lnTo>
                  <a:pt x="682710" y="138496"/>
                </a:lnTo>
                <a:lnTo>
                  <a:pt x="683374" y="137832"/>
                </a:lnTo>
                <a:cubicBezTo>
                  <a:pt x="683374" y="135210"/>
                  <a:pt x="686003" y="133235"/>
                  <a:pt x="688631" y="133235"/>
                </a:cubicBezTo>
                <a:close/>
                <a:moveTo>
                  <a:pt x="1488849" y="132679"/>
                </a:moveTo>
                <a:cubicBezTo>
                  <a:pt x="1507888" y="132679"/>
                  <a:pt x="1523323" y="148114"/>
                  <a:pt x="1523323" y="167153"/>
                </a:cubicBezTo>
                <a:cubicBezTo>
                  <a:pt x="1523323" y="186192"/>
                  <a:pt x="1507888" y="201627"/>
                  <a:pt x="1488849" y="201627"/>
                </a:cubicBezTo>
                <a:cubicBezTo>
                  <a:pt x="1469810" y="201627"/>
                  <a:pt x="1454375" y="186192"/>
                  <a:pt x="1454375" y="167153"/>
                </a:cubicBezTo>
                <a:cubicBezTo>
                  <a:pt x="1454375" y="148114"/>
                  <a:pt x="1469810" y="132679"/>
                  <a:pt x="1488849" y="132679"/>
                </a:cubicBezTo>
                <a:close/>
                <a:moveTo>
                  <a:pt x="1047090" y="131289"/>
                </a:moveTo>
                <a:cubicBezTo>
                  <a:pt x="1058220" y="131289"/>
                  <a:pt x="1067385" y="140472"/>
                  <a:pt x="1067385" y="151622"/>
                </a:cubicBezTo>
                <a:cubicBezTo>
                  <a:pt x="1067385" y="154245"/>
                  <a:pt x="1066731" y="156869"/>
                  <a:pt x="1066076" y="158837"/>
                </a:cubicBezTo>
                <a:cubicBezTo>
                  <a:pt x="1066076" y="159492"/>
                  <a:pt x="1066076" y="159492"/>
                  <a:pt x="1066076" y="160148"/>
                </a:cubicBezTo>
                <a:cubicBezTo>
                  <a:pt x="1047090" y="196878"/>
                  <a:pt x="1047090" y="196878"/>
                  <a:pt x="1044472" y="198846"/>
                </a:cubicBezTo>
                <a:lnTo>
                  <a:pt x="1034733" y="198846"/>
                </a:lnTo>
                <a:cubicBezTo>
                  <a:pt x="1033421" y="198846"/>
                  <a:pt x="1033347" y="198846"/>
                  <a:pt x="1033342" y="198846"/>
                </a:cubicBezTo>
                <a:cubicBezTo>
                  <a:pt x="1032033" y="198846"/>
                  <a:pt x="1030723" y="198190"/>
                  <a:pt x="1031378" y="196222"/>
                </a:cubicBezTo>
                <a:cubicBezTo>
                  <a:pt x="1042330" y="171698"/>
                  <a:pt x="1042505" y="171305"/>
                  <a:pt x="1042508" y="171299"/>
                </a:cubicBezTo>
                <a:cubicBezTo>
                  <a:pt x="1033342" y="169331"/>
                  <a:pt x="1026795" y="161460"/>
                  <a:pt x="1026795" y="151622"/>
                </a:cubicBezTo>
                <a:cubicBezTo>
                  <a:pt x="1026795" y="140472"/>
                  <a:pt x="1035961" y="131289"/>
                  <a:pt x="1047090" y="131289"/>
                </a:cubicBezTo>
                <a:close/>
                <a:moveTo>
                  <a:pt x="1600469" y="114330"/>
                </a:moveTo>
                <a:cubicBezTo>
                  <a:pt x="1633710" y="114330"/>
                  <a:pt x="1660658" y="141340"/>
                  <a:pt x="1660658" y="174659"/>
                </a:cubicBezTo>
                <a:cubicBezTo>
                  <a:pt x="1660658" y="207978"/>
                  <a:pt x="1633710" y="234988"/>
                  <a:pt x="1600469" y="234988"/>
                </a:cubicBezTo>
                <a:cubicBezTo>
                  <a:pt x="1567228" y="234988"/>
                  <a:pt x="1540280" y="207978"/>
                  <a:pt x="1540280" y="174659"/>
                </a:cubicBezTo>
                <a:cubicBezTo>
                  <a:pt x="1540280" y="141340"/>
                  <a:pt x="1567228" y="114330"/>
                  <a:pt x="1600469" y="114330"/>
                </a:cubicBezTo>
                <a:close/>
                <a:moveTo>
                  <a:pt x="1642449" y="40102"/>
                </a:moveTo>
                <a:cubicBezTo>
                  <a:pt x="1660029" y="40102"/>
                  <a:pt x="1674281" y="54167"/>
                  <a:pt x="1674281" y="71517"/>
                </a:cubicBezTo>
                <a:cubicBezTo>
                  <a:pt x="1674281" y="88867"/>
                  <a:pt x="1660029" y="102932"/>
                  <a:pt x="1642449" y="102932"/>
                </a:cubicBezTo>
                <a:cubicBezTo>
                  <a:pt x="1624869" y="102932"/>
                  <a:pt x="1610617" y="88867"/>
                  <a:pt x="1610617" y="71517"/>
                </a:cubicBezTo>
                <a:cubicBezTo>
                  <a:pt x="1610617" y="54167"/>
                  <a:pt x="1624869" y="40102"/>
                  <a:pt x="1642449" y="40102"/>
                </a:cubicBezTo>
                <a:close/>
                <a:moveTo>
                  <a:pt x="1345930" y="10485"/>
                </a:moveTo>
                <a:cubicBezTo>
                  <a:pt x="1358385" y="11126"/>
                  <a:pt x="1370207" y="14435"/>
                  <a:pt x="1380695" y="19026"/>
                </a:cubicBezTo>
                <a:cubicBezTo>
                  <a:pt x="1413516" y="34114"/>
                  <a:pt x="1436482" y="66283"/>
                  <a:pt x="1437138" y="104360"/>
                </a:cubicBezTo>
                <a:lnTo>
                  <a:pt x="1437138" y="353208"/>
                </a:lnTo>
                <a:cubicBezTo>
                  <a:pt x="1437138" y="359116"/>
                  <a:pt x="1432549" y="363706"/>
                  <a:pt x="1427305" y="363706"/>
                </a:cubicBezTo>
                <a:cubicBezTo>
                  <a:pt x="1424661" y="363706"/>
                  <a:pt x="1422694" y="363065"/>
                  <a:pt x="1420727" y="361749"/>
                </a:cubicBezTo>
                <a:cubicBezTo>
                  <a:pt x="1371518" y="318406"/>
                  <a:pt x="1269799" y="221898"/>
                  <a:pt x="1244866" y="185779"/>
                </a:cubicBezTo>
                <a:cubicBezTo>
                  <a:pt x="1225178" y="156243"/>
                  <a:pt x="1218623" y="120765"/>
                  <a:pt x="1226489" y="91229"/>
                </a:cubicBezTo>
                <a:cubicBezTo>
                  <a:pt x="1238966" y="43295"/>
                  <a:pt x="1285554" y="7852"/>
                  <a:pt x="1345930" y="10485"/>
                </a:cubicBezTo>
                <a:close/>
                <a:moveTo>
                  <a:pt x="1520342" y="0"/>
                </a:moveTo>
                <a:lnTo>
                  <a:pt x="1522408" y="0"/>
                </a:lnTo>
                <a:cubicBezTo>
                  <a:pt x="1553869" y="356"/>
                  <a:pt x="1579201" y="26215"/>
                  <a:pt x="1579201" y="58033"/>
                </a:cubicBezTo>
                <a:cubicBezTo>
                  <a:pt x="1579201" y="90200"/>
                  <a:pt x="1553311" y="116276"/>
                  <a:pt x="1521375" y="116276"/>
                </a:cubicBezTo>
                <a:cubicBezTo>
                  <a:pt x="1489439" y="116276"/>
                  <a:pt x="1463549" y="90200"/>
                  <a:pt x="1463549" y="58033"/>
                </a:cubicBezTo>
                <a:cubicBezTo>
                  <a:pt x="1463549" y="26215"/>
                  <a:pt x="1488881" y="356"/>
                  <a:pt x="1520342" y="0"/>
                </a:cubicBezTo>
                <a:close/>
              </a:path>
            </a:pathLst>
          </a:custGeom>
          <a:solidFill>
            <a:schemeClr val="bg1"/>
          </a:solidFill>
        </p:spPr>
        <p:txBody>
          <a:bodyPr/>
          <a:lstStyle>
            <a:lvl1pPr marL="0" indent="0">
              <a:lnSpc>
                <a:spcPct val="100000"/>
              </a:lnSpc>
              <a:spcBef>
                <a:spcPts val="0"/>
              </a:spcBef>
              <a:spcAft>
                <a:spcPts val="0"/>
              </a:spcAft>
              <a:buFont typeface="Arial" panose="020B0604020202020204" pitchFamily="34" charset="0"/>
              <a:buNone/>
              <a:defRPr sz="433" b="0">
                <a:solidFill>
                  <a:schemeClr val="accent1"/>
                </a:solidFill>
              </a:defRPr>
            </a:lvl1pPr>
            <a:lvl2pPr marL="0" indent="0">
              <a:lnSpc>
                <a:spcPct val="100000"/>
              </a:lnSpc>
              <a:spcBef>
                <a:spcPts val="0"/>
              </a:spcBef>
              <a:spcAft>
                <a:spcPts val="0"/>
              </a:spcAft>
              <a:buFont typeface="Arial" panose="020B0604020202020204" pitchFamily="34" charset="0"/>
              <a:buNone/>
              <a:defRPr sz="433" b="0">
                <a:solidFill>
                  <a:schemeClr val="accent1"/>
                </a:solidFill>
              </a:defRPr>
            </a:lvl2pPr>
            <a:lvl3pPr marL="0" indent="0">
              <a:lnSpc>
                <a:spcPct val="100000"/>
              </a:lnSpc>
              <a:spcBef>
                <a:spcPts val="0"/>
              </a:spcBef>
              <a:spcAft>
                <a:spcPts val="0"/>
              </a:spcAft>
              <a:buNone/>
              <a:defRPr sz="433" b="0">
                <a:solidFill>
                  <a:schemeClr val="accent1"/>
                </a:solidFill>
              </a:defRPr>
            </a:lvl3pPr>
            <a:lvl4pPr marL="0" indent="0">
              <a:lnSpc>
                <a:spcPct val="100000"/>
              </a:lnSpc>
              <a:spcBef>
                <a:spcPts val="0"/>
              </a:spcBef>
              <a:spcAft>
                <a:spcPts val="0"/>
              </a:spcAft>
              <a:buNone/>
              <a:defRPr sz="433" b="0">
                <a:solidFill>
                  <a:schemeClr val="accent1"/>
                </a:solidFill>
              </a:defRPr>
            </a:lvl4pPr>
            <a:lvl5pPr marL="0" indent="0">
              <a:lnSpc>
                <a:spcPct val="100000"/>
              </a:lnSpc>
              <a:spcBef>
                <a:spcPts val="0"/>
              </a:spcBef>
              <a:spcAft>
                <a:spcPts val="0"/>
              </a:spcAft>
              <a:buNone/>
              <a:defRPr sz="433" b="0">
                <a:solidFill>
                  <a:schemeClr val="accent1"/>
                </a:solidFill>
              </a:defRPr>
            </a:lvl5pPr>
            <a:lvl6pPr marL="0" indent="0">
              <a:lnSpc>
                <a:spcPct val="100000"/>
              </a:lnSpc>
              <a:spcBef>
                <a:spcPts val="0"/>
              </a:spcBef>
              <a:spcAft>
                <a:spcPts val="0"/>
              </a:spcAft>
              <a:buFont typeface="Arial" panose="020B0604020202020204" pitchFamily="34" charset="0"/>
              <a:buNone/>
              <a:defRPr sz="433" b="0">
                <a:solidFill>
                  <a:schemeClr val="accent1"/>
                </a:solidFill>
              </a:defRPr>
            </a:lvl6pPr>
            <a:lvl7pPr marL="0" indent="0">
              <a:lnSpc>
                <a:spcPct val="100000"/>
              </a:lnSpc>
              <a:spcBef>
                <a:spcPts val="0"/>
              </a:spcBef>
              <a:spcAft>
                <a:spcPts val="0"/>
              </a:spcAft>
              <a:buFont typeface="Arial" panose="020B0604020202020204" pitchFamily="34" charset="0"/>
              <a:buNone/>
              <a:defRPr sz="433" b="0">
                <a:solidFill>
                  <a:schemeClr val="accent1"/>
                </a:solidFill>
              </a:defRPr>
            </a:lvl7pPr>
            <a:lvl8pPr marL="0" indent="0">
              <a:lnSpc>
                <a:spcPct val="100000"/>
              </a:lnSpc>
              <a:spcBef>
                <a:spcPts val="0"/>
              </a:spcBef>
              <a:spcAft>
                <a:spcPts val="0"/>
              </a:spcAft>
              <a:buFont typeface="Arial" panose="020B0604020202020204" pitchFamily="34" charset="0"/>
              <a:buNone/>
              <a:defRPr sz="433" b="0">
                <a:solidFill>
                  <a:schemeClr val="accent1"/>
                </a:solidFill>
              </a:defRPr>
            </a:lvl8pPr>
            <a:lvl9pPr marL="0" indent="0">
              <a:lnSpc>
                <a:spcPct val="100000"/>
              </a:lnSpc>
              <a:spcBef>
                <a:spcPts val="0"/>
              </a:spcBef>
              <a:spcAft>
                <a:spcPts val="0"/>
              </a:spcAft>
              <a:buFont typeface="Arial" panose="020B0604020202020204" pitchFamily="34" charset="0"/>
              <a:buNone/>
              <a:defRPr sz="433" b="0">
                <a:solidFill>
                  <a:schemeClr val="accent1"/>
                </a:solidFill>
              </a:defRPr>
            </a:lvl9pPr>
          </a:lstStyle>
          <a:p>
            <a:pPr lvl="0"/>
            <a:r>
              <a:rPr lang="de-DE" dirty="0"/>
              <a:t> </a:t>
            </a:r>
          </a:p>
        </p:txBody>
      </p:sp>
      <p:sp>
        <p:nvSpPr>
          <p:cNvPr id="6" name="Title 1"/>
          <p:cNvSpPr>
            <a:spLocks noGrp="1"/>
          </p:cNvSpPr>
          <p:nvPr>
            <p:ph type="ctrTitle" hasCustomPrompt="1"/>
          </p:nvPr>
        </p:nvSpPr>
        <p:spPr bwMode="gray">
          <a:xfrm>
            <a:off x="1199457" y="1365252"/>
            <a:ext cx="7633396" cy="3983963"/>
          </a:xfrm>
        </p:spPr>
        <p:txBody>
          <a:bodyPr>
            <a:normAutofit/>
          </a:bodyPr>
          <a:lstStyle>
            <a:lvl1pPr>
              <a:defRPr kumimoji="0" lang="de-DE" sz="6500" b="0" i="0" u="none" strike="noStrike" kern="0" cap="none" spc="-162" normalizeH="0" baseline="0" noProof="0" smtClean="0">
                <a:ln>
                  <a:noFill/>
                </a:ln>
                <a:solidFill>
                  <a:sysClr val="window" lastClr="FFFFFF"/>
                </a:solidFill>
                <a:effectLst/>
                <a:uLnTx/>
                <a:uFillTx/>
                <a:latin typeface="Avenir Next" panose="020B0503020202020204"/>
              </a:defRPr>
            </a:lvl1pPr>
          </a:lstStyle>
          <a:p>
            <a:r>
              <a:rPr lang="en-US" dirty="0"/>
              <a:t>A title for this presentation can be </a:t>
            </a:r>
            <a:br>
              <a:rPr lang="en-US" dirty="0"/>
            </a:br>
            <a:r>
              <a:rPr lang="en-US" dirty="0"/>
              <a:t>very long.</a:t>
            </a:r>
          </a:p>
        </p:txBody>
      </p:sp>
      <p:sp>
        <p:nvSpPr>
          <p:cNvPr id="10" name="Date Placeholder 2"/>
          <p:cNvSpPr>
            <a:spLocks noGrp="1"/>
          </p:cNvSpPr>
          <p:nvPr>
            <p:ph type="dt" sz="half" idx="12"/>
          </p:nvPr>
        </p:nvSpPr>
        <p:spPr>
          <a:xfrm>
            <a:off x="10848529" y="7077406"/>
            <a:ext cx="624069" cy="96011"/>
          </a:xfrm>
        </p:spPr>
        <p:txBody>
          <a:bodyPr/>
          <a:lstStyle>
            <a:lvl1pPr>
              <a:defRPr sz="325">
                <a:solidFill>
                  <a:schemeClr val="bg1">
                    <a:lumMod val="75000"/>
                    <a:alpha val="0"/>
                  </a:schemeClr>
                </a:solidFill>
              </a:defRPr>
            </a:lvl1pPr>
          </a:lstStyle>
          <a:p>
            <a:fld id="{843532AC-5C6E-48ED-9C2D-72CE0CAA70EB}" type="datetime1">
              <a:rPr lang="en-US" smtClean="0">
                <a:solidFill>
                  <a:prstClr val="white">
                    <a:lumMod val="75000"/>
                    <a:alpha val="0"/>
                  </a:prstClr>
                </a:solidFill>
              </a:rPr>
              <a:pPr/>
              <a:t>7/6/2026</a:t>
            </a:fld>
            <a:endParaRPr lang="en-US">
              <a:solidFill>
                <a:prstClr val="white">
                  <a:lumMod val="75000"/>
                  <a:alpha val="0"/>
                </a:prstClr>
              </a:solidFill>
            </a:endParaRPr>
          </a:p>
        </p:txBody>
      </p:sp>
      <p:sp>
        <p:nvSpPr>
          <p:cNvPr id="12" name="Footer Placeholder 3"/>
          <p:cNvSpPr>
            <a:spLocks noGrp="1"/>
          </p:cNvSpPr>
          <p:nvPr>
            <p:ph type="ftr" sz="quarter" idx="13"/>
          </p:nvPr>
        </p:nvSpPr>
        <p:spPr>
          <a:xfrm>
            <a:off x="9215968" y="7077406"/>
            <a:ext cx="1632562" cy="96011"/>
          </a:xfrm>
        </p:spPr>
        <p:txBody>
          <a:bodyPr/>
          <a:lstStyle>
            <a:lvl1pPr>
              <a:defRPr sz="325">
                <a:solidFill>
                  <a:schemeClr val="bg1">
                    <a:lumMod val="75000"/>
                    <a:alpha val="0"/>
                  </a:schemeClr>
                </a:solidFill>
              </a:defRPr>
            </a:lvl1pPr>
          </a:lstStyle>
          <a:p>
            <a:r>
              <a:rPr lang="en-US">
                <a:solidFill>
                  <a:prstClr val="white">
                    <a:lumMod val="75000"/>
                    <a:alpha val="0"/>
                  </a:prstClr>
                </a:solidFill>
              </a:rPr>
              <a:t>Title of the presentation</a:t>
            </a:r>
          </a:p>
        </p:txBody>
      </p:sp>
      <p:sp>
        <p:nvSpPr>
          <p:cNvPr id="13" name="Slide Number Placeholder 4"/>
          <p:cNvSpPr>
            <a:spLocks noGrp="1"/>
          </p:cNvSpPr>
          <p:nvPr>
            <p:ph type="sldNum" sz="quarter" idx="14"/>
          </p:nvPr>
        </p:nvSpPr>
        <p:spPr>
          <a:xfrm>
            <a:off x="11472598" y="7077406"/>
            <a:ext cx="287601" cy="96011"/>
          </a:xfrm>
        </p:spPr>
        <p:txBody>
          <a:bodyPr/>
          <a:lstStyle>
            <a:lvl1pPr>
              <a:defRPr sz="325">
                <a:solidFill>
                  <a:schemeClr val="bg1">
                    <a:lumMod val="75000"/>
                    <a:alpha val="0"/>
                  </a:schemeClr>
                </a:solidFill>
              </a:defRPr>
            </a:lvl1pPr>
          </a:lstStyle>
          <a:p>
            <a:fld id="{FCB53D23-1D79-480C-B3BE-829293F4503C}" type="slidenum">
              <a:rPr lang="en-US" smtClean="0">
                <a:solidFill>
                  <a:prstClr val="white">
                    <a:lumMod val="75000"/>
                    <a:alpha val="0"/>
                  </a:prstClr>
                </a:solidFill>
              </a:rPr>
              <a:pPr/>
              <a:t>‹#›</a:t>
            </a:fld>
            <a:endParaRPr lang="en-US">
              <a:solidFill>
                <a:prstClr val="white">
                  <a:lumMod val="75000"/>
                  <a:alpha val="0"/>
                </a:prstClr>
              </a:solidFill>
            </a:endParaRPr>
          </a:p>
        </p:txBody>
      </p:sp>
    </p:spTree>
    <p:custDataLst>
      <p:tags r:id="rId1"/>
    </p:custDataLst>
    <p:extLst>
      <p:ext uri="{BB962C8B-B14F-4D97-AF65-F5344CB8AC3E}">
        <p14:creationId xmlns:p14="http://schemas.microsoft.com/office/powerpoint/2010/main" val="3978925836"/>
      </p:ext>
    </p:extLst>
  </p:cSld>
  <p:clrMapOvr>
    <a:masterClrMapping/>
  </p:clrMapOvr>
  <p:transition>
    <p:fade/>
  </p:transition>
</p:sldLayout>
</file>

<file path=ppt/slideLayouts/slideLayout136.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sp>
        <p:nvSpPr>
          <p:cNvPr id="6" name="Title 1"/>
          <p:cNvSpPr>
            <a:spLocks noGrp="1"/>
          </p:cNvSpPr>
          <p:nvPr>
            <p:ph type="ctrTitle" hasCustomPrompt="1"/>
          </p:nvPr>
        </p:nvSpPr>
        <p:spPr bwMode="gray">
          <a:xfrm>
            <a:off x="1199457" y="1365251"/>
            <a:ext cx="7633396" cy="1007632"/>
          </a:xfrm>
        </p:spPr>
        <p:txBody>
          <a:bodyPr/>
          <a:lstStyle>
            <a:lvl1pPr>
              <a:defRPr sz="6500" spc="-162">
                <a:solidFill>
                  <a:schemeClr val="accent1"/>
                </a:solidFill>
              </a:defRPr>
            </a:lvl1pPr>
          </a:lstStyle>
          <a:p>
            <a:r>
              <a:rPr lang="en-US" dirty="0"/>
              <a:t>Content.</a:t>
            </a:r>
          </a:p>
        </p:txBody>
      </p:sp>
      <p:sp>
        <p:nvSpPr>
          <p:cNvPr id="11" name="Text Placeholder 9"/>
          <p:cNvSpPr>
            <a:spLocks noGrp="1"/>
          </p:cNvSpPr>
          <p:nvPr>
            <p:ph type="body" sz="quarter" idx="13"/>
          </p:nvPr>
        </p:nvSpPr>
        <p:spPr bwMode="gray">
          <a:xfrm>
            <a:off x="1509185" y="2372785"/>
            <a:ext cx="7323666" cy="3649133"/>
          </a:xfrm>
        </p:spPr>
        <p:txBody>
          <a:bodyPr/>
          <a:lstStyle>
            <a:lvl1pPr marL="388661" indent="-388661">
              <a:lnSpc>
                <a:spcPct val="80000"/>
              </a:lnSpc>
              <a:spcBef>
                <a:spcPts val="0"/>
              </a:spcBef>
              <a:spcAft>
                <a:spcPts val="867"/>
              </a:spcAft>
              <a:buClr>
                <a:schemeClr val="accent1"/>
              </a:buClr>
              <a:buSzPct val="100000"/>
              <a:buFont typeface="+mj-lt"/>
              <a:buAutoNum type="arabicPeriod"/>
              <a:defRPr sz="1517" b="0">
                <a:solidFill>
                  <a:schemeClr val="accent1"/>
                </a:solidFill>
              </a:defRPr>
            </a:lvl1pPr>
            <a:lvl2pPr marL="584982" indent="-194994">
              <a:lnSpc>
                <a:spcPct val="80000"/>
              </a:lnSpc>
              <a:spcBef>
                <a:spcPts val="0"/>
              </a:spcBef>
              <a:spcAft>
                <a:spcPts val="867"/>
              </a:spcAft>
              <a:buClr>
                <a:schemeClr val="accent1"/>
              </a:buClr>
              <a:buSzPct val="100000"/>
              <a:buFont typeface="Arial" panose="020B0604020202020204" pitchFamily="34" charset="0"/>
              <a:buChar char="•"/>
              <a:defRPr sz="1517" b="0" baseline="0">
                <a:solidFill>
                  <a:schemeClr val="accent1"/>
                </a:solidFill>
              </a:defRPr>
            </a:lvl2pPr>
            <a:lvl3pPr marL="584982" indent="-194994">
              <a:lnSpc>
                <a:spcPct val="80000"/>
              </a:lnSpc>
              <a:spcBef>
                <a:spcPts val="0"/>
              </a:spcBef>
              <a:spcAft>
                <a:spcPts val="867"/>
              </a:spcAft>
              <a:buClr>
                <a:schemeClr val="accent1"/>
              </a:buClr>
              <a:buSzPct val="100000"/>
              <a:buFont typeface="Arial" panose="020B0604020202020204" pitchFamily="34" charset="0"/>
              <a:buChar char="•"/>
              <a:defRPr sz="1517" b="0">
                <a:solidFill>
                  <a:schemeClr val="accent1"/>
                </a:solidFill>
              </a:defRPr>
            </a:lvl3pPr>
            <a:lvl4pPr marL="584982" indent="-194994">
              <a:lnSpc>
                <a:spcPct val="80000"/>
              </a:lnSpc>
              <a:spcBef>
                <a:spcPts val="0"/>
              </a:spcBef>
              <a:spcAft>
                <a:spcPts val="867"/>
              </a:spcAft>
              <a:buClr>
                <a:schemeClr val="accent1"/>
              </a:buClr>
              <a:buSzPct val="100000"/>
              <a:buFont typeface="Arial" panose="020B0604020202020204" pitchFamily="34" charset="0"/>
              <a:buChar char="•"/>
              <a:defRPr sz="1517" b="0">
                <a:solidFill>
                  <a:schemeClr val="accent1"/>
                </a:solidFill>
              </a:defRPr>
            </a:lvl4pPr>
            <a:lvl5pPr marL="584982" indent="-194994">
              <a:lnSpc>
                <a:spcPct val="80000"/>
              </a:lnSpc>
              <a:spcBef>
                <a:spcPts val="0"/>
              </a:spcBef>
              <a:spcAft>
                <a:spcPts val="867"/>
              </a:spcAft>
              <a:buClr>
                <a:schemeClr val="accent1"/>
              </a:buClr>
              <a:buSzPct val="100000"/>
              <a:buFont typeface="Arial" panose="020B0604020202020204" pitchFamily="34" charset="0"/>
              <a:buChar char="•"/>
              <a:defRPr sz="1517" b="0">
                <a:solidFill>
                  <a:schemeClr val="accent1"/>
                </a:solidFill>
              </a:defRPr>
            </a:lvl5pPr>
            <a:lvl6pPr marL="584982" indent="-194994">
              <a:lnSpc>
                <a:spcPct val="80000"/>
              </a:lnSpc>
              <a:spcBef>
                <a:spcPts val="0"/>
              </a:spcBef>
              <a:spcAft>
                <a:spcPts val="867"/>
              </a:spcAft>
              <a:buClr>
                <a:schemeClr val="accent1"/>
              </a:buClr>
              <a:buSzPct val="100000"/>
              <a:buFont typeface="Arial" panose="020B0604020202020204" pitchFamily="34" charset="0"/>
              <a:buChar char="•"/>
              <a:defRPr sz="1517" b="0">
                <a:solidFill>
                  <a:schemeClr val="accent1"/>
                </a:solidFill>
              </a:defRPr>
            </a:lvl6pPr>
            <a:lvl7pPr marL="584982" indent="-194994">
              <a:lnSpc>
                <a:spcPct val="80000"/>
              </a:lnSpc>
              <a:spcBef>
                <a:spcPts val="0"/>
              </a:spcBef>
              <a:spcAft>
                <a:spcPts val="867"/>
              </a:spcAft>
              <a:buClr>
                <a:schemeClr val="accent1"/>
              </a:buClr>
              <a:buSzPct val="100000"/>
              <a:buFont typeface="Arial" panose="020B0604020202020204" pitchFamily="34" charset="0"/>
              <a:buChar char="•"/>
              <a:defRPr sz="1517" b="0">
                <a:solidFill>
                  <a:schemeClr val="accent1"/>
                </a:solidFill>
              </a:defRPr>
            </a:lvl7pPr>
            <a:lvl8pPr marL="584982" indent="-194994">
              <a:lnSpc>
                <a:spcPct val="80000"/>
              </a:lnSpc>
              <a:spcBef>
                <a:spcPts val="0"/>
              </a:spcBef>
              <a:spcAft>
                <a:spcPts val="867"/>
              </a:spcAft>
              <a:buClr>
                <a:schemeClr val="accent1"/>
              </a:buClr>
              <a:buSzPct val="100000"/>
              <a:buFont typeface="Arial" panose="020B0604020202020204" pitchFamily="34" charset="0"/>
              <a:buChar char="•"/>
              <a:defRPr sz="1517" b="0">
                <a:solidFill>
                  <a:schemeClr val="accent1"/>
                </a:solidFill>
              </a:defRPr>
            </a:lvl8pPr>
            <a:lvl9pPr marL="584982" indent="-194994">
              <a:lnSpc>
                <a:spcPct val="80000"/>
              </a:lnSpc>
              <a:spcBef>
                <a:spcPts val="0"/>
              </a:spcBef>
              <a:spcAft>
                <a:spcPts val="867"/>
              </a:spcAft>
              <a:buClr>
                <a:schemeClr val="accent1"/>
              </a:buClr>
              <a:buSzPct val="100000"/>
              <a:buFont typeface="Arial" panose="020B0604020202020204" pitchFamily="34" charset="0"/>
              <a:buChar char="•"/>
              <a:defRPr sz="1517" b="0">
                <a:solidFill>
                  <a:schemeClr val="accent1"/>
                </a:solidFill>
              </a:defRPr>
            </a:lvl9pPr>
          </a:lstStyle>
          <a:p>
            <a:pPr lvl="0"/>
            <a:r>
              <a:rPr lang="en-US" dirty="0"/>
              <a:t>Click to edit Master text styles</a:t>
            </a:r>
          </a:p>
          <a:p>
            <a:pPr lvl="1"/>
            <a:r>
              <a:rPr lang="de-DE" dirty="0"/>
              <a:t>Second </a:t>
            </a:r>
            <a:r>
              <a:rPr lang="de-DE" dirty="0" err="1"/>
              <a:t>layer</a:t>
            </a:r>
            <a:r>
              <a:rPr lang="de-DE" dirty="0"/>
              <a:t> </a:t>
            </a:r>
            <a:r>
              <a:rPr lang="de-DE" dirty="0" err="1"/>
              <a:t>is</a:t>
            </a:r>
            <a:r>
              <a:rPr lang="de-DE" dirty="0"/>
              <a:t> a </a:t>
            </a:r>
            <a:r>
              <a:rPr lang="de-DE" dirty="0" err="1"/>
              <a:t>bullet</a:t>
            </a:r>
            <a:r>
              <a:rPr lang="de-DE" dirty="0"/>
              <a:t> </a:t>
            </a:r>
            <a:r>
              <a:rPr lang="de-DE" dirty="0" err="1"/>
              <a:t>point</a:t>
            </a:r>
            <a:endParaRPr lang="en-US" dirty="0"/>
          </a:p>
        </p:txBody>
      </p:sp>
      <p:pic>
        <p:nvPicPr>
          <p:cNvPr id="12" name="Picture 24"/>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gray">
          <a:xfrm>
            <a:off x="9509571" y="5883231"/>
            <a:ext cx="2250630" cy="49003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Date Placeholder 2"/>
          <p:cNvSpPr>
            <a:spLocks noGrp="1"/>
          </p:cNvSpPr>
          <p:nvPr>
            <p:ph type="dt" sz="half" idx="10"/>
          </p:nvPr>
        </p:nvSpPr>
        <p:spPr>
          <a:xfrm>
            <a:off x="10848529" y="7077406"/>
            <a:ext cx="624069" cy="96011"/>
          </a:xfrm>
        </p:spPr>
        <p:txBody>
          <a:bodyPr/>
          <a:lstStyle>
            <a:lvl1pPr>
              <a:defRPr sz="325">
                <a:solidFill>
                  <a:schemeClr val="bg1">
                    <a:lumMod val="75000"/>
                    <a:alpha val="0"/>
                  </a:schemeClr>
                </a:solidFill>
              </a:defRPr>
            </a:lvl1pPr>
          </a:lstStyle>
          <a:p>
            <a:fld id="{5D5E1061-CA30-4BA7-9D4A-35AA00C33585}" type="datetime1">
              <a:rPr lang="en-US" smtClean="0">
                <a:solidFill>
                  <a:prstClr val="white">
                    <a:lumMod val="75000"/>
                    <a:alpha val="0"/>
                  </a:prstClr>
                </a:solidFill>
              </a:rPr>
              <a:pPr/>
              <a:t>7/6/2026</a:t>
            </a:fld>
            <a:endParaRPr lang="en-US">
              <a:solidFill>
                <a:prstClr val="white">
                  <a:lumMod val="75000"/>
                  <a:alpha val="0"/>
                </a:prstClr>
              </a:solidFill>
            </a:endParaRPr>
          </a:p>
        </p:txBody>
      </p:sp>
      <p:sp>
        <p:nvSpPr>
          <p:cNvPr id="7" name="Footer Placeholder 3"/>
          <p:cNvSpPr>
            <a:spLocks noGrp="1"/>
          </p:cNvSpPr>
          <p:nvPr>
            <p:ph type="ftr" sz="quarter" idx="11"/>
          </p:nvPr>
        </p:nvSpPr>
        <p:spPr>
          <a:xfrm>
            <a:off x="9215968" y="7077406"/>
            <a:ext cx="1632562" cy="96011"/>
          </a:xfrm>
        </p:spPr>
        <p:txBody>
          <a:bodyPr/>
          <a:lstStyle>
            <a:lvl1pPr>
              <a:defRPr sz="325">
                <a:solidFill>
                  <a:schemeClr val="bg1">
                    <a:lumMod val="75000"/>
                    <a:alpha val="0"/>
                  </a:schemeClr>
                </a:solidFill>
              </a:defRPr>
            </a:lvl1pPr>
          </a:lstStyle>
          <a:p>
            <a:r>
              <a:rPr lang="en-US">
                <a:solidFill>
                  <a:prstClr val="white">
                    <a:lumMod val="75000"/>
                    <a:alpha val="0"/>
                  </a:prstClr>
                </a:solidFill>
              </a:rPr>
              <a:t>Title of the presentation</a:t>
            </a:r>
          </a:p>
        </p:txBody>
      </p:sp>
      <p:sp>
        <p:nvSpPr>
          <p:cNvPr id="8" name="Slide Number Placeholder 4"/>
          <p:cNvSpPr>
            <a:spLocks noGrp="1"/>
          </p:cNvSpPr>
          <p:nvPr>
            <p:ph type="sldNum" sz="quarter" idx="12"/>
          </p:nvPr>
        </p:nvSpPr>
        <p:spPr>
          <a:xfrm>
            <a:off x="11472598" y="7077406"/>
            <a:ext cx="287601" cy="96011"/>
          </a:xfrm>
        </p:spPr>
        <p:txBody>
          <a:bodyPr/>
          <a:lstStyle>
            <a:lvl1pPr>
              <a:defRPr sz="325">
                <a:solidFill>
                  <a:schemeClr val="bg1">
                    <a:lumMod val="75000"/>
                    <a:alpha val="0"/>
                  </a:schemeClr>
                </a:solidFill>
              </a:defRPr>
            </a:lvl1pPr>
          </a:lstStyle>
          <a:p>
            <a:fld id="{FCB53D23-1D79-480C-B3BE-829293F4503C}" type="slidenum">
              <a:rPr lang="en-US" smtClean="0">
                <a:solidFill>
                  <a:prstClr val="white">
                    <a:lumMod val="75000"/>
                    <a:alpha val="0"/>
                  </a:prstClr>
                </a:solidFill>
              </a:rPr>
              <a:pPr/>
              <a:t>‹#›</a:t>
            </a:fld>
            <a:endParaRPr lang="en-US">
              <a:solidFill>
                <a:prstClr val="white">
                  <a:lumMod val="75000"/>
                  <a:alpha val="0"/>
                </a:prstClr>
              </a:solidFill>
            </a:endParaRPr>
          </a:p>
        </p:txBody>
      </p:sp>
    </p:spTree>
    <p:custDataLst>
      <p:tags r:id="rId1"/>
    </p:custDataLst>
    <p:extLst>
      <p:ext uri="{BB962C8B-B14F-4D97-AF65-F5344CB8AC3E}">
        <p14:creationId xmlns:p14="http://schemas.microsoft.com/office/powerpoint/2010/main" val="1448620853"/>
      </p:ext>
    </p:extLst>
  </p:cSld>
  <p:clrMapOvr>
    <a:masterClrMapping/>
  </p:clrMapOvr>
  <p:transition spd="med">
    <p:push dir="u"/>
  </p:transition>
</p:sldLayout>
</file>

<file path=ppt/slideLayouts/slideLayout137.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bwMode="gray"/>
        <p:txBody>
          <a:bodyPr/>
          <a:lstStyle/>
          <a:p>
            <a:r>
              <a:rPr lang="de-DE" dirty="0"/>
              <a:t>Title </a:t>
            </a:r>
            <a:r>
              <a:rPr lang="de-DE" dirty="0" err="1"/>
              <a:t>of</a:t>
            </a:r>
            <a:r>
              <a:rPr lang="de-DE" dirty="0"/>
              <a:t> </a:t>
            </a:r>
            <a:br>
              <a:rPr lang="de-DE" dirty="0"/>
            </a:br>
            <a:r>
              <a:rPr lang="de-DE" dirty="0" err="1"/>
              <a:t>the</a:t>
            </a:r>
            <a:r>
              <a:rPr lang="de-DE" dirty="0"/>
              <a:t> </a:t>
            </a:r>
            <a:r>
              <a:rPr lang="de-DE" dirty="0" err="1"/>
              <a:t>slide</a:t>
            </a:r>
            <a:endParaRPr lang="en-US" dirty="0"/>
          </a:p>
        </p:txBody>
      </p:sp>
      <p:sp>
        <p:nvSpPr>
          <p:cNvPr id="4" name="Date Placeholder 3"/>
          <p:cNvSpPr>
            <a:spLocks noGrp="1"/>
          </p:cNvSpPr>
          <p:nvPr>
            <p:ph type="dt" sz="half" idx="10"/>
          </p:nvPr>
        </p:nvSpPr>
        <p:spPr bwMode="gray"/>
        <p:txBody>
          <a:bodyPr/>
          <a:lstStyle/>
          <a:p>
            <a:fld id="{1B26A9AC-32EF-4C29-A2D7-C4503E40BA63}" type="datetime1">
              <a:rPr lang="en-US" smtClean="0">
                <a:solidFill>
                  <a:prstClr val="black"/>
                </a:solidFill>
              </a:rPr>
              <a:pPr/>
              <a:t>7/6/2026</a:t>
            </a:fld>
            <a:endParaRPr lang="en-US">
              <a:solidFill>
                <a:prstClr val="black"/>
              </a:solidFill>
            </a:endParaRPr>
          </a:p>
        </p:txBody>
      </p:sp>
      <p:sp>
        <p:nvSpPr>
          <p:cNvPr id="5" name="Footer Placeholder 4"/>
          <p:cNvSpPr>
            <a:spLocks noGrp="1"/>
          </p:cNvSpPr>
          <p:nvPr>
            <p:ph type="ftr" sz="quarter" idx="11"/>
          </p:nvPr>
        </p:nvSpPr>
        <p:spPr bwMode="gray"/>
        <p:txBody>
          <a:bodyPr/>
          <a:lstStyle/>
          <a:p>
            <a:r>
              <a:rPr lang="en-US">
                <a:solidFill>
                  <a:prstClr val="black"/>
                </a:solidFill>
              </a:rPr>
              <a:t>Title of the presentation</a:t>
            </a:r>
          </a:p>
        </p:txBody>
      </p:sp>
      <p:sp>
        <p:nvSpPr>
          <p:cNvPr id="6" name="Slide Number Placeholder 5"/>
          <p:cNvSpPr>
            <a:spLocks noGrp="1"/>
          </p:cNvSpPr>
          <p:nvPr>
            <p:ph type="sldNum" sz="quarter" idx="12"/>
          </p:nvPr>
        </p:nvSpPr>
        <p:spPr bwMode="gray"/>
        <p:txBody>
          <a:bodyPr/>
          <a:lstStyle/>
          <a:p>
            <a:fld id="{FCB53D23-1D79-480C-B3BE-829293F4503C}" type="slidenum">
              <a:rPr lang="en-US" smtClean="0">
                <a:solidFill>
                  <a:prstClr val="black"/>
                </a:solidFill>
              </a:rPr>
              <a:pPr/>
              <a:t>‹#›</a:t>
            </a:fld>
            <a:endParaRPr lang="en-US">
              <a:solidFill>
                <a:prstClr val="black"/>
              </a:solidFill>
            </a:endParaRPr>
          </a:p>
        </p:txBody>
      </p:sp>
      <p:sp>
        <p:nvSpPr>
          <p:cNvPr id="9" name="Text Placeholder 8"/>
          <p:cNvSpPr>
            <a:spLocks noGrp="1"/>
          </p:cNvSpPr>
          <p:nvPr>
            <p:ph type="body" sz="quarter" idx="13"/>
          </p:nvPr>
        </p:nvSpPr>
        <p:spPr bwMode="gray"/>
        <p:txBody>
          <a:bodyPr/>
          <a:lstStyle>
            <a:lvl5pPr>
              <a:defRPr/>
            </a:lvl5pPr>
            <a:lvl6pPr marL="292491" indent="-292491">
              <a:defRPr/>
            </a:lvl6pPr>
            <a:lvl7pPr>
              <a:defRPr/>
            </a:lvl7pPr>
            <a:lvl8pPr>
              <a:defRPr>
                <a:solidFill>
                  <a:schemeClr val="accent1"/>
                </a:solidFill>
              </a:defRPr>
            </a:lvl8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de-DE" dirty="0" err="1"/>
              <a:t>sdaf</a:t>
            </a:r>
            <a:endParaRPr lang="de-DE" dirty="0"/>
          </a:p>
          <a:p>
            <a:pPr lvl="6"/>
            <a:r>
              <a:rPr lang="de-DE" dirty="0" err="1"/>
              <a:t>adsf</a:t>
            </a:r>
            <a:endParaRPr lang="de-DE" dirty="0"/>
          </a:p>
          <a:p>
            <a:pPr lvl="7"/>
            <a:r>
              <a:rPr lang="de-DE" dirty="0" err="1"/>
              <a:t>asdf</a:t>
            </a:r>
            <a:endParaRPr lang="en-US" dirty="0"/>
          </a:p>
        </p:txBody>
      </p:sp>
    </p:spTree>
    <p:extLst>
      <p:ext uri="{BB962C8B-B14F-4D97-AF65-F5344CB8AC3E}">
        <p14:creationId xmlns:p14="http://schemas.microsoft.com/office/powerpoint/2010/main" val="1273182487"/>
      </p:ext>
    </p:extLst>
  </p:cSld>
  <p:clrMapOvr>
    <a:masterClrMapping/>
  </p:clrMapOvr>
  <p:transition>
    <p:fade/>
  </p:transition>
</p:sldLayout>
</file>

<file path=ppt/slideLayouts/slideLayout138.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bwMode="gray"/>
        <p:txBody>
          <a:bodyPr/>
          <a:lstStyle/>
          <a:p>
            <a:r>
              <a:rPr lang="de-DE" dirty="0"/>
              <a:t>Title </a:t>
            </a:r>
            <a:r>
              <a:rPr lang="de-DE" dirty="0" err="1"/>
              <a:t>of</a:t>
            </a:r>
            <a:r>
              <a:rPr lang="de-DE" dirty="0"/>
              <a:t> </a:t>
            </a:r>
            <a:br>
              <a:rPr lang="de-DE" dirty="0"/>
            </a:br>
            <a:r>
              <a:rPr lang="de-DE" dirty="0" err="1"/>
              <a:t>the</a:t>
            </a:r>
            <a:r>
              <a:rPr lang="de-DE" dirty="0"/>
              <a:t> </a:t>
            </a:r>
            <a:r>
              <a:rPr lang="de-DE" dirty="0" err="1"/>
              <a:t>slide</a:t>
            </a:r>
            <a:endParaRPr lang="en-US" dirty="0"/>
          </a:p>
        </p:txBody>
      </p:sp>
      <p:sp>
        <p:nvSpPr>
          <p:cNvPr id="4" name="Date Placeholder 3"/>
          <p:cNvSpPr>
            <a:spLocks noGrp="1"/>
          </p:cNvSpPr>
          <p:nvPr>
            <p:ph type="dt" sz="half" idx="10"/>
          </p:nvPr>
        </p:nvSpPr>
        <p:spPr bwMode="gray"/>
        <p:txBody>
          <a:bodyPr/>
          <a:lstStyle/>
          <a:p>
            <a:fld id="{13D5BD56-788B-4337-B147-3C027DDF9803}" type="datetime1">
              <a:rPr lang="en-US" smtClean="0">
                <a:solidFill>
                  <a:prstClr val="black"/>
                </a:solidFill>
              </a:rPr>
              <a:pPr/>
              <a:t>7/6/2026</a:t>
            </a:fld>
            <a:endParaRPr lang="en-US">
              <a:solidFill>
                <a:prstClr val="black"/>
              </a:solidFill>
            </a:endParaRPr>
          </a:p>
        </p:txBody>
      </p:sp>
      <p:sp>
        <p:nvSpPr>
          <p:cNvPr id="5" name="Footer Placeholder 4"/>
          <p:cNvSpPr>
            <a:spLocks noGrp="1"/>
          </p:cNvSpPr>
          <p:nvPr>
            <p:ph type="ftr" sz="quarter" idx="11"/>
          </p:nvPr>
        </p:nvSpPr>
        <p:spPr bwMode="gray"/>
        <p:txBody>
          <a:bodyPr/>
          <a:lstStyle/>
          <a:p>
            <a:r>
              <a:rPr lang="en-US">
                <a:solidFill>
                  <a:prstClr val="black"/>
                </a:solidFill>
              </a:rPr>
              <a:t>Title of the presentation</a:t>
            </a:r>
          </a:p>
        </p:txBody>
      </p:sp>
      <p:sp>
        <p:nvSpPr>
          <p:cNvPr id="6" name="Slide Number Placeholder 5"/>
          <p:cNvSpPr>
            <a:spLocks noGrp="1"/>
          </p:cNvSpPr>
          <p:nvPr>
            <p:ph type="sldNum" sz="quarter" idx="12"/>
          </p:nvPr>
        </p:nvSpPr>
        <p:spPr bwMode="gray"/>
        <p:txBody>
          <a:bodyPr/>
          <a:lstStyle/>
          <a:p>
            <a:fld id="{FCB53D23-1D79-480C-B3BE-829293F4503C}" type="slidenum">
              <a:rPr lang="en-US" smtClean="0">
                <a:solidFill>
                  <a:prstClr val="black"/>
                </a:solidFill>
              </a:rPr>
              <a:pPr/>
              <a:t>‹#›</a:t>
            </a:fld>
            <a:endParaRPr lang="en-US">
              <a:solidFill>
                <a:prstClr val="black"/>
              </a:solidFill>
            </a:endParaRPr>
          </a:p>
        </p:txBody>
      </p:sp>
    </p:spTree>
    <p:custDataLst>
      <p:tags r:id="rId1"/>
    </p:custDataLst>
    <p:extLst>
      <p:ext uri="{BB962C8B-B14F-4D97-AF65-F5344CB8AC3E}">
        <p14:creationId xmlns:p14="http://schemas.microsoft.com/office/powerpoint/2010/main" val="1485444985"/>
      </p:ext>
    </p:extLst>
  </p:cSld>
  <p:clrMapOvr>
    <a:masterClrMapping/>
  </p:clrMapOvr>
  <p:transition>
    <p:fade/>
  </p:transition>
</p:sldLayout>
</file>

<file path=ppt/slideLayouts/slideLayout139.xml><?xml version="1.0" encoding="utf-8"?>
<p:sldLayout xmlns:a="http://schemas.openxmlformats.org/drawingml/2006/main" xmlns:r="http://schemas.openxmlformats.org/officeDocument/2006/relationships" xmlns:p="http://schemas.openxmlformats.org/presentationml/2006/main" preserve="1" userDrawn="1">
  <p:cSld name="Text &amp; Image">
    <p:spTree>
      <p:nvGrpSpPr>
        <p:cNvPr id="1" name=""/>
        <p:cNvGrpSpPr/>
        <p:nvPr/>
      </p:nvGrpSpPr>
      <p:grpSpPr>
        <a:xfrm>
          <a:off x="0" y="0"/>
          <a:ext cx="0" cy="0"/>
          <a:chOff x="0" y="0"/>
          <a:chExt cx="0" cy="0"/>
        </a:xfrm>
      </p:grpSpPr>
      <p:sp>
        <p:nvSpPr>
          <p:cNvPr id="10" name="Picture Placeholder 3"/>
          <p:cNvSpPr>
            <a:spLocks noGrp="1"/>
          </p:cNvSpPr>
          <p:nvPr>
            <p:ph type="pic" sz="quarter" idx="13" hasCustomPrompt="1"/>
          </p:nvPr>
        </p:nvSpPr>
        <p:spPr bwMode="gray">
          <a:xfrm>
            <a:off x="9023351" y="0"/>
            <a:ext cx="3168650" cy="6858000"/>
          </a:xfrm>
          <a:prstGeom prst="rect">
            <a:avLst/>
          </a:prstGeom>
          <a:solidFill>
            <a:schemeClr val="tx1">
              <a:lumMod val="50000"/>
              <a:lumOff val="50000"/>
            </a:schemeClr>
          </a:solidFill>
        </p:spPr>
        <p:txBody>
          <a:bodyPr tIns="0" bIns="720000" anchor="ctr" anchorCtr="0"/>
          <a:lstStyle>
            <a:lvl1pPr algn="ctr">
              <a:defRPr sz="975" baseline="0">
                <a:solidFill>
                  <a:schemeClr val="bg1"/>
                </a:solidFill>
              </a:defRPr>
            </a:lvl1pPr>
          </a:lstStyle>
          <a:p>
            <a:r>
              <a:rPr lang="de-DE" dirty="0"/>
              <a:t>Click </a:t>
            </a:r>
            <a:r>
              <a:rPr lang="de-DE" dirty="0" err="1"/>
              <a:t>the</a:t>
            </a:r>
            <a:r>
              <a:rPr lang="de-DE" dirty="0"/>
              <a:t> </a:t>
            </a:r>
            <a:r>
              <a:rPr lang="de-DE" dirty="0" err="1"/>
              <a:t>icon</a:t>
            </a:r>
            <a:r>
              <a:rPr lang="de-DE" dirty="0"/>
              <a:t> </a:t>
            </a:r>
            <a:br>
              <a:rPr lang="de-DE" dirty="0"/>
            </a:br>
            <a:r>
              <a:rPr lang="de-DE" dirty="0" err="1"/>
              <a:t>to</a:t>
            </a:r>
            <a:r>
              <a:rPr lang="de-DE" dirty="0"/>
              <a:t> </a:t>
            </a:r>
            <a:r>
              <a:rPr lang="de-DE" dirty="0" err="1"/>
              <a:t>add</a:t>
            </a:r>
            <a:r>
              <a:rPr lang="de-DE" dirty="0"/>
              <a:t> an </a:t>
            </a:r>
            <a:r>
              <a:rPr lang="de-DE" dirty="0" err="1"/>
              <a:t>image</a:t>
            </a:r>
            <a:endParaRPr lang="en-US" dirty="0"/>
          </a:p>
        </p:txBody>
      </p:sp>
      <p:sp>
        <p:nvSpPr>
          <p:cNvPr id="2" name="Title 1"/>
          <p:cNvSpPr>
            <a:spLocks noGrp="1"/>
          </p:cNvSpPr>
          <p:nvPr>
            <p:ph type="title" hasCustomPrompt="1"/>
          </p:nvPr>
        </p:nvSpPr>
        <p:spPr bwMode="gray">
          <a:xfrm>
            <a:off x="431801" y="452969"/>
            <a:ext cx="8401051" cy="912284"/>
          </a:xfrm>
        </p:spPr>
        <p:txBody>
          <a:bodyPr/>
          <a:lstStyle>
            <a:lvl1pPr>
              <a:defRPr baseline="0"/>
            </a:lvl1pPr>
          </a:lstStyle>
          <a:p>
            <a:r>
              <a:rPr lang="de-DE" dirty="0"/>
              <a:t>Title </a:t>
            </a:r>
            <a:r>
              <a:rPr lang="de-DE" dirty="0" err="1"/>
              <a:t>of</a:t>
            </a:r>
            <a:r>
              <a:rPr lang="de-DE" dirty="0"/>
              <a:t> </a:t>
            </a:r>
            <a:br>
              <a:rPr lang="de-DE" dirty="0"/>
            </a:br>
            <a:r>
              <a:rPr lang="de-DE" dirty="0" err="1"/>
              <a:t>the</a:t>
            </a:r>
            <a:r>
              <a:rPr lang="de-DE" dirty="0"/>
              <a:t> </a:t>
            </a:r>
            <a:r>
              <a:rPr lang="de-DE" dirty="0" err="1"/>
              <a:t>slide</a:t>
            </a:r>
            <a:endParaRPr lang="en-US" dirty="0"/>
          </a:p>
        </p:txBody>
      </p:sp>
      <p:sp>
        <p:nvSpPr>
          <p:cNvPr id="4" name="Date Placeholder 3"/>
          <p:cNvSpPr>
            <a:spLocks noGrp="1"/>
          </p:cNvSpPr>
          <p:nvPr>
            <p:ph type="dt" sz="half" idx="10"/>
          </p:nvPr>
        </p:nvSpPr>
        <p:spPr bwMode="gray"/>
        <p:txBody>
          <a:bodyPr/>
          <a:lstStyle>
            <a:lvl1pPr>
              <a:defRPr>
                <a:solidFill>
                  <a:schemeClr val="bg1"/>
                </a:solidFill>
              </a:defRPr>
            </a:lvl1pPr>
          </a:lstStyle>
          <a:p>
            <a:fld id="{D35BDD1F-C475-43DB-BE05-7999FF5EE60E}" type="datetime1">
              <a:rPr lang="en-US" smtClean="0">
                <a:solidFill>
                  <a:prstClr val="white"/>
                </a:solidFill>
              </a:rPr>
              <a:pPr/>
              <a:t>7/6/2026</a:t>
            </a:fld>
            <a:endParaRPr lang="en-US">
              <a:solidFill>
                <a:prstClr val="white"/>
              </a:solidFill>
            </a:endParaRPr>
          </a:p>
        </p:txBody>
      </p:sp>
      <p:sp>
        <p:nvSpPr>
          <p:cNvPr id="5" name="Footer Placeholder 4"/>
          <p:cNvSpPr>
            <a:spLocks noGrp="1"/>
          </p:cNvSpPr>
          <p:nvPr>
            <p:ph type="ftr" sz="quarter" idx="11"/>
          </p:nvPr>
        </p:nvSpPr>
        <p:spPr bwMode="gray"/>
        <p:txBody>
          <a:bodyPr/>
          <a:lstStyle>
            <a:lvl1pPr>
              <a:defRPr>
                <a:solidFill>
                  <a:schemeClr val="bg1"/>
                </a:solidFill>
              </a:defRPr>
            </a:lvl1pPr>
          </a:lstStyle>
          <a:p>
            <a:r>
              <a:rPr lang="en-US">
                <a:solidFill>
                  <a:prstClr val="white"/>
                </a:solidFill>
              </a:rPr>
              <a:t>Title of the presentation</a:t>
            </a:r>
            <a:endParaRPr lang="en-US" dirty="0">
              <a:solidFill>
                <a:prstClr val="white"/>
              </a:solidFill>
            </a:endParaRPr>
          </a:p>
        </p:txBody>
      </p:sp>
      <p:sp>
        <p:nvSpPr>
          <p:cNvPr id="6" name="Slide Number Placeholder 5"/>
          <p:cNvSpPr>
            <a:spLocks noGrp="1"/>
          </p:cNvSpPr>
          <p:nvPr>
            <p:ph type="sldNum" sz="quarter" idx="12"/>
          </p:nvPr>
        </p:nvSpPr>
        <p:spPr bwMode="gray"/>
        <p:txBody>
          <a:bodyPr/>
          <a:lstStyle>
            <a:lvl1pPr>
              <a:defRPr>
                <a:solidFill>
                  <a:schemeClr val="bg1"/>
                </a:solidFill>
              </a:defRPr>
            </a:lvl1pPr>
          </a:lstStyle>
          <a:p>
            <a:fld id="{FCB53D23-1D79-480C-B3BE-829293F4503C}" type="slidenum">
              <a:rPr lang="en-US" smtClean="0">
                <a:solidFill>
                  <a:prstClr val="white"/>
                </a:solidFill>
              </a:rPr>
              <a:pPr/>
              <a:t>‹#›</a:t>
            </a:fld>
            <a:endParaRPr lang="en-US">
              <a:solidFill>
                <a:prstClr val="white"/>
              </a:solidFill>
            </a:endParaRPr>
          </a:p>
        </p:txBody>
      </p:sp>
      <p:sp>
        <p:nvSpPr>
          <p:cNvPr id="7" name="Text Placeholder 6"/>
          <p:cNvSpPr>
            <a:spLocks noGrp="1"/>
          </p:cNvSpPr>
          <p:nvPr>
            <p:ph type="body" sz="quarter" idx="14"/>
          </p:nvPr>
        </p:nvSpPr>
        <p:spPr bwMode="gray">
          <a:xfrm>
            <a:off x="431801" y="1701800"/>
            <a:ext cx="8401051" cy="432011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0" name="Text Placeholder 10"/>
          <p:cNvSpPr>
            <a:spLocks noGrp="1"/>
          </p:cNvSpPr>
          <p:nvPr>
            <p:ph type="body" sz="quarter" idx="15" hasCustomPrompt="1"/>
          </p:nvPr>
        </p:nvSpPr>
        <p:spPr bwMode="gray">
          <a:xfrm>
            <a:off x="8086541" y="5335798"/>
            <a:ext cx="951524" cy="951523"/>
          </a:xfrm>
          <a:prstGeom prst="ellipse">
            <a:avLst/>
          </a:prstGeom>
          <a:solidFill>
            <a:schemeClr val="accent1"/>
          </a:solidFill>
        </p:spPr>
        <p:txBody>
          <a:bodyPr anchor="ctr"/>
          <a:lstStyle>
            <a:lvl1pPr marL="0" indent="0" algn="ctr">
              <a:lnSpc>
                <a:spcPct val="100000"/>
              </a:lnSpc>
              <a:spcBef>
                <a:spcPts val="0"/>
              </a:spcBef>
              <a:spcAft>
                <a:spcPts val="0"/>
              </a:spcAft>
              <a:buFont typeface="Arial" panose="020B0604020202020204" pitchFamily="34" charset="0"/>
              <a:buNone/>
              <a:defRPr sz="217" b="0" baseline="0">
                <a:solidFill>
                  <a:schemeClr val="accent1">
                    <a:alpha val="0"/>
                  </a:schemeClr>
                </a:solidFill>
                <a:latin typeface="Avenir Next" panose="020B0503020202020204"/>
              </a:defRPr>
            </a:lvl1pPr>
            <a:lvl2pPr marL="0" indent="0" algn="ctr">
              <a:lnSpc>
                <a:spcPct val="100000"/>
              </a:lnSpc>
              <a:spcBef>
                <a:spcPts val="0"/>
              </a:spcBef>
              <a:spcAft>
                <a:spcPts val="0"/>
              </a:spcAft>
              <a:buFont typeface="Arial" panose="020B0604020202020204" pitchFamily="34" charset="0"/>
              <a:buNone/>
              <a:defRPr sz="217" b="0">
                <a:solidFill>
                  <a:schemeClr val="accent1">
                    <a:alpha val="0"/>
                  </a:schemeClr>
                </a:solidFill>
                <a:latin typeface="+mn-lt"/>
              </a:defRPr>
            </a:lvl2pPr>
            <a:lvl3pPr marL="0" indent="0" algn="ctr">
              <a:lnSpc>
                <a:spcPct val="100000"/>
              </a:lnSpc>
              <a:spcBef>
                <a:spcPts val="0"/>
              </a:spcBef>
              <a:spcAft>
                <a:spcPts val="0"/>
              </a:spcAft>
              <a:buFont typeface="Arial" panose="020B0604020202020204" pitchFamily="34" charset="0"/>
              <a:buNone/>
              <a:defRPr sz="217" b="0">
                <a:solidFill>
                  <a:schemeClr val="accent1">
                    <a:alpha val="0"/>
                  </a:schemeClr>
                </a:solidFill>
                <a:latin typeface="+mn-lt"/>
              </a:defRPr>
            </a:lvl3pPr>
            <a:lvl4pPr marL="0" indent="0" algn="ctr">
              <a:lnSpc>
                <a:spcPct val="100000"/>
              </a:lnSpc>
              <a:spcBef>
                <a:spcPts val="0"/>
              </a:spcBef>
              <a:spcAft>
                <a:spcPts val="0"/>
              </a:spcAft>
              <a:buFont typeface="Arial" panose="020B0604020202020204" pitchFamily="34" charset="0"/>
              <a:buNone/>
              <a:defRPr sz="217" b="0">
                <a:solidFill>
                  <a:schemeClr val="accent1">
                    <a:alpha val="0"/>
                  </a:schemeClr>
                </a:solidFill>
                <a:latin typeface="+mn-lt"/>
              </a:defRPr>
            </a:lvl4pPr>
            <a:lvl5pPr marL="0" indent="0" algn="ctr">
              <a:lnSpc>
                <a:spcPct val="100000"/>
              </a:lnSpc>
              <a:spcBef>
                <a:spcPts val="0"/>
              </a:spcBef>
              <a:spcAft>
                <a:spcPts val="0"/>
              </a:spcAft>
              <a:buFont typeface="Arial" panose="020B0604020202020204" pitchFamily="34" charset="0"/>
              <a:buNone/>
              <a:defRPr sz="217" b="0">
                <a:solidFill>
                  <a:schemeClr val="accent1">
                    <a:alpha val="0"/>
                  </a:schemeClr>
                </a:solidFill>
                <a:latin typeface="+mn-lt"/>
              </a:defRPr>
            </a:lvl5pPr>
            <a:lvl6pPr marL="0" indent="0" algn="ctr">
              <a:lnSpc>
                <a:spcPct val="100000"/>
              </a:lnSpc>
              <a:spcBef>
                <a:spcPts val="0"/>
              </a:spcBef>
              <a:spcAft>
                <a:spcPts val="0"/>
              </a:spcAft>
              <a:buFont typeface="Arial" panose="020B0604020202020204" pitchFamily="34" charset="0"/>
              <a:buNone/>
              <a:defRPr sz="217" b="0">
                <a:solidFill>
                  <a:schemeClr val="accent1">
                    <a:alpha val="0"/>
                  </a:schemeClr>
                </a:solidFill>
                <a:latin typeface="+mn-lt"/>
              </a:defRPr>
            </a:lvl6pPr>
            <a:lvl7pPr marL="0" indent="0" algn="ctr">
              <a:lnSpc>
                <a:spcPct val="100000"/>
              </a:lnSpc>
              <a:spcBef>
                <a:spcPts val="0"/>
              </a:spcBef>
              <a:spcAft>
                <a:spcPts val="0"/>
              </a:spcAft>
              <a:buFont typeface="Arial" panose="020B0604020202020204" pitchFamily="34" charset="0"/>
              <a:buNone/>
              <a:defRPr sz="217" b="0">
                <a:solidFill>
                  <a:schemeClr val="accent1">
                    <a:alpha val="0"/>
                  </a:schemeClr>
                </a:solidFill>
                <a:latin typeface="+mn-lt"/>
              </a:defRPr>
            </a:lvl7pPr>
            <a:lvl8pPr marL="0" indent="0" algn="ctr">
              <a:lnSpc>
                <a:spcPct val="100000"/>
              </a:lnSpc>
              <a:spcBef>
                <a:spcPts val="0"/>
              </a:spcBef>
              <a:spcAft>
                <a:spcPts val="0"/>
              </a:spcAft>
              <a:buFont typeface="Arial" panose="020B0604020202020204" pitchFamily="34" charset="0"/>
              <a:buNone/>
              <a:defRPr sz="217" b="0">
                <a:solidFill>
                  <a:schemeClr val="accent1">
                    <a:alpha val="0"/>
                  </a:schemeClr>
                </a:solidFill>
                <a:latin typeface="+mn-lt"/>
              </a:defRPr>
            </a:lvl8pPr>
            <a:lvl9pPr marL="0" indent="0" algn="ctr">
              <a:lnSpc>
                <a:spcPct val="100000"/>
              </a:lnSpc>
              <a:spcBef>
                <a:spcPts val="0"/>
              </a:spcBef>
              <a:spcAft>
                <a:spcPts val="0"/>
              </a:spcAft>
              <a:buFont typeface="Arial" panose="020B0604020202020204" pitchFamily="34" charset="0"/>
              <a:buNone/>
              <a:defRPr sz="217" b="0">
                <a:solidFill>
                  <a:schemeClr val="accent1">
                    <a:alpha val="0"/>
                  </a:schemeClr>
                </a:solidFill>
                <a:latin typeface="+mn-lt"/>
              </a:defRPr>
            </a:lvl9pPr>
          </a:lstStyle>
          <a:p>
            <a:pPr lvl="0"/>
            <a:r>
              <a:rPr lang="de-DE" dirty="0"/>
              <a:t> </a:t>
            </a:r>
          </a:p>
        </p:txBody>
      </p:sp>
      <p:sp>
        <p:nvSpPr>
          <p:cNvPr id="21" name="Text Placeholder 10"/>
          <p:cNvSpPr>
            <a:spLocks noGrp="1"/>
          </p:cNvSpPr>
          <p:nvPr>
            <p:ph type="body" sz="quarter" idx="18" hasCustomPrompt="1"/>
          </p:nvPr>
        </p:nvSpPr>
        <p:spPr bwMode="gray">
          <a:xfrm>
            <a:off x="8656883" y="5437766"/>
            <a:ext cx="723856" cy="723857"/>
          </a:xfrm>
          <a:prstGeom prst="ellipse">
            <a:avLst/>
          </a:prstGeom>
          <a:solidFill>
            <a:schemeClr val="bg1"/>
          </a:solidFill>
        </p:spPr>
        <p:txBody>
          <a:bodyPr anchor="ctr"/>
          <a:lstStyle>
            <a:lvl1pPr marL="0" indent="0" algn="ctr">
              <a:lnSpc>
                <a:spcPct val="100000"/>
              </a:lnSpc>
              <a:spcBef>
                <a:spcPts val="0"/>
              </a:spcBef>
              <a:spcAft>
                <a:spcPts val="0"/>
              </a:spcAft>
              <a:buFont typeface="Arial" panose="020B0604020202020204" pitchFamily="34" charset="0"/>
              <a:buNone/>
              <a:defRPr sz="433" b="0">
                <a:solidFill>
                  <a:schemeClr val="bg1">
                    <a:alpha val="0"/>
                  </a:schemeClr>
                </a:solidFill>
                <a:latin typeface="Avenir Next" panose="020B0503020202020204"/>
              </a:defRPr>
            </a:lvl1pPr>
            <a:lvl2pPr marL="0" indent="0" algn="ctr">
              <a:lnSpc>
                <a:spcPct val="100000"/>
              </a:lnSpc>
              <a:spcBef>
                <a:spcPts val="0"/>
              </a:spcBef>
              <a:spcAft>
                <a:spcPts val="0"/>
              </a:spcAft>
              <a:buFont typeface="Arial" panose="020B0604020202020204" pitchFamily="34" charset="0"/>
              <a:buNone/>
              <a:defRPr sz="433" b="0">
                <a:solidFill>
                  <a:schemeClr val="bg1">
                    <a:alpha val="0"/>
                  </a:schemeClr>
                </a:solidFill>
                <a:latin typeface="+mn-lt"/>
              </a:defRPr>
            </a:lvl2pPr>
            <a:lvl3pPr marL="0" indent="0" algn="ctr">
              <a:lnSpc>
                <a:spcPct val="100000"/>
              </a:lnSpc>
              <a:spcBef>
                <a:spcPts val="0"/>
              </a:spcBef>
              <a:spcAft>
                <a:spcPts val="0"/>
              </a:spcAft>
              <a:buFont typeface="Arial" panose="020B0604020202020204" pitchFamily="34" charset="0"/>
              <a:buNone/>
              <a:defRPr sz="433" b="0">
                <a:solidFill>
                  <a:schemeClr val="bg1">
                    <a:alpha val="0"/>
                  </a:schemeClr>
                </a:solidFill>
                <a:latin typeface="+mn-lt"/>
              </a:defRPr>
            </a:lvl3pPr>
            <a:lvl4pPr marL="0" indent="0" algn="ctr">
              <a:lnSpc>
                <a:spcPct val="100000"/>
              </a:lnSpc>
              <a:spcBef>
                <a:spcPts val="0"/>
              </a:spcBef>
              <a:spcAft>
                <a:spcPts val="0"/>
              </a:spcAft>
              <a:buFont typeface="Arial" panose="020B0604020202020204" pitchFamily="34" charset="0"/>
              <a:buNone/>
              <a:defRPr sz="433" b="0">
                <a:solidFill>
                  <a:schemeClr val="bg1">
                    <a:alpha val="0"/>
                  </a:schemeClr>
                </a:solidFill>
                <a:latin typeface="+mn-lt"/>
              </a:defRPr>
            </a:lvl4pPr>
            <a:lvl5pPr marL="0" indent="0" algn="ctr">
              <a:lnSpc>
                <a:spcPct val="100000"/>
              </a:lnSpc>
              <a:spcBef>
                <a:spcPts val="0"/>
              </a:spcBef>
              <a:spcAft>
                <a:spcPts val="0"/>
              </a:spcAft>
              <a:buFont typeface="Arial" panose="020B0604020202020204" pitchFamily="34" charset="0"/>
              <a:buNone/>
              <a:defRPr sz="433" b="0">
                <a:solidFill>
                  <a:schemeClr val="bg1">
                    <a:alpha val="0"/>
                  </a:schemeClr>
                </a:solidFill>
                <a:latin typeface="+mn-lt"/>
              </a:defRPr>
            </a:lvl5pPr>
            <a:lvl6pPr marL="0" indent="0" algn="ctr">
              <a:lnSpc>
                <a:spcPct val="100000"/>
              </a:lnSpc>
              <a:spcBef>
                <a:spcPts val="0"/>
              </a:spcBef>
              <a:spcAft>
                <a:spcPts val="0"/>
              </a:spcAft>
              <a:buFont typeface="Arial" panose="020B0604020202020204" pitchFamily="34" charset="0"/>
              <a:buNone/>
              <a:defRPr sz="433" b="0">
                <a:solidFill>
                  <a:schemeClr val="bg1">
                    <a:alpha val="0"/>
                  </a:schemeClr>
                </a:solidFill>
                <a:latin typeface="+mn-lt"/>
              </a:defRPr>
            </a:lvl6pPr>
            <a:lvl7pPr marL="0" indent="0" algn="ctr">
              <a:lnSpc>
                <a:spcPct val="100000"/>
              </a:lnSpc>
              <a:spcBef>
                <a:spcPts val="0"/>
              </a:spcBef>
              <a:spcAft>
                <a:spcPts val="0"/>
              </a:spcAft>
              <a:buFont typeface="Arial" panose="020B0604020202020204" pitchFamily="34" charset="0"/>
              <a:buNone/>
              <a:defRPr sz="433" b="0">
                <a:solidFill>
                  <a:schemeClr val="bg1">
                    <a:alpha val="0"/>
                  </a:schemeClr>
                </a:solidFill>
                <a:latin typeface="+mn-lt"/>
              </a:defRPr>
            </a:lvl7pPr>
            <a:lvl8pPr marL="0" indent="0" algn="ctr">
              <a:lnSpc>
                <a:spcPct val="100000"/>
              </a:lnSpc>
              <a:spcBef>
                <a:spcPts val="0"/>
              </a:spcBef>
              <a:spcAft>
                <a:spcPts val="0"/>
              </a:spcAft>
              <a:buFont typeface="Arial" panose="020B0604020202020204" pitchFamily="34" charset="0"/>
              <a:buNone/>
              <a:defRPr sz="433" b="0">
                <a:solidFill>
                  <a:schemeClr val="bg1">
                    <a:alpha val="0"/>
                  </a:schemeClr>
                </a:solidFill>
                <a:latin typeface="+mn-lt"/>
              </a:defRPr>
            </a:lvl8pPr>
            <a:lvl9pPr marL="0" indent="0" algn="ctr">
              <a:lnSpc>
                <a:spcPct val="100000"/>
              </a:lnSpc>
              <a:spcBef>
                <a:spcPts val="0"/>
              </a:spcBef>
              <a:spcAft>
                <a:spcPts val="0"/>
              </a:spcAft>
              <a:buFont typeface="Arial" panose="020B0604020202020204" pitchFamily="34" charset="0"/>
              <a:buNone/>
              <a:defRPr sz="433" b="0">
                <a:solidFill>
                  <a:schemeClr val="bg1">
                    <a:alpha val="0"/>
                  </a:schemeClr>
                </a:solidFill>
                <a:latin typeface="+mn-lt"/>
              </a:defRPr>
            </a:lvl9pPr>
          </a:lstStyle>
          <a:p>
            <a:pPr lvl="0"/>
            <a:r>
              <a:rPr lang="de-DE" dirty="0"/>
              <a:t> </a:t>
            </a:r>
          </a:p>
        </p:txBody>
      </p:sp>
      <p:sp>
        <p:nvSpPr>
          <p:cNvPr id="14" name="Text Placeholder 10"/>
          <p:cNvSpPr>
            <a:spLocks noGrp="1"/>
          </p:cNvSpPr>
          <p:nvPr>
            <p:ph type="body" sz="quarter" idx="20" hasCustomPrompt="1"/>
          </p:nvPr>
        </p:nvSpPr>
        <p:spPr bwMode="gray">
          <a:xfrm>
            <a:off x="8669515" y="4781625"/>
            <a:ext cx="321600" cy="321600"/>
          </a:xfrm>
          <a:prstGeom prst="ellipse">
            <a:avLst/>
          </a:prstGeom>
          <a:solidFill>
            <a:schemeClr val="accent1"/>
          </a:solidFill>
        </p:spPr>
        <p:txBody>
          <a:bodyPr anchor="ctr"/>
          <a:lstStyle>
            <a:lvl1pPr marL="0" indent="0" algn="ctr">
              <a:lnSpc>
                <a:spcPct val="100000"/>
              </a:lnSpc>
              <a:spcBef>
                <a:spcPts val="0"/>
              </a:spcBef>
              <a:spcAft>
                <a:spcPts val="0"/>
              </a:spcAft>
              <a:buFont typeface="Arial" panose="020B0604020202020204" pitchFamily="34" charset="0"/>
              <a:buNone/>
              <a:defRPr sz="217" b="0" baseline="0">
                <a:solidFill>
                  <a:schemeClr val="accent1">
                    <a:alpha val="0"/>
                  </a:schemeClr>
                </a:solidFill>
                <a:latin typeface="Avenir Next" panose="020B0503020202020204"/>
              </a:defRPr>
            </a:lvl1pPr>
            <a:lvl2pPr marL="0" indent="0" algn="ctr">
              <a:lnSpc>
                <a:spcPct val="100000"/>
              </a:lnSpc>
              <a:spcBef>
                <a:spcPts val="0"/>
              </a:spcBef>
              <a:spcAft>
                <a:spcPts val="0"/>
              </a:spcAft>
              <a:buFont typeface="Arial" panose="020B0604020202020204" pitchFamily="34" charset="0"/>
              <a:buNone/>
              <a:defRPr sz="217" b="0">
                <a:solidFill>
                  <a:schemeClr val="accent1">
                    <a:alpha val="0"/>
                  </a:schemeClr>
                </a:solidFill>
                <a:latin typeface="+mn-lt"/>
              </a:defRPr>
            </a:lvl2pPr>
            <a:lvl3pPr marL="0" indent="0" algn="ctr">
              <a:lnSpc>
                <a:spcPct val="100000"/>
              </a:lnSpc>
              <a:spcBef>
                <a:spcPts val="0"/>
              </a:spcBef>
              <a:spcAft>
                <a:spcPts val="0"/>
              </a:spcAft>
              <a:buFont typeface="Arial" panose="020B0604020202020204" pitchFamily="34" charset="0"/>
              <a:buNone/>
              <a:defRPr sz="217" b="0">
                <a:solidFill>
                  <a:schemeClr val="accent1">
                    <a:alpha val="0"/>
                  </a:schemeClr>
                </a:solidFill>
                <a:latin typeface="+mn-lt"/>
              </a:defRPr>
            </a:lvl3pPr>
            <a:lvl4pPr marL="0" indent="0" algn="ctr">
              <a:lnSpc>
                <a:spcPct val="100000"/>
              </a:lnSpc>
              <a:spcBef>
                <a:spcPts val="0"/>
              </a:spcBef>
              <a:spcAft>
                <a:spcPts val="0"/>
              </a:spcAft>
              <a:buFont typeface="Arial" panose="020B0604020202020204" pitchFamily="34" charset="0"/>
              <a:buNone/>
              <a:defRPr sz="217" b="0">
                <a:solidFill>
                  <a:schemeClr val="accent1">
                    <a:alpha val="0"/>
                  </a:schemeClr>
                </a:solidFill>
                <a:latin typeface="+mn-lt"/>
              </a:defRPr>
            </a:lvl4pPr>
            <a:lvl5pPr marL="0" indent="0" algn="ctr">
              <a:lnSpc>
                <a:spcPct val="100000"/>
              </a:lnSpc>
              <a:spcBef>
                <a:spcPts val="0"/>
              </a:spcBef>
              <a:spcAft>
                <a:spcPts val="0"/>
              </a:spcAft>
              <a:buFont typeface="Arial" panose="020B0604020202020204" pitchFamily="34" charset="0"/>
              <a:buNone/>
              <a:defRPr sz="217" b="0">
                <a:solidFill>
                  <a:schemeClr val="accent1">
                    <a:alpha val="0"/>
                  </a:schemeClr>
                </a:solidFill>
                <a:latin typeface="+mn-lt"/>
              </a:defRPr>
            </a:lvl5pPr>
            <a:lvl6pPr marL="0" indent="0" algn="ctr">
              <a:lnSpc>
                <a:spcPct val="100000"/>
              </a:lnSpc>
              <a:spcBef>
                <a:spcPts val="0"/>
              </a:spcBef>
              <a:spcAft>
                <a:spcPts val="0"/>
              </a:spcAft>
              <a:buFont typeface="Arial" panose="020B0604020202020204" pitchFamily="34" charset="0"/>
              <a:buNone/>
              <a:defRPr sz="217" b="0">
                <a:solidFill>
                  <a:schemeClr val="accent1">
                    <a:alpha val="0"/>
                  </a:schemeClr>
                </a:solidFill>
                <a:latin typeface="+mn-lt"/>
              </a:defRPr>
            </a:lvl6pPr>
            <a:lvl7pPr marL="0" indent="0" algn="ctr">
              <a:lnSpc>
                <a:spcPct val="100000"/>
              </a:lnSpc>
              <a:spcBef>
                <a:spcPts val="0"/>
              </a:spcBef>
              <a:spcAft>
                <a:spcPts val="0"/>
              </a:spcAft>
              <a:buFont typeface="Arial" panose="020B0604020202020204" pitchFamily="34" charset="0"/>
              <a:buNone/>
              <a:defRPr sz="217" b="0">
                <a:solidFill>
                  <a:schemeClr val="accent1">
                    <a:alpha val="0"/>
                  </a:schemeClr>
                </a:solidFill>
                <a:latin typeface="+mn-lt"/>
              </a:defRPr>
            </a:lvl7pPr>
            <a:lvl8pPr marL="0" indent="0" algn="ctr">
              <a:lnSpc>
                <a:spcPct val="100000"/>
              </a:lnSpc>
              <a:spcBef>
                <a:spcPts val="0"/>
              </a:spcBef>
              <a:spcAft>
                <a:spcPts val="0"/>
              </a:spcAft>
              <a:buFont typeface="Arial" panose="020B0604020202020204" pitchFamily="34" charset="0"/>
              <a:buNone/>
              <a:defRPr sz="217" b="0">
                <a:solidFill>
                  <a:schemeClr val="accent1">
                    <a:alpha val="0"/>
                  </a:schemeClr>
                </a:solidFill>
                <a:latin typeface="+mn-lt"/>
              </a:defRPr>
            </a:lvl8pPr>
            <a:lvl9pPr marL="0" indent="0" algn="ctr">
              <a:lnSpc>
                <a:spcPct val="100000"/>
              </a:lnSpc>
              <a:spcBef>
                <a:spcPts val="0"/>
              </a:spcBef>
              <a:spcAft>
                <a:spcPts val="0"/>
              </a:spcAft>
              <a:buFont typeface="Arial" panose="020B0604020202020204" pitchFamily="34" charset="0"/>
              <a:buNone/>
              <a:defRPr sz="217" b="0">
                <a:solidFill>
                  <a:schemeClr val="accent1">
                    <a:alpha val="0"/>
                  </a:schemeClr>
                </a:solidFill>
                <a:latin typeface="+mn-lt"/>
              </a:defRPr>
            </a:lvl9pPr>
          </a:lstStyle>
          <a:p>
            <a:pPr lvl="0"/>
            <a:r>
              <a:rPr lang="de-DE" dirty="0"/>
              <a:t> </a:t>
            </a:r>
          </a:p>
        </p:txBody>
      </p:sp>
      <p:sp>
        <p:nvSpPr>
          <p:cNvPr id="16" name="Text Placeholder 10"/>
          <p:cNvSpPr>
            <a:spLocks noGrp="1"/>
          </p:cNvSpPr>
          <p:nvPr>
            <p:ph type="body" sz="quarter" idx="21" hasCustomPrompt="1"/>
          </p:nvPr>
        </p:nvSpPr>
        <p:spPr bwMode="gray">
          <a:xfrm>
            <a:off x="8727246" y="6424372"/>
            <a:ext cx="724800" cy="724800"/>
          </a:xfrm>
          <a:prstGeom prst="ellipse">
            <a:avLst/>
          </a:prstGeom>
          <a:solidFill>
            <a:schemeClr val="accent1"/>
          </a:solidFill>
        </p:spPr>
        <p:txBody>
          <a:bodyPr anchor="ctr"/>
          <a:lstStyle>
            <a:lvl1pPr marL="0" indent="0" algn="ctr">
              <a:lnSpc>
                <a:spcPct val="100000"/>
              </a:lnSpc>
              <a:spcBef>
                <a:spcPts val="0"/>
              </a:spcBef>
              <a:spcAft>
                <a:spcPts val="0"/>
              </a:spcAft>
              <a:buFont typeface="Arial" panose="020B0604020202020204" pitchFamily="34" charset="0"/>
              <a:buNone/>
              <a:defRPr sz="217" b="0" baseline="0">
                <a:solidFill>
                  <a:schemeClr val="accent1">
                    <a:alpha val="0"/>
                  </a:schemeClr>
                </a:solidFill>
                <a:latin typeface="Avenir Next" panose="020B0503020202020204"/>
              </a:defRPr>
            </a:lvl1pPr>
            <a:lvl2pPr marL="0" indent="0" algn="ctr">
              <a:lnSpc>
                <a:spcPct val="100000"/>
              </a:lnSpc>
              <a:spcBef>
                <a:spcPts val="0"/>
              </a:spcBef>
              <a:spcAft>
                <a:spcPts val="0"/>
              </a:spcAft>
              <a:buFont typeface="Arial" panose="020B0604020202020204" pitchFamily="34" charset="0"/>
              <a:buNone/>
              <a:defRPr sz="217" b="0">
                <a:solidFill>
                  <a:schemeClr val="accent1">
                    <a:alpha val="0"/>
                  </a:schemeClr>
                </a:solidFill>
                <a:latin typeface="+mn-lt"/>
              </a:defRPr>
            </a:lvl2pPr>
            <a:lvl3pPr marL="0" indent="0" algn="ctr">
              <a:lnSpc>
                <a:spcPct val="100000"/>
              </a:lnSpc>
              <a:spcBef>
                <a:spcPts val="0"/>
              </a:spcBef>
              <a:spcAft>
                <a:spcPts val="0"/>
              </a:spcAft>
              <a:buFont typeface="Arial" panose="020B0604020202020204" pitchFamily="34" charset="0"/>
              <a:buNone/>
              <a:defRPr sz="217" b="0">
                <a:solidFill>
                  <a:schemeClr val="accent1">
                    <a:alpha val="0"/>
                  </a:schemeClr>
                </a:solidFill>
                <a:latin typeface="+mn-lt"/>
              </a:defRPr>
            </a:lvl3pPr>
            <a:lvl4pPr marL="0" indent="0" algn="ctr">
              <a:lnSpc>
                <a:spcPct val="100000"/>
              </a:lnSpc>
              <a:spcBef>
                <a:spcPts val="0"/>
              </a:spcBef>
              <a:spcAft>
                <a:spcPts val="0"/>
              </a:spcAft>
              <a:buFont typeface="Arial" panose="020B0604020202020204" pitchFamily="34" charset="0"/>
              <a:buNone/>
              <a:defRPr sz="217" b="0">
                <a:solidFill>
                  <a:schemeClr val="accent1">
                    <a:alpha val="0"/>
                  </a:schemeClr>
                </a:solidFill>
                <a:latin typeface="+mn-lt"/>
              </a:defRPr>
            </a:lvl4pPr>
            <a:lvl5pPr marL="0" indent="0" algn="ctr">
              <a:lnSpc>
                <a:spcPct val="100000"/>
              </a:lnSpc>
              <a:spcBef>
                <a:spcPts val="0"/>
              </a:spcBef>
              <a:spcAft>
                <a:spcPts val="0"/>
              </a:spcAft>
              <a:buFont typeface="Arial" panose="020B0604020202020204" pitchFamily="34" charset="0"/>
              <a:buNone/>
              <a:defRPr sz="217" b="0">
                <a:solidFill>
                  <a:schemeClr val="accent1">
                    <a:alpha val="0"/>
                  </a:schemeClr>
                </a:solidFill>
                <a:latin typeface="+mn-lt"/>
              </a:defRPr>
            </a:lvl5pPr>
            <a:lvl6pPr marL="0" indent="0" algn="ctr">
              <a:lnSpc>
                <a:spcPct val="100000"/>
              </a:lnSpc>
              <a:spcBef>
                <a:spcPts val="0"/>
              </a:spcBef>
              <a:spcAft>
                <a:spcPts val="0"/>
              </a:spcAft>
              <a:buFont typeface="Arial" panose="020B0604020202020204" pitchFamily="34" charset="0"/>
              <a:buNone/>
              <a:defRPr sz="217" b="0">
                <a:solidFill>
                  <a:schemeClr val="accent1">
                    <a:alpha val="0"/>
                  </a:schemeClr>
                </a:solidFill>
                <a:latin typeface="+mn-lt"/>
              </a:defRPr>
            </a:lvl6pPr>
            <a:lvl7pPr marL="0" indent="0" algn="ctr">
              <a:lnSpc>
                <a:spcPct val="100000"/>
              </a:lnSpc>
              <a:spcBef>
                <a:spcPts val="0"/>
              </a:spcBef>
              <a:spcAft>
                <a:spcPts val="0"/>
              </a:spcAft>
              <a:buFont typeface="Arial" panose="020B0604020202020204" pitchFamily="34" charset="0"/>
              <a:buNone/>
              <a:defRPr sz="217" b="0">
                <a:solidFill>
                  <a:schemeClr val="accent1">
                    <a:alpha val="0"/>
                  </a:schemeClr>
                </a:solidFill>
                <a:latin typeface="+mn-lt"/>
              </a:defRPr>
            </a:lvl7pPr>
            <a:lvl8pPr marL="0" indent="0" algn="ctr">
              <a:lnSpc>
                <a:spcPct val="100000"/>
              </a:lnSpc>
              <a:spcBef>
                <a:spcPts val="0"/>
              </a:spcBef>
              <a:spcAft>
                <a:spcPts val="0"/>
              </a:spcAft>
              <a:buFont typeface="Arial" panose="020B0604020202020204" pitchFamily="34" charset="0"/>
              <a:buNone/>
              <a:defRPr sz="217" b="0">
                <a:solidFill>
                  <a:schemeClr val="accent1">
                    <a:alpha val="0"/>
                  </a:schemeClr>
                </a:solidFill>
                <a:latin typeface="+mn-lt"/>
              </a:defRPr>
            </a:lvl8pPr>
            <a:lvl9pPr marL="0" indent="0" algn="ctr">
              <a:lnSpc>
                <a:spcPct val="100000"/>
              </a:lnSpc>
              <a:spcBef>
                <a:spcPts val="0"/>
              </a:spcBef>
              <a:spcAft>
                <a:spcPts val="0"/>
              </a:spcAft>
              <a:buFont typeface="Arial" panose="020B0604020202020204" pitchFamily="34" charset="0"/>
              <a:buNone/>
              <a:defRPr sz="217" b="0">
                <a:solidFill>
                  <a:schemeClr val="accent1">
                    <a:alpha val="0"/>
                  </a:schemeClr>
                </a:solidFill>
                <a:latin typeface="+mn-lt"/>
              </a:defRPr>
            </a:lvl9pPr>
          </a:lstStyle>
          <a:p>
            <a:pPr lvl="0"/>
            <a:r>
              <a:rPr lang="de-DE" dirty="0"/>
              <a:t> </a:t>
            </a:r>
          </a:p>
        </p:txBody>
      </p:sp>
      <p:sp>
        <p:nvSpPr>
          <p:cNvPr id="18" name="Text Placeholder 10"/>
          <p:cNvSpPr>
            <a:spLocks noGrp="1"/>
          </p:cNvSpPr>
          <p:nvPr>
            <p:ph type="body" sz="quarter" idx="22" hasCustomPrompt="1"/>
          </p:nvPr>
        </p:nvSpPr>
        <p:spPr bwMode="gray">
          <a:xfrm>
            <a:off x="9117813" y="3794075"/>
            <a:ext cx="321600" cy="321600"/>
          </a:xfrm>
          <a:prstGeom prst="ellipse">
            <a:avLst/>
          </a:prstGeom>
          <a:solidFill>
            <a:schemeClr val="bg1"/>
          </a:solidFill>
        </p:spPr>
        <p:txBody>
          <a:bodyPr anchor="ctr"/>
          <a:lstStyle>
            <a:lvl1pPr marL="0" indent="0" algn="ctr">
              <a:lnSpc>
                <a:spcPct val="100000"/>
              </a:lnSpc>
              <a:spcBef>
                <a:spcPts val="0"/>
              </a:spcBef>
              <a:spcAft>
                <a:spcPts val="0"/>
              </a:spcAft>
              <a:buFont typeface="Arial" panose="020B0604020202020204" pitchFamily="34" charset="0"/>
              <a:buNone/>
              <a:defRPr sz="433" b="0">
                <a:solidFill>
                  <a:schemeClr val="bg1">
                    <a:alpha val="0"/>
                  </a:schemeClr>
                </a:solidFill>
                <a:latin typeface="Avenir Next" panose="020B0503020202020204"/>
              </a:defRPr>
            </a:lvl1pPr>
            <a:lvl2pPr marL="0" indent="0" algn="ctr">
              <a:lnSpc>
                <a:spcPct val="100000"/>
              </a:lnSpc>
              <a:spcBef>
                <a:spcPts val="0"/>
              </a:spcBef>
              <a:spcAft>
                <a:spcPts val="0"/>
              </a:spcAft>
              <a:buFont typeface="Arial" panose="020B0604020202020204" pitchFamily="34" charset="0"/>
              <a:buNone/>
              <a:defRPr sz="433" b="0">
                <a:solidFill>
                  <a:schemeClr val="bg1">
                    <a:alpha val="0"/>
                  </a:schemeClr>
                </a:solidFill>
                <a:latin typeface="+mn-lt"/>
              </a:defRPr>
            </a:lvl2pPr>
            <a:lvl3pPr marL="0" indent="0" algn="ctr">
              <a:lnSpc>
                <a:spcPct val="100000"/>
              </a:lnSpc>
              <a:spcBef>
                <a:spcPts val="0"/>
              </a:spcBef>
              <a:spcAft>
                <a:spcPts val="0"/>
              </a:spcAft>
              <a:buFont typeface="Arial" panose="020B0604020202020204" pitchFamily="34" charset="0"/>
              <a:buNone/>
              <a:defRPr sz="433" b="0">
                <a:solidFill>
                  <a:schemeClr val="bg1">
                    <a:alpha val="0"/>
                  </a:schemeClr>
                </a:solidFill>
                <a:latin typeface="+mn-lt"/>
              </a:defRPr>
            </a:lvl3pPr>
            <a:lvl4pPr marL="0" indent="0" algn="ctr">
              <a:lnSpc>
                <a:spcPct val="100000"/>
              </a:lnSpc>
              <a:spcBef>
                <a:spcPts val="0"/>
              </a:spcBef>
              <a:spcAft>
                <a:spcPts val="0"/>
              </a:spcAft>
              <a:buFont typeface="Arial" panose="020B0604020202020204" pitchFamily="34" charset="0"/>
              <a:buNone/>
              <a:defRPr sz="433" b="0">
                <a:solidFill>
                  <a:schemeClr val="bg1">
                    <a:alpha val="0"/>
                  </a:schemeClr>
                </a:solidFill>
                <a:latin typeface="+mn-lt"/>
              </a:defRPr>
            </a:lvl4pPr>
            <a:lvl5pPr marL="0" indent="0" algn="ctr">
              <a:lnSpc>
                <a:spcPct val="100000"/>
              </a:lnSpc>
              <a:spcBef>
                <a:spcPts val="0"/>
              </a:spcBef>
              <a:spcAft>
                <a:spcPts val="0"/>
              </a:spcAft>
              <a:buFont typeface="Arial" panose="020B0604020202020204" pitchFamily="34" charset="0"/>
              <a:buNone/>
              <a:defRPr sz="433" b="0">
                <a:solidFill>
                  <a:schemeClr val="bg1">
                    <a:alpha val="0"/>
                  </a:schemeClr>
                </a:solidFill>
                <a:latin typeface="+mn-lt"/>
              </a:defRPr>
            </a:lvl5pPr>
            <a:lvl6pPr marL="0" indent="0" algn="ctr">
              <a:lnSpc>
                <a:spcPct val="100000"/>
              </a:lnSpc>
              <a:spcBef>
                <a:spcPts val="0"/>
              </a:spcBef>
              <a:spcAft>
                <a:spcPts val="0"/>
              </a:spcAft>
              <a:buFont typeface="Arial" panose="020B0604020202020204" pitchFamily="34" charset="0"/>
              <a:buNone/>
              <a:defRPr sz="433" b="0">
                <a:solidFill>
                  <a:schemeClr val="bg1">
                    <a:alpha val="0"/>
                  </a:schemeClr>
                </a:solidFill>
                <a:latin typeface="+mn-lt"/>
              </a:defRPr>
            </a:lvl6pPr>
            <a:lvl7pPr marL="0" indent="0" algn="ctr">
              <a:lnSpc>
                <a:spcPct val="100000"/>
              </a:lnSpc>
              <a:spcBef>
                <a:spcPts val="0"/>
              </a:spcBef>
              <a:spcAft>
                <a:spcPts val="0"/>
              </a:spcAft>
              <a:buFont typeface="Arial" panose="020B0604020202020204" pitchFamily="34" charset="0"/>
              <a:buNone/>
              <a:defRPr sz="433" b="0">
                <a:solidFill>
                  <a:schemeClr val="bg1">
                    <a:alpha val="0"/>
                  </a:schemeClr>
                </a:solidFill>
                <a:latin typeface="+mn-lt"/>
              </a:defRPr>
            </a:lvl7pPr>
            <a:lvl8pPr marL="0" indent="0" algn="ctr">
              <a:lnSpc>
                <a:spcPct val="100000"/>
              </a:lnSpc>
              <a:spcBef>
                <a:spcPts val="0"/>
              </a:spcBef>
              <a:spcAft>
                <a:spcPts val="0"/>
              </a:spcAft>
              <a:buFont typeface="Arial" panose="020B0604020202020204" pitchFamily="34" charset="0"/>
              <a:buNone/>
              <a:defRPr sz="433" b="0">
                <a:solidFill>
                  <a:schemeClr val="bg1">
                    <a:alpha val="0"/>
                  </a:schemeClr>
                </a:solidFill>
                <a:latin typeface="+mn-lt"/>
              </a:defRPr>
            </a:lvl8pPr>
            <a:lvl9pPr marL="0" indent="0" algn="ctr">
              <a:lnSpc>
                <a:spcPct val="100000"/>
              </a:lnSpc>
              <a:spcBef>
                <a:spcPts val="0"/>
              </a:spcBef>
              <a:spcAft>
                <a:spcPts val="0"/>
              </a:spcAft>
              <a:buFont typeface="Arial" panose="020B0604020202020204" pitchFamily="34" charset="0"/>
              <a:buNone/>
              <a:defRPr sz="433" b="0">
                <a:solidFill>
                  <a:schemeClr val="bg1">
                    <a:alpha val="0"/>
                  </a:schemeClr>
                </a:solidFill>
                <a:latin typeface="+mn-lt"/>
              </a:defRPr>
            </a:lvl9pPr>
          </a:lstStyle>
          <a:p>
            <a:pPr lvl="0"/>
            <a:r>
              <a:rPr lang="de-DE" dirty="0"/>
              <a:t> </a:t>
            </a:r>
          </a:p>
        </p:txBody>
      </p:sp>
    </p:spTree>
    <p:custDataLst>
      <p:tags r:id="rId1"/>
    </p:custDataLst>
    <p:extLst>
      <p:ext uri="{BB962C8B-B14F-4D97-AF65-F5344CB8AC3E}">
        <p14:creationId xmlns:p14="http://schemas.microsoft.com/office/powerpoint/2010/main" val="1509091846"/>
      </p:ext>
    </p:extLst>
  </p:cSld>
  <p:clrMapOvr>
    <a:masterClrMapping/>
  </p:clrMapOvr>
  <p:transition>
    <p:fade/>
  </p:transition>
</p:sldLayout>
</file>

<file path=ppt/slideLayouts/slideLayout140.xml><?xml version="1.0" encoding="utf-8"?>
<p:sldLayout xmlns:a="http://schemas.openxmlformats.org/drawingml/2006/main" xmlns:r="http://schemas.openxmlformats.org/officeDocument/2006/relationships" xmlns:p="http://schemas.openxmlformats.org/presentationml/2006/main" preserve="1" userDrawn="1">
  <p:cSld name="Text &amp; Image (2)">
    <p:spTree>
      <p:nvGrpSpPr>
        <p:cNvPr id="1" name=""/>
        <p:cNvGrpSpPr/>
        <p:nvPr/>
      </p:nvGrpSpPr>
      <p:grpSpPr>
        <a:xfrm>
          <a:off x="0" y="0"/>
          <a:ext cx="0" cy="0"/>
          <a:chOff x="0" y="0"/>
          <a:chExt cx="0" cy="0"/>
        </a:xfrm>
      </p:grpSpPr>
      <p:sp>
        <p:nvSpPr>
          <p:cNvPr id="10" name="Picture Placeholder 3"/>
          <p:cNvSpPr>
            <a:spLocks noGrp="1"/>
          </p:cNvSpPr>
          <p:nvPr>
            <p:ph type="pic" sz="quarter" idx="13" hasCustomPrompt="1"/>
          </p:nvPr>
        </p:nvSpPr>
        <p:spPr bwMode="gray">
          <a:xfrm>
            <a:off x="6096000" y="0"/>
            <a:ext cx="6096000" cy="6858000"/>
          </a:xfrm>
          <a:prstGeom prst="rect">
            <a:avLst/>
          </a:prstGeom>
          <a:solidFill>
            <a:schemeClr val="tx1">
              <a:lumMod val="50000"/>
              <a:lumOff val="50000"/>
            </a:schemeClr>
          </a:solidFill>
        </p:spPr>
        <p:txBody>
          <a:bodyPr tIns="0" bIns="720000" anchor="ctr" anchorCtr="0"/>
          <a:lstStyle>
            <a:lvl1pPr algn="ctr">
              <a:defRPr sz="975" baseline="0">
                <a:solidFill>
                  <a:schemeClr val="bg1"/>
                </a:solidFill>
              </a:defRPr>
            </a:lvl1pPr>
          </a:lstStyle>
          <a:p>
            <a:r>
              <a:rPr lang="de-DE" dirty="0"/>
              <a:t>Click </a:t>
            </a:r>
            <a:r>
              <a:rPr lang="de-DE" dirty="0" err="1"/>
              <a:t>the</a:t>
            </a:r>
            <a:r>
              <a:rPr lang="de-DE" dirty="0"/>
              <a:t> </a:t>
            </a:r>
            <a:r>
              <a:rPr lang="de-DE" dirty="0" err="1"/>
              <a:t>icon</a:t>
            </a:r>
            <a:r>
              <a:rPr lang="de-DE" dirty="0"/>
              <a:t> </a:t>
            </a:r>
            <a:br>
              <a:rPr lang="de-DE" dirty="0"/>
            </a:br>
            <a:r>
              <a:rPr lang="de-DE" dirty="0" err="1"/>
              <a:t>to</a:t>
            </a:r>
            <a:r>
              <a:rPr lang="de-DE" dirty="0"/>
              <a:t> </a:t>
            </a:r>
            <a:r>
              <a:rPr lang="de-DE" dirty="0" err="1"/>
              <a:t>add</a:t>
            </a:r>
            <a:r>
              <a:rPr lang="de-DE" dirty="0"/>
              <a:t> an </a:t>
            </a:r>
            <a:r>
              <a:rPr lang="de-DE" dirty="0" err="1"/>
              <a:t>image</a:t>
            </a:r>
            <a:endParaRPr lang="en-US" dirty="0"/>
          </a:p>
        </p:txBody>
      </p:sp>
      <p:sp>
        <p:nvSpPr>
          <p:cNvPr id="2" name="Title 1"/>
          <p:cNvSpPr>
            <a:spLocks noGrp="1"/>
          </p:cNvSpPr>
          <p:nvPr>
            <p:ph type="title" hasCustomPrompt="1"/>
          </p:nvPr>
        </p:nvSpPr>
        <p:spPr bwMode="gray">
          <a:xfrm>
            <a:off x="431801" y="452969"/>
            <a:ext cx="5471585" cy="912284"/>
          </a:xfrm>
        </p:spPr>
        <p:txBody>
          <a:bodyPr/>
          <a:lstStyle>
            <a:lvl1pPr>
              <a:defRPr baseline="0"/>
            </a:lvl1pPr>
          </a:lstStyle>
          <a:p>
            <a:r>
              <a:rPr lang="de-DE" dirty="0"/>
              <a:t>Title </a:t>
            </a:r>
            <a:r>
              <a:rPr lang="de-DE" dirty="0" err="1"/>
              <a:t>of</a:t>
            </a:r>
            <a:r>
              <a:rPr lang="de-DE" dirty="0"/>
              <a:t> </a:t>
            </a:r>
            <a:br>
              <a:rPr lang="de-DE" dirty="0"/>
            </a:br>
            <a:r>
              <a:rPr lang="de-DE" dirty="0" err="1"/>
              <a:t>the</a:t>
            </a:r>
            <a:r>
              <a:rPr lang="de-DE" dirty="0"/>
              <a:t> </a:t>
            </a:r>
            <a:r>
              <a:rPr lang="de-DE" dirty="0" err="1"/>
              <a:t>slide</a:t>
            </a:r>
            <a:endParaRPr lang="en-US" dirty="0"/>
          </a:p>
        </p:txBody>
      </p:sp>
      <p:sp>
        <p:nvSpPr>
          <p:cNvPr id="4" name="Date Placeholder 3"/>
          <p:cNvSpPr>
            <a:spLocks noGrp="1"/>
          </p:cNvSpPr>
          <p:nvPr>
            <p:ph type="dt" sz="half" idx="10"/>
          </p:nvPr>
        </p:nvSpPr>
        <p:spPr bwMode="gray"/>
        <p:txBody>
          <a:bodyPr/>
          <a:lstStyle>
            <a:lvl1pPr>
              <a:defRPr>
                <a:solidFill>
                  <a:schemeClr val="bg1"/>
                </a:solidFill>
              </a:defRPr>
            </a:lvl1pPr>
          </a:lstStyle>
          <a:p>
            <a:fld id="{0FD64B73-134F-4950-820A-2E672B5838FD}" type="datetime1">
              <a:rPr lang="en-US" smtClean="0">
                <a:solidFill>
                  <a:prstClr val="white"/>
                </a:solidFill>
              </a:rPr>
              <a:pPr/>
              <a:t>7/6/2026</a:t>
            </a:fld>
            <a:endParaRPr lang="en-US">
              <a:solidFill>
                <a:prstClr val="white"/>
              </a:solidFill>
            </a:endParaRPr>
          </a:p>
        </p:txBody>
      </p:sp>
      <p:sp>
        <p:nvSpPr>
          <p:cNvPr id="5" name="Footer Placeholder 4"/>
          <p:cNvSpPr>
            <a:spLocks noGrp="1"/>
          </p:cNvSpPr>
          <p:nvPr>
            <p:ph type="ftr" sz="quarter" idx="11"/>
          </p:nvPr>
        </p:nvSpPr>
        <p:spPr bwMode="gray"/>
        <p:txBody>
          <a:bodyPr/>
          <a:lstStyle>
            <a:lvl1pPr>
              <a:defRPr>
                <a:solidFill>
                  <a:schemeClr val="bg1"/>
                </a:solidFill>
              </a:defRPr>
            </a:lvl1pPr>
          </a:lstStyle>
          <a:p>
            <a:r>
              <a:rPr lang="en-US">
                <a:solidFill>
                  <a:prstClr val="white"/>
                </a:solidFill>
              </a:rPr>
              <a:t>Title of the presentation</a:t>
            </a:r>
          </a:p>
        </p:txBody>
      </p:sp>
      <p:sp>
        <p:nvSpPr>
          <p:cNvPr id="6" name="Slide Number Placeholder 5"/>
          <p:cNvSpPr>
            <a:spLocks noGrp="1"/>
          </p:cNvSpPr>
          <p:nvPr>
            <p:ph type="sldNum" sz="quarter" idx="12"/>
          </p:nvPr>
        </p:nvSpPr>
        <p:spPr bwMode="gray"/>
        <p:txBody>
          <a:bodyPr/>
          <a:lstStyle>
            <a:lvl1pPr>
              <a:defRPr>
                <a:solidFill>
                  <a:schemeClr val="bg1"/>
                </a:solidFill>
              </a:defRPr>
            </a:lvl1pPr>
          </a:lstStyle>
          <a:p>
            <a:fld id="{FCB53D23-1D79-480C-B3BE-829293F4503C}" type="slidenum">
              <a:rPr lang="en-US" smtClean="0">
                <a:solidFill>
                  <a:prstClr val="white"/>
                </a:solidFill>
              </a:rPr>
              <a:pPr/>
              <a:t>‹#›</a:t>
            </a:fld>
            <a:endParaRPr lang="en-US">
              <a:solidFill>
                <a:prstClr val="white"/>
              </a:solidFill>
            </a:endParaRPr>
          </a:p>
        </p:txBody>
      </p:sp>
      <p:sp>
        <p:nvSpPr>
          <p:cNvPr id="7" name="Text Placeholder 6"/>
          <p:cNvSpPr>
            <a:spLocks noGrp="1"/>
          </p:cNvSpPr>
          <p:nvPr>
            <p:ph type="body" sz="quarter" idx="14"/>
          </p:nvPr>
        </p:nvSpPr>
        <p:spPr bwMode="gray">
          <a:xfrm>
            <a:off x="431801" y="1701800"/>
            <a:ext cx="5471585" cy="4320117"/>
          </a:xfrm>
        </p:spPr>
        <p:txBody>
          <a:bodyPr/>
          <a:lstStyle>
            <a:lvl5pPr>
              <a:defRPr/>
            </a:lvl5pPr>
            <a:lvl6pPr>
              <a:defRPr/>
            </a:lvl6pPr>
            <a:lvl7pPr>
              <a:defRPr/>
            </a:lvl7pPr>
            <a:lvl8pPr>
              <a:defRPr/>
            </a:lvl8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Text Placeholder 10"/>
          <p:cNvSpPr>
            <a:spLocks noGrp="1"/>
          </p:cNvSpPr>
          <p:nvPr>
            <p:ph type="body" sz="quarter" idx="18" hasCustomPrompt="1"/>
          </p:nvPr>
        </p:nvSpPr>
        <p:spPr bwMode="gray">
          <a:xfrm>
            <a:off x="5829360" y="5316749"/>
            <a:ext cx="951524" cy="951523"/>
          </a:xfrm>
          <a:prstGeom prst="ellipse">
            <a:avLst/>
          </a:prstGeom>
          <a:solidFill>
            <a:schemeClr val="accent1"/>
          </a:solidFill>
        </p:spPr>
        <p:txBody>
          <a:bodyPr anchor="ctr"/>
          <a:lstStyle>
            <a:lvl1pPr marL="0" indent="0" algn="ctr">
              <a:lnSpc>
                <a:spcPct val="100000"/>
              </a:lnSpc>
              <a:spcBef>
                <a:spcPts val="0"/>
              </a:spcBef>
              <a:spcAft>
                <a:spcPts val="0"/>
              </a:spcAft>
              <a:buFont typeface="Arial" panose="020B0604020202020204" pitchFamily="34" charset="0"/>
              <a:buNone/>
              <a:defRPr sz="217" b="0" baseline="0">
                <a:solidFill>
                  <a:schemeClr val="accent1">
                    <a:alpha val="0"/>
                  </a:schemeClr>
                </a:solidFill>
                <a:latin typeface="Avenir Next" panose="020B0503020202020204"/>
              </a:defRPr>
            </a:lvl1pPr>
            <a:lvl2pPr marL="0" indent="0" algn="ctr">
              <a:lnSpc>
                <a:spcPct val="100000"/>
              </a:lnSpc>
              <a:spcBef>
                <a:spcPts val="0"/>
              </a:spcBef>
              <a:spcAft>
                <a:spcPts val="0"/>
              </a:spcAft>
              <a:buFont typeface="Arial" panose="020B0604020202020204" pitchFamily="34" charset="0"/>
              <a:buNone/>
              <a:defRPr sz="217" b="0">
                <a:solidFill>
                  <a:schemeClr val="accent1">
                    <a:alpha val="0"/>
                  </a:schemeClr>
                </a:solidFill>
                <a:latin typeface="+mn-lt"/>
              </a:defRPr>
            </a:lvl2pPr>
            <a:lvl3pPr marL="0" indent="0" algn="ctr">
              <a:lnSpc>
                <a:spcPct val="100000"/>
              </a:lnSpc>
              <a:spcBef>
                <a:spcPts val="0"/>
              </a:spcBef>
              <a:spcAft>
                <a:spcPts val="0"/>
              </a:spcAft>
              <a:buFont typeface="Arial" panose="020B0604020202020204" pitchFamily="34" charset="0"/>
              <a:buNone/>
              <a:defRPr sz="217" b="0">
                <a:solidFill>
                  <a:schemeClr val="accent1">
                    <a:alpha val="0"/>
                  </a:schemeClr>
                </a:solidFill>
                <a:latin typeface="+mn-lt"/>
              </a:defRPr>
            </a:lvl3pPr>
            <a:lvl4pPr marL="0" indent="0" algn="ctr">
              <a:lnSpc>
                <a:spcPct val="100000"/>
              </a:lnSpc>
              <a:spcBef>
                <a:spcPts val="0"/>
              </a:spcBef>
              <a:spcAft>
                <a:spcPts val="0"/>
              </a:spcAft>
              <a:buFont typeface="Arial" panose="020B0604020202020204" pitchFamily="34" charset="0"/>
              <a:buNone/>
              <a:defRPr sz="217" b="0">
                <a:solidFill>
                  <a:schemeClr val="accent1">
                    <a:alpha val="0"/>
                  </a:schemeClr>
                </a:solidFill>
                <a:latin typeface="+mn-lt"/>
              </a:defRPr>
            </a:lvl4pPr>
            <a:lvl5pPr marL="0" indent="0" algn="ctr">
              <a:lnSpc>
                <a:spcPct val="100000"/>
              </a:lnSpc>
              <a:spcBef>
                <a:spcPts val="0"/>
              </a:spcBef>
              <a:spcAft>
                <a:spcPts val="0"/>
              </a:spcAft>
              <a:buFont typeface="Arial" panose="020B0604020202020204" pitchFamily="34" charset="0"/>
              <a:buNone/>
              <a:defRPr sz="217" b="0">
                <a:solidFill>
                  <a:schemeClr val="accent1">
                    <a:alpha val="0"/>
                  </a:schemeClr>
                </a:solidFill>
                <a:latin typeface="+mn-lt"/>
              </a:defRPr>
            </a:lvl5pPr>
            <a:lvl6pPr marL="0" indent="0" algn="ctr">
              <a:lnSpc>
                <a:spcPct val="100000"/>
              </a:lnSpc>
              <a:spcBef>
                <a:spcPts val="0"/>
              </a:spcBef>
              <a:spcAft>
                <a:spcPts val="0"/>
              </a:spcAft>
              <a:buFont typeface="Arial" panose="020B0604020202020204" pitchFamily="34" charset="0"/>
              <a:buNone/>
              <a:defRPr sz="217" b="0">
                <a:solidFill>
                  <a:schemeClr val="accent1">
                    <a:alpha val="0"/>
                  </a:schemeClr>
                </a:solidFill>
                <a:latin typeface="+mn-lt"/>
              </a:defRPr>
            </a:lvl6pPr>
            <a:lvl7pPr marL="0" indent="0" algn="ctr">
              <a:lnSpc>
                <a:spcPct val="100000"/>
              </a:lnSpc>
              <a:spcBef>
                <a:spcPts val="0"/>
              </a:spcBef>
              <a:spcAft>
                <a:spcPts val="0"/>
              </a:spcAft>
              <a:buFont typeface="Arial" panose="020B0604020202020204" pitchFamily="34" charset="0"/>
              <a:buNone/>
              <a:defRPr sz="217" b="0">
                <a:solidFill>
                  <a:schemeClr val="accent1">
                    <a:alpha val="0"/>
                  </a:schemeClr>
                </a:solidFill>
                <a:latin typeface="+mn-lt"/>
              </a:defRPr>
            </a:lvl7pPr>
            <a:lvl8pPr marL="0" indent="0" algn="ctr">
              <a:lnSpc>
                <a:spcPct val="100000"/>
              </a:lnSpc>
              <a:spcBef>
                <a:spcPts val="0"/>
              </a:spcBef>
              <a:spcAft>
                <a:spcPts val="0"/>
              </a:spcAft>
              <a:buFont typeface="Arial" panose="020B0604020202020204" pitchFamily="34" charset="0"/>
              <a:buNone/>
              <a:defRPr sz="217" b="0">
                <a:solidFill>
                  <a:schemeClr val="accent1">
                    <a:alpha val="0"/>
                  </a:schemeClr>
                </a:solidFill>
                <a:latin typeface="+mn-lt"/>
              </a:defRPr>
            </a:lvl8pPr>
            <a:lvl9pPr marL="0" indent="0" algn="ctr">
              <a:lnSpc>
                <a:spcPct val="100000"/>
              </a:lnSpc>
              <a:spcBef>
                <a:spcPts val="0"/>
              </a:spcBef>
              <a:spcAft>
                <a:spcPts val="0"/>
              </a:spcAft>
              <a:buFont typeface="Arial" panose="020B0604020202020204" pitchFamily="34" charset="0"/>
              <a:buNone/>
              <a:defRPr sz="217" b="0">
                <a:solidFill>
                  <a:schemeClr val="accent1">
                    <a:alpha val="0"/>
                  </a:schemeClr>
                </a:solidFill>
                <a:latin typeface="+mn-lt"/>
              </a:defRPr>
            </a:lvl9pPr>
          </a:lstStyle>
          <a:p>
            <a:pPr lvl="0"/>
            <a:r>
              <a:rPr lang="de-DE" dirty="0"/>
              <a:t> </a:t>
            </a:r>
          </a:p>
        </p:txBody>
      </p:sp>
      <p:sp>
        <p:nvSpPr>
          <p:cNvPr id="18" name="Text Placeholder 10"/>
          <p:cNvSpPr>
            <a:spLocks noGrp="1"/>
          </p:cNvSpPr>
          <p:nvPr>
            <p:ph type="body" sz="quarter" idx="20" hasCustomPrompt="1"/>
          </p:nvPr>
        </p:nvSpPr>
        <p:spPr bwMode="gray">
          <a:xfrm>
            <a:off x="6412334" y="4762576"/>
            <a:ext cx="321600" cy="321600"/>
          </a:xfrm>
          <a:prstGeom prst="ellipse">
            <a:avLst/>
          </a:prstGeom>
          <a:solidFill>
            <a:schemeClr val="accent1"/>
          </a:solidFill>
        </p:spPr>
        <p:txBody>
          <a:bodyPr anchor="ctr"/>
          <a:lstStyle>
            <a:lvl1pPr marL="0" indent="0" algn="ctr">
              <a:lnSpc>
                <a:spcPct val="100000"/>
              </a:lnSpc>
              <a:spcBef>
                <a:spcPts val="0"/>
              </a:spcBef>
              <a:spcAft>
                <a:spcPts val="0"/>
              </a:spcAft>
              <a:buFont typeface="Arial" panose="020B0604020202020204" pitchFamily="34" charset="0"/>
              <a:buNone/>
              <a:defRPr sz="217" b="0" baseline="0">
                <a:solidFill>
                  <a:schemeClr val="accent1">
                    <a:alpha val="0"/>
                  </a:schemeClr>
                </a:solidFill>
                <a:latin typeface="Avenir Next" panose="020B0503020202020204"/>
              </a:defRPr>
            </a:lvl1pPr>
            <a:lvl2pPr marL="0" indent="0" algn="ctr">
              <a:lnSpc>
                <a:spcPct val="100000"/>
              </a:lnSpc>
              <a:spcBef>
                <a:spcPts val="0"/>
              </a:spcBef>
              <a:spcAft>
                <a:spcPts val="0"/>
              </a:spcAft>
              <a:buFont typeface="Arial" panose="020B0604020202020204" pitchFamily="34" charset="0"/>
              <a:buNone/>
              <a:defRPr sz="217" b="0">
                <a:solidFill>
                  <a:schemeClr val="accent1">
                    <a:alpha val="0"/>
                  </a:schemeClr>
                </a:solidFill>
                <a:latin typeface="+mn-lt"/>
              </a:defRPr>
            </a:lvl2pPr>
            <a:lvl3pPr marL="0" indent="0" algn="ctr">
              <a:lnSpc>
                <a:spcPct val="100000"/>
              </a:lnSpc>
              <a:spcBef>
                <a:spcPts val="0"/>
              </a:spcBef>
              <a:spcAft>
                <a:spcPts val="0"/>
              </a:spcAft>
              <a:buFont typeface="Arial" panose="020B0604020202020204" pitchFamily="34" charset="0"/>
              <a:buNone/>
              <a:defRPr sz="217" b="0">
                <a:solidFill>
                  <a:schemeClr val="accent1">
                    <a:alpha val="0"/>
                  </a:schemeClr>
                </a:solidFill>
                <a:latin typeface="+mn-lt"/>
              </a:defRPr>
            </a:lvl3pPr>
            <a:lvl4pPr marL="0" indent="0" algn="ctr">
              <a:lnSpc>
                <a:spcPct val="100000"/>
              </a:lnSpc>
              <a:spcBef>
                <a:spcPts val="0"/>
              </a:spcBef>
              <a:spcAft>
                <a:spcPts val="0"/>
              </a:spcAft>
              <a:buFont typeface="Arial" panose="020B0604020202020204" pitchFamily="34" charset="0"/>
              <a:buNone/>
              <a:defRPr sz="217" b="0">
                <a:solidFill>
                  <a:schemeClr val="accent1">
                    <a:alpha val="0"/>
                  </a:schemeClr>
                </a:solidFill>
                <a:latin typeface="+mn-lt"/>
              </a:defRPr>
            </a:lvl4pPr>
            <a:lvl5pPr marL="0" indent="0" algn="ctr">
              <a:lnSpc>
                <a:spcPct val="100000"/>
              </a:lnSpc>
              <a:spcBef>
                <a:spcPts val="0"/>
              </a:spcBef>
              <a:spcAft>
                <a:spcPts val="0"/>
              </a:spcAft>
              <a:buFont typeface="Arial" panose="020B0604020202020204" pitchFamily="34" charset="0"/>
              <a:buNone/>
              <a:defRPr sz="217" b="0">
                <a:solidFill>
                  <a:schemeClr val="accent1">
                    <a:alpha val="0"/>
                  </a:schemeClr>
                </a:solidFill>
                <a:latin typeface="+mn-lt"/>
              </a:defRPr>
            </a:lvl5pPr>
            <a:lvl6pPr marL="0" indent="0" algn="ctr">
              <a:lnSpc>
                <a:spcPct val="100000"/>
              </a:lnSpc>
              <a:spcBef>
                <a:spcPts val="0"/>
              </a:spcBef>
              <a:spcAft>
                <a:spcPts val="0"/>
              </a:spcAft>
              <a:buFont typeface="Arial" panose="020B0604020202020204" pitchFamily="34" charset="0"/>
              <a:buNone/>
              <a:defRPr sz="217" b="0">
                <a:solidFill>
                  <a:schemeClr val="accent1">
                    <a:alpha val="0"/>
                  </a:schemeClr>
                </a:solidFill>
                <a:latin typeface="+mn-lt"/>
              </a:defRPr>
            </a:lvl6pPr>
            <a:lvl7pPr marL="0" indent="0" algn="ctr">
              <a:lnSpc>
                <a:spcPct val="100000"/>
              </a:lnSpc>
              <a:spcBef>
                <a:spcPts val="0"/>
              </a:spcBef>
              <a:spcAft>
                <a:spcPts val="0"/>
              </a:spcAft>
              <a:buFont typeface="Arial" panose="020B0604020202020204" pitchFamily="34" charset="0"/>
              <a:buNone/>
              <a:defRPr sz="217" b="0">
                <a:solidFill>
                  <a:schemeClr val="accent1">
                    <a:alpha val="0"/>
                  </a:schemeClr>
                </a:solidFill>
                <a:latin typeface="+mn-lt"/>
              </a:defRPr>
            </a:lvl7pPr>
            <a:lvl8pPr marL="0" indent="0" algn="ctr">
              <a:lnSpc>
                <a:spcPct val="100000"/>
              </a:lnSpc>
              <a:spcBef>
                <a:spcPts val="0"/>
              </a:spcBef>
              <a:spcAft>
                <a:spcPts val="0"/>
              </a:spcAft>
              <a:buFont typeface="Arial" panose="020B0604020202020204" pitchFamily="34" charset="0"/>
              <a:buNone/>
              <a:defRPr sz="217" b="0">
                <a:solidFill>
                  <a:schemeClr val="accent1">
                    <a:alpha val="0"/>
                  </a:schemeClr>
                </a:solidFill>
                <a:latin typeface="+mn-lt"/>
              </a:defRPr>
            </a:lvl8pPr>
            <a:lvl9pPr marL="0" indent="0" algn="ctr">
              <a:lnSpc>
                <a:spcPct val="100000"/>
              </a:lnSpc>
              <a:spcBef>
                <a:spcPts val="0"/>
              </a:spcBef>
              <a:spcAft>
                <a:spcPts val="0"/>
              </a:spcAft>
              <a:buFont typeface="Arial" panose="020B0604020202020204" pitchFamily="34" charset="0"/>
              <a:buNone/>
              <a:defRPr sz="217" b="0">
                <a:solidFill>
                  <a:schemeClr val="accent1">
                    <a:alpha val="0"/>
                  </a:schemeClr>
                </a:solidFill>
                <a:latin typeface="+mn-lt"/>
              </a:defRPr>
            </a:lvl9pPr>
          </a:lstStyle>
          <a:p>
            <a:pPr lvl="0"/>
            <a:r>
              <a:rPr lang="de-DE" dirty="0"/>
              <a:t> </a:t>
            </a:r>
          </a:p>
        </p:txBody>
      </p:sp>
      <p:sp>
        <p:nvSpPr>
          <p:cNvPr id="19" name="Text Placeholder 10"/>
          <p:cNvSpPr>
            <a:spLocks noGrp="1"/>
          </p:cNvSpPr>
          <p:nvPr>
            <p:ph type="body" sz="quarter" idx="21" hasCustomPrompt="1"/>
          </p:nvPr>
        </p:nvSpPr>
        <p:spPr bwMode="gray">
          <a:xfrm>
            <a:off x="6470064" y="6405323"/>
            <a:ext cx="724800" cy="724800"/>
          </a:xfrm>
          <a:prstGeom prst="ellipse">
            <a:avLst/>
          </a:prstGeom>
          <a:solidFill>
            <a:schemeClr val="accent1"/>
          </a:solidFill>
        </p:spPr>
        <p:txBody>
          <a:bodyPr anchor="ctr"/>
          <a:lstStyle>
            <a:lvl1pPr marL="0" indent="0" algn="ctr">
              <a:lnSpc>
                <a:spcPct val="100000"/>
              </a:lnSpc>
              <a:spcBef>
                <a:spcPts val="0"/>
              </a:spcBef>
              <a:spcAft>
                <a:spcPts val="0"/>
              </a:spcAft>
              <a:buFont typeface="Arial" panose="020B0604020202020204" pitchFamily="34" charset="0"/>
              <a:buNone/>
              <a:defRPr sz="217" b="0" baseline="0">
                <a:solidFill>
                  <a:schemeClr val="accent1">
                    <a:alpha val="0"/>
                  </a:schemeClr>
                </a:solidFill>
                <a:latin typeface="Avenir Next" panose="020B0503020202020204"/>
              </a:defRPr>
            </a:lvl1pPr>
            <a:lvl2pPr marL="0" indent="0" algn="ctr">
              <a:lnSpc>
                <a:spcPct val="100000"/>
              </a:lnSpc>
              <a:spcBef>
                <a:spcPts val="0"/>
              </a:spcBef>
              <a:spcAft>
                <a:spcPts val="0"/>
              </a:spcAft>
              <a:buFont typeface="Arial" panose="020B0604020202020204" pitchFamily="34" charset="0"/>
              <a:buNone/>
              <a:defRPr sz="217" b="0">
                <a:solidFill>
                  <a:schemeClr val="accent1">
                    <a:alpha val="0"/>
                  </a:schemeClr>
                </a:solidFill>
                <a:latin typeface="+mn-lt"/>
              </a:defRPr>
            </a:lvl2pPr>
            <a:lvl3pPr marL="0" indent="0" algn="ctr">
              <a:lnSpc>
                <a:spcPct val="100000"/>
              </a:lnSpc>
              <a:spcBef>
                <a:spcPts val="0"/>
              </a:spcBef>
              <a:spcAft>
                <a:spcPts val="0"/>
              </a:spcAft>
              <a:buFont typeface="Arial" panose="020B0604020202020204" pitchFamily="34" charset="0"/>
              <a:buNone/>
              <a:defRPr sz="217" b="0">
                <a:solidFill>
                  <a:schemeClr val="accent1">
                    <a:alpha val="0"/>
                  </a:schemeClr>
                </a:solidFill>
                <a:latin typeface="+mn-lt"/>
              </a:defRPr>
            </a:lvl3pPr>
            <a:lvl4pPr marL="0" indent="0" algn="ctr">
              <a:lnSpc>
                <a:spcPct val="100000"/>
              </a:lnSpc>
              <a:spcBef>
                <a:spcPts val="0"/>
              </a:spcBef>
              <a:spcAft>
                <a:spcPts val="0"/>
              </a:spcAft>
              <a:buFont typeface="Arial" panose="020B0604020202020204" pitchFamily="34" charset="0"/>
              <a:buNone/>
              <a:defRPr sz="217" b="0">
                <a:solidFill>
                  <a:schemeClr val="accent1">
                    <a:alpha val="0"/>
                  </a:schemeClr>
                </a:solidFill>
                <a:latin typeface="+mn-lt"/>
              </a:defRPr>
            </a:lvl4pPr>
            <a:lvl5pPr marL="0" indent="0" algn="ctr">
              <a:lnSpc>
                <a:spcPct val="100000"/>
              </a:lnSpc>
              <a:spcBef>
                <a:spcPts val="0"/>
              </a:spcBef>
              <a:spcAft>
                <a:spcPts val="0"/>
              </a:spcAft>
              <a:buFont typeface="Arial" panose="020B0604020202020204" pitchFamily="34" charset="0"/>
              <a:buNone/>
              <a:defRPr sz="217" b="0">
                <a:solidFill>
                  <a:schemeClr val="accent1">
                    <a:alpha val="0"/>
                  </a:schemeClr>
                </a:solidFill>
                <a:latin typeface="+mn-lt"/>
              </a:defRPr>
            </a:lvl5pPr>
            <a:lvl6pPr marL="0" indent="0" algn="ctr">
              <a:lnSpc>
                <a:spcPct val="100000"/>
              </a:lnSpc>
              <a:spcBef>
                <a:spcPts val="0"/>
              </a:spcBef>
              <a:spcAft>
                <a:spcPts val="0"/>
              </a:spcAft>
              <a:buFont typeface="Arial" panose="020B0604020202020204" pitchFamily="34" charset="0"/>
              <a:buNone/>
              <a:defRPr sz="217" b="0">
                <a:solidFill>
                  <a:schemeClr val="accent1">
                    <a:alpha val="0"/>
                  </a:schemeClr>
                </a:solidFill>
                <a:latin typeface="+mn-lt"/>
              </a:defRPr>
            </a:lvl6pPr>
            <a:lvl7pPr marL="0" indent="0" algn="ctr">
              <a:lnSpc>
                <a:spcPct val="100000"/>
              </a:lnSpc>
              <a:spcBef>
                <a:spcPts val="0"/>
              </a:spcBef>
              <a:spcAft>
                <a:spcPts val="0"/>
              </a:spcAft>
              <a:buFont typeface="Arial" panose="020B0604020202020204" pitchFamily="34" charset="0"/>
              <a:buNone/>
              <a:defRPr sz="217" b="0">
                <a:solidFill>
                  <a:schemeClr val="accent1">
                    <a:alpha val="0"/>
                  </a:schemeClr>
                </a:solidFill>
                <a:latin typeface="+mn-lt"/>
              </a:defRPr>
            </a:lvl7pPr>
            <a:lvl8pPr marL="0" indent="0" algn="ctr">
              <a:lnSpc>
                <a:spcPct val="100000"/>
              </a:lnSpc>
              <a:spcBef>
                <a:spcPts val="0"/>
              </a:spcBef>
              <a:spcAft>
                <a:spcPts val="0"/>
              </a:spcAft>
              <a:buFont typeface="Arial" panose="020B0604020202020204" pitchFamily="34" charset="0"/>
              <a:buNone/>
              <a:defRPr sz="217" b="0">
                <a:solidFill>
                  <a:schemeClr val="accent1">
                    <a:alpha val="0"/>
                  </a:schemeClr>
                </a:solidFill>
                <a:latin typeface="+mn-lt"/>
              </a:defRPr>
            </a:lvl8pPr>
            <a:lvl9pPr marL="0" indent="0" algn="ctr">
              <a:lnSpc>
                <a:spcPct val="100000"/>
              </a:lnSpc>
              <a:spcBef>
                <a:spcPts val="0"/>
              </a:spcBef>
              <a:spcAft>
                <a:spcPts val="0"/>
              </a:spcAft>
              <a:buFont typeface="Arial" panose="020B0604020202020204" pitchFamily="34" charset="0"/>
              <a:buNone/>
              <a:defRPr sz="217" b="0">
                <a:solidFill>
                  <a:schemeClr val="accent1">
                    <a:alpha val="0"/>
                  </a:schemeClr>
                </a:solidFill>
                <a:latin typeface="+mn-lt"/>
              </a:defRPr>
            </a:lvl9pPr>
          </a:lstStyle>
          <a:p>
            <a:pPr lvl="0"/>
            <a:r>
              <a:rPr lang="de-DE" dirty="0"/>
              <a:t> </a:t>
            </a:r>
          </a:p>
        </p:txBody>
      </p:sp>
    </p:spTree>
    <p:custDataLst>
      <p:tags r:id="rId1"/>
    </p:custDataLst>
    <p:extLst>
      <p:ext uri="{BB962C8B-B14F-4D97-AF65-F5344CB8AC3E}">
        <p14:creationId xmlns:p14="http://schemas.microsoft.com/office/powerpoint/2010/main" val="2968722814"/>
      </p:ext>
    </p:extLst>
  </p:cSld>
  <p:clrMapOvr>
    <a:masterClrMapping/>
  </p:clrMapOvr>
  <p:transition>
    <p:fade/>
  </p:transition>
</p:sldLayout>
</file>

<file path=ppt/slideLayouts/slideLayout141.xml><?xml version="1.0" encoding="utf-8"?>
<p:sldLayout xmlns:a="http://schemas.openxmlformats.org/drawingml/2006/main" xmlns:r="http://schemas.openxmlformats.org/officeDocument/2006/relationships" xmlns:p="http://schemas.openxmlformats.org/presentationml/2006/main" preserve="1" userDrawn="1">
  <p:cSld name="Text &amp; Image with Bubbles">
    <p:spTree>
      <p:nvGrpSpPr>
        <p:cNvPr id="1" name=""/>
        <p:cNvGrpSpPr/>
        <p:nvPr/>
      </p:nvGrpSpPr>
      <p:grpSpPr>
        <a:xfrm>
          <a:off x="0" y="0"/>
          <a:ext cx="0" cy="0"/>
          <a:chOff x="0" y="0"/>
          <a:chExt cx="0" cy="0"/>
        </a:xfrm>
      </p:grpSpPr>
      <p:sp>
        <p:nvSpPr>
          <p:cNvPr id="10" name="Picture Placeholder 3"/>
          <p:cNvSpPr>
            <a:spLocks noGrp="1"/>
          </p:cNvSpPr>
          <p:nvPr>
            <p:ph type="pic" sz="quarter" idx="13" hasCustomPrompt="1"/>
          </p:nvPr>
        </p:nvSpPr>
        <p:spPr bwMode="gray">
          <a:xfrm>
            <a:off x="3168650" y="0"/>
            <a:ext cx="9023350" cy="6858000"/>
          </a:xfrm>
          <a:prstGeom prst="rect">
            <a:avLst/>
          </a:prstGeom>
          <a:solidFill>
            <a:schemeClr val="tx1">
              <a:lumMod val="50000"/>
              <a:lumOff val="50000"/>
            </a:schemeClr>
          </a:solidFill>
        </p:spPr>
        <p:txBody>
          <a:bodyPr tIns="0" bIns="720000" anchor="ctr" anchorCtr="0"/>
          <a:lstStyle>
            <a:lvl1pPr algn="ctr">
              <a:defRPr sz="975" baseline="0">
                <a:solidFill>
                  <a:schemeClr val="bg1"/>
                </a:solidFill>
              </a:defRPr>
            </a:lvl1pPr>
          </a:lstStyle>
          <a:p>
            <a:r>
              <a:rPr lang="de-DE" dirty="0"/>
              <a:t>Click </a:t>
            </a:r>
            <a:r>
              <a:rPr lang="de-DE" dirty="0" err="1"/>
              <a:t>the</a:t>
            </a:r>
            <a:r>
              <a:rPr lang="de-DE" dirty="0"/>
              <a:t> </a:t>
            </a:r>
            <a:r>
              <a:rPr lang="de-DE" dirty="0" err="1"/>
              <a:t>icon</a:t>
            </a:r>
            <a:r>
              <a:rPr lang="de-DE" dirty="0"/>
              <a:t> </a:t>
            </a:r>
            <a:br>
              <a:rPr lang="de-DE" dirty="0"/>
            </a:br>
            <a:r>
              <a:rPr lang="de-DE" dirty="0" err="1"/>
              <a:t>to</a:t>
            </a:r>
            <a:r>
              <a:rPr lang="de-DE" dirty="0"/>
              <a:t> </a:t>
            </a:r>
            <a:r>
              <a:rPr lang="de-DE" dirty="0" err="1"/>
              <a:t>add</a:t>
            </a:r>
            <a:r>
              <a:rPr lang="de-DE" dirty="0"/>
              <a:t> an </a:t>
            </a:r>
            <a:r>
              <a:rPr lang="de-DE" dirty="0" err="1"/>
              <a:t>image</a:t>
            </a:r>
            <a:endParaRPr lang="en-US" dirty="0"/>
          </a:p>
        </p:txBody>
      </p:sp>
      <p:sp>
        <p:nvSpPr>
          <p:cNvPr id="2" name="Title 1"/>
          <p:cNvSpPr>
            <a:spLocks noGrp="1"/>
          </p:cNvSpPr>
          <p:nvPr>
            <p:ph type="title" hasCustomPrompt="1"/>
          </p:nvPr>
        </p:nvSpPr>
        <p:spPr bwMode="gray">
          <a:xfrm>
            <a:off x="431801" y="452969"/>
            <a:ext cx="2544233" cy="912284"/>
          </a:xfrm>
        </p:spPr>
        <p:txBody>
          <a:bodyPr/>
          <a:lstStyle>
            <a:lvl1pPr>
              <a:defRPr baseline="0"/>
            </a:lvl1pPr>
          </a:lstStyle>
          <a:p>
            <a:r>
              <a:rPr lang="de-DE" dirty="0"/>
              <a:t>Title </a:t>
            </a:r>
            <a:r>
              <a:rPr lang="de-DE" dirty="0" err="1"/>
              <a:t>of</a:t>
            </a:r>
            <a:r>
              <a:rPr lang="de-DE" dirty="0"/>
              <a:t> </a:t>
            </a:r>
            <a:br>
              <a:rPr lang="de-DE" dirty="0"/>
            </a:br>
            <a:r>
              <a:rPr lang="de-DE" dirty="0" err="1"/>
              <a:t>the</a:t>
            </a:r>
            <a:r>
              <a:rPr lang="de-DE" dirty="0"/>
              <a:t> </a:t>
            </a:r>
            <a:r>
              <a:rPr lang="de-DE" dirty="0" err="1"/>
              <a:t>slide</a:t>
            </a:r>
            <a:endParaRPr lang="en-US" dirty="0"/>
          </a:p>
        </p:txBody>
      </p:sp>
      <p:sp>
        <p:nvSpPr>
          <p:cNvPr id="4" name="Date Placeholder 3"/>
          <p:cNvSpPr>
            <a:spLocks noGrp="1"/>
          </p:cNvSpPr>
          <p:nvPr>
            <p:ph type="dt" sz="half" idx="10"/>
          </p:nvPr>
        </p:nvSpPr>
        <p:spPr bwMode="gray"/>
        <p:txBody>
          <a:bodyPr/>
          <a:lstStyle>
            <a:lvl1pPr>
              <a:defRPr>
                <a:solidFill>
                  <a:schemeClr val="bg1"/>
                </a:solidFill>
              </a:defRPr>
            </a:lvl1pPr>
          </a:lstStyle>
          <a:p>
            <a:fld id="{BB2B987F-52B1-42C3-B0A4-4BBB085120D9}" type="datetime1">
              <a:rPr lang="en-US" smtClean="0">
                <a:solidFill>
                  <a:prstClr val="white"/>
                </a:solidFill>
              </a:rPr>
              <a:pPr/>
              <a:t>7/6/2026</a:t>
            </a:fld>
            <a:endParaRPr lang="en-US">
              <a:solidFill>
                <a:prstClr val="white"/>
              </a:solidFill>
            </a:endParaRPr>
          </a:p>
        </p:txBody>
      </p:sp>
      <p:sp>
        <p:nvSpPr>
          <p:cNvPr id="5" name="Footer Placeholder 4"/>
          <p:cNvSpPr>
            <a:spLocks noGrp="1"/>
          </p:cNvSpPr>
          <p:nvPr>
            <p:ph type="ftr" sz="quarter" idx="11"/>
          </p:nvPr>
        </p:nvSpPr>
        <p:spPr bwMode="gray"/>
        <p:txBody>
          <a:bodyPr/>
          <a:lstStyle>
            <a:lvl1pPr>
              <a:defRPr>
                <a:solidFill>
                  <a:schemeClr val="bg1"/>
                </a:solidFill>
              </a:defRPr>
            </a:lvl1pPr>
          </a:lstStyle>
          <a:p>
            <a:r>
              <a:rPr lang="en-US">
                <a:solidFill>
                  <a:prstClr val="white"/>
                </a:solidFill>
              </a:rPr>
              <a:t>Title of the presentation</a:t>
            </a:r>
          </a:p>
        </p:txBody>
      </p:sp>
      <p:sp>
        <p:nvSpPr>
          <p:cNvPr id="6" name="Slide Number Placeholder 5"/>
          <p:cNvSpPr>
            <a:spLocks noGrp="1"/>
          </p:cNvSpPr>
          <p:nvPr>
            <p:ph type="sldNum" sz="quarter" idx="12"/>
          </p:nvPr>
        </p:nvSpPr>
        <p:spPr bwMode="gray"/>
        <p:txBody>
          <a:bodyPr/>
          <a:lstStyle>
            <a:lvl1pPr>
              <a:defRPr>
                <a:solidFill>
                  <a:schemeClr val="bg1"/>
                </a:solidFill>
              </a:defRPr>
            </a:lvl1pPr>
          </a:lstStyle>
          <a:p>
            <a:fld id="{FCB53D23-1D79-480C-B3BE-829293F4503C}" type="slidenum">
              <a:rPr lang="en-US" smtClean="0">
                <a:solidFill>
                  <a:prstClr val="white"/>
                </a:solidFill>
              </a:rPr>
              <a:pPr/>
              <a:t>‹#›</a:t>
            </a:fld>
            <a:endParaRPr lang="en-US">
              <a:solidFill>
                <a:prstClr val="white"/>
              </a:solidFill>
            </a:endParaRPr>
          </a:p>
        </p:txBody>
      </p:sp>
      <p:sp>
        <p:nvSpPr>
          <p:cNvPr id="7" name="Text Placeholder 6"/>
          <p:cNvSpPr>
            <a:spLocks noGrp="1"/>
          </p:cNvSpPr>
          <p:nvPr>
            <p:ph type="body" sz="quarter" idx="14"/>
          </p:nvPr>
        </p:nvSpPr>
        <p:spPr bwMode="gray">
          <a:xfrm>
            <a:off x="431801" y="1701800"/>
            <a:ext cx="2544233" cy="432011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Text Placeholder 10"/>
          <p:cNvSpPr>
            <a:spLocks noGrp="1"/>
          </p:cNvSpPr>
          <p:nvPr>
            <p:ph type="body" sz="quarter" idx="17" hasCustomPrompt="1"/>
          </p:nvPr>
        </p:nvSpPr>
        <p:spPr bwMode="gray">
          <a:xfrm>
            <a:off x="4203701" y="3476628"/>
            <a:ext cx="2832100" cy="2832099"/>
          </a:xfrm>
          <a:prstGeom prst="ellipse">
            <a:avLst/>
          </a:prstGeom>
          <a:solidFill>
            <a:schemeClr val="accent1"/>
          </a:solidFill>
        </p:spPr>
        <p:txBody>
          <a:bodyPr anchor="ctr"/>
          <a:lstStyle>
            <a:lvl1pPr marL="0" indent="0" algn="ctr">
              <a:lnSpc>
                <a:spcPct val="75000"/>
              </a:lnSpc>
              <a:spcBef>
                <a:spcPts val="217"/>
              </a:spcBef>
              <a:spcAft>
                <a:spcPts val="217"/>
              </a:spcAft>
              <a:buFont typeface="Arial" panose="020B0604020202020204" pitchFamily="34" charset="0"/>
              <a:buNone/>
              <a:defRPr sz="1733">
                <a:solidFill>
                  <a:schemeClr val="bg1"/>
                </a:solidFill>
                <a:latin typeface="Avenir Next" panose="020B0503020202020204"/>
              </a:defRPr>
            </a:lvl1pPr>
            <a:lvl2pPr marL="0" indent="0" algn="ctr">
              <a:lnSpc>
                <a:spcPct val="75000"/>
              </a:lnSpc>
              <a:spcBef>
                <a:spcPts val="0"/>
              </a:spcBef>
              <a:spcAft>
                <a:spcPts val="0"/>
              </a:spcAft>
              <a:buFont typeface="Arial" panose="020B0604020202020204" pitchFamily="34" charset="0"/>
              <a:buNone/>
              <a:defRPr sz="1192">
                <a:solidFill>
                  <a:schemeClr val="bg1"/>
                </a:solidFill>
                <a:latin typeface="+mj-lt"/>
              </a:defRPr>
            </a:lvl2pPr>
            <a:lvl3pPr marL="0" indent="0" algn="ctr">
              <a:lnSpc>
                <a:spcPct val="75000"/>
              </a:lnSpc>
              <a:spcBef>
                <a:spcPts val="0"/>
              </a:spcBef>
              <a:spcAft>
                <a:spcPts val="0"/>
              </a:spcAft>
              <a:buFont typeface="Arial" panose="020B0604020202020204" pitchFamily="34" charset="0"/>
              <a:buNone/>
              <a:defRPr sz="1192">
                <a:solidFill>
                  <a:schemeClr val="bg1"/>
                </a:solidFill>
                <a:latin typeface="+mj-lt"/>
              </a:defRPr>
            </a:lvl3pPr>
            <a:lvl4pPr marL="0" indent="0" algn="ctr">
              <a:lnSpc>
                <a:spcPct val="75000"/>
              </a:lnSpc>
              <a:spcBef>
                <a:spcPts val="0"/>
              </a:spcBef>
              <a:spcAft>
                <a:spcPts val="0"/>
              </a:spcAft>
              <a:buFont typeface="Arial" panose="020B0604020202020204" pitchFamily="34" charset="0"/>
              <a:buNone/>
              <a:defRPr sz="1192">
                <a:solidFill>
                  <a:schemeClr val="bg1"/>
                </a:solidFill>
                <a:latin typeface="+mj-lt"/>
              </a:defRPr>
            </a:lvl4pPr>
            <a:lvl5pPr marL="0" indent="0" algn="ctr">
              <a:lnSpc>
                <a:spcPct val="75000"/>
              </a:lnSpc>
              <a:spcBef>
                <a:spcPts val="0"/>
              </a:spcBef>
              <a:spcAft>
                <a:spcPts val="0"/>
              </a:spcAft>
              <a:buFont typeface="Arial" panose="020B0604020202020204" pitchFamily="34" charset="0"/>
              <a:buNone/>
              <a:defRPr sz="1192">
                <a:solidFill>
                  <a:schemeClr val="bg1"/>
                </a:solidFill>
                <a:latin typeface="+mj-lt"/>
              </a:defRPr>
            </a:lvl5pPr>
            <a:lvl6pPr marL="0" indent="0" algn="ctr">
              <a:lnSpc>
                <a:spcPct val="75000"/>
              </a:lnSpc>
              <a:spcBef>
                <a:spcPts val="0"/>
              </a:spcBef>
              <a:spcAft>
                <a:spcPts val="0"/>
              </a:spcAft>
              <a:buFont typeface="Arial" panose="020B0604020202020204" pitchFamily="34" charset="0"/>
              <a:buNone/>
              <a:defRPr sz="1192">
                <a:solidFill>
                  <a:schemeClr val="bg1"/>
                </a:solidFill>
                <a:latin typeface="+mj-lt"/>
              </a:defRPr>
            </a:lvl6pPr>
            <a:lvl7pPr marL="0" indent="0" algn="ctr">
              <a:lnSpc>
                <a:spcPct val="75000"/>
              </a:lnSpc>
              <a:spcBef>
                <a:spcPts val="0"/>
              </a:spcBef>
              <a:spcAft>
                <a:spcPts val="0"/>
              </a:spcAft>
              <a:buFont typeface="Arial" panose="020B0604020202020204" pitchFamily="34" charset="0"/>
              <a:buNone/>
              <a:defRPr sz="1192">
                <a:solidFill>
                  <a:schemeClr val="bg1"/>
                </a:solidFill>
                <a:latin typeface="+mj-lt"/>
              </a:defRPr>
            </a:lvl7pPr>
            <a:lvl8pPr marL="0" indent="0" algn="ctr">
              <a:lnSpc>
                <a:spcPct val="75000"/>
              </a:lnSpc>
              <a:spcBef>
                <a:spcPts val="0"/>
              </a:spcBef>
              <a:spcAft>
                <a:spcPts val="0"/>
              </a:spcAft>
              <a:buFont typeface="Arial" panose="020B0604020202020204" pitchFamily="34" charset="0"/>
              <a:buNone/>
              <a:defRPr sz="1192">
                <a:solidFill>
                  <a:schemeClr val="bg1"/>
                </a:solidFill>
                <a:latin typeface="+mj-lt"/>
              </a:defRPr>
            </a:lvl8pPr>
            <a:lvl9pPr marL="0" indent="0" algn="ctr">
              <a:lnSpc>
                <a:spcPct val="75000"/>
              </a:lnSpc>
              <a:spcBef>
                <a:spcPts val="0"/>
              </a:spcBef>
              <a:spcAft>
                <a:spcPts val="0"/>
              </a:spcAft>
              <a:buFont typeface="Arial" panose="020B0604020202020204" pitchFamily="34" charset="0"/>
              <a:buNone/>
              <a:defRPr sz="1192">
                <a:solidFill>
                  <a:schemeClr val="bg1"/>
                </a:solidFill>
                <a:latin typeface="+mj-lt"/>
              </a:defRPr>
            </a:lvl9pPr>
          </a:lstStyle>
          <a:p>
            <a:pPr lvl="0"/>
            <a:r>
              <a:rPr lang="en-US" dirty="0"/>
              <a:t>Highlight element</a:t>
            </a:r>
          </a:p>
        </p:txBody>
      </p:sp>
      <p:sp>
        <p:nvSpPr>
          <p:cNvPr id="14" name="Text Placeholder 10"/>
          <p:cNvSpPr>
            <a:spLocks noGrp="1"/>
          </p:cNvSpPr>
          <p:nvPr>
            <p:ph type="body" sz="quarter" idx="21" hasCustomPrompt="1"/>
          </p:nvPr>
        </p:nvSpPr>
        <p:spPr bwMode="gray">
          <a:xfrm>
            <a:off x="2895601" y="5818719"/>
            <a:ext cx="1622400" cy="1622400"/>
          </a:xfrm>
          <a:prstGeom prst="ellipse">
            <a:avLst/>
          </a:prstGeom>
          <a:solidFill>
            <a:schemeClr val="accent1"/>
          </a:solidFill>
        </p:spPr>
        <p:txBody>
          <a:bodyPr anchor="ctr"/>
          <a:lstStyle>
            <a:lvl1pPr marL="0" indent="0" algn="ctr">
              <a:lnSpc>
                <a:spcPct val="100000"/>
              </a:lnSpc>
              <a:spcBef>
                <a:spcPts val="0"/>
              </a:spcBef>
              <a:spcAft>
                <a:spcPts val="0"/>
              </a:spcAft>
              <a:buFont typeface="Arial" panose="020B0604020202020204" pitchFamily="34" charset="0"/>
              <a:buNone/>
              <a:defRPr sz="217" b="0" baseline="0">
                <a:solidFill>
                  <a:schemeClr val="accent1">
                    <a:alpha val="0"/>
                  </a:schemeClr>
                </a:solidFill>
                <a:latin typeface="Avenir Next" panose="020B0503020202020204"/>
              </a:defRPr>
            </a:lvl1pPr>
            <a:lvl2pPr marL="0" indent="0" algn="ctr">
              <a:lnSpc>
                <a:spcPct val="100000"/>
              </a:lnSpc>
              <a:spcBef>
                <a:spcPts val="0"/>
              </a:spcBef>
              <a:spcAft>
                <a:spcPts val="0"/>
              </a:spcAft>
              <a:buFont typeface="Arial" panose="020B0604020202020204" pitchFamily="34" charset="0"/>
              <a:buNone/>
              <a:defRPr sz="217" b="0">
                <a:solidFill>
                  <a:schemeClr val="accent1">
                    <a:alpha val="0"/>
                  </a:schemeClr>
                </a:solidFill>
                <a:latin typeface="+mn-lt"/>
              </a:defRPr>
            </a:lvl2pPr>
            <a:lvl3pPr marL="0" indent="0" algn="ctr">
              <a:lnSpc>
                <a:spcPct val="100000"/>
              </a:lnSpc>
              <a:spcBef>
                <a:spcPts val="0"/>
              </a:spcBef>
              <a:spcAft>
                <a:spcPts val="0"/>
              </a:spcAft>
              <a:buFont typeface="Arial" panose="020B0604020202020204" pitchFamily="34" charset="0"/>
              <a:buNone/>
              <a:defRPr sz="217" b="0">
                <a:solidFill>
                  <a:schemeClr val="accent1">
                    <a:alpha val="0"/>
                  </a:schemeClr>
                </a:solidFill>
                <a:latin typeface="+mn-lt"/>
              </a:defRPr>
            </a:lvl3pPr>
            <a:lvl4pPr marL="0" indent="0" algn="ctr">
              <a:lnSpc>
                <a:spcPct val="100000"/>
              </a:lnSpc>
              <a:spcBef>
                <a:spcPts val="0"/>
              </a:spcBef>
              <a:spcAft>
                <a:spcPts val="0"/>
              </a:spcAft>
              <a:buFont typeface="Arial" panose="020B0604020202020204" pitchFamily="34" charset="0"/>
              <a:buNone/>
              <a:defRPr sz="217" b="0">
                <a:solidFill>
                  <a:schemeClr val="accent1">
                    <a:alpha val="0"/>
                  </a:schemeClr>
                </a:solidFill>
                <a:latin typeface="+mn-lt"/>
              </a:defRPr>
            </a:lvl4pPr>
            <a:lvl5pPr marL="0" indent="0" algn="ctr">
              <a:lnSpc>
                <a:spcPct val="100000"/>
              </a:lnSpc>
              <a:spcBef>
                <a:spcPts val="0"/>
              </a:spcBef>
              <a:spcAft>
                <a:spcPts val="0"/>
              </a:spcAft>
              <a:buFont typeface="Arial" panose="020B0604020202020204" pitchFamily="34" charset="0"/>
              <a:buNone/>
              <a:defRPr sz="217" b="0">
                <a:solidFill>
                  <a:schemeClr val="accent1">
                    <a:alpha val="0"/>
                  </a:schemeClr>
                </a:solidFill>
                <a:latin typeface="+mn-lt"/>
              </a:defRPr>
            </a:lvl5pPr>
            <a:lvl6pPr marL="0" indent="0" algn="ctr">
              <a:lnSpc>
                <a:spcPct val="100000"/>
              </a:lnSpc>
              <a:spcBef>
                <a:spcPts val="0"/>
              </a:spcBef>
              <a:spcAft>
                <a:spcPts val="0"/>
              </a:spcAft>
              <a:buFont typeface="Arial" panose="020B0604020202020204" pitchFamily="34" charset="0"/>
              <a:buNone/>
              <a:defRPr sz="217" b="0">
                <a:solidFill>
                  <a:schemeClr val="accent1">
                    <a:alpha val="0"/>
                  </a:schemeClr>
                </a:solidFill>
                <a:latin typeface="+mn-lt"/>
              </a:defRPr>
            </a:lvl6pPr>
            <a:lvl7pPr marL="0" indent="0" algn="ctr">
              <a:lnSpc>
                <a:spcPct val="100000"/>
              </a:lnSpc>
              <a:spcBef>
                <a:spcPts val="0"/>
              </a:spcBef>
              <a:spcAft>
                <a:spcPts val="0"/>
              </a:spcAft>
              <a:buFont typeface="Arial" panose="020B0604020202020204" pitchFamily="34" charset="0"/>
              <a:buNone/>
              <a:defRPr sz="217" b="0">
                <a:solidFill>
                  <a:schemeClr val="accent1">
                    <a:alpha val="0"/>
                  </a:schemeClr>
                </a:solidFill>
                <a:latin typeface="+mn-lt"/>
              </a:defRPr>
            </a:lvl7pPr>
            <a:lvl8pPr marL="0" indent="0" algn="ctr">
              <a:lnSpc>
                <a:spcPct val="100000"/>
              </a:lnSpc>
              <a:spcBef>
                <a:spcPts val="0"/>
              </a:spcBef>
              <a:spcAft>
                <a:spcPts val="0"/>
              </a:spcAft>
              <a:buFont typeface="Arial" panose="020B0604020202020204" pitchFamily="34" charset="0"/>
              <a:buNone/>
              <a:defRPr sz="217" b="0">
                <a:solidFill>
                  <a:schemeClr val="accent1">
                    <a:alpha val="0"/>
                  </a:schemeClr>
                </a:solidFill>
                <a:latin typeface="+mn-lt"/>
              </a:defRPr>
            </a:lvl8pPr>
            <a:lvl9pPr marL="0" indent="0" algn="ctr">
              <a:lnSpc>
                <a:spcPct val="100000"/>
              </a:lnSpc>
              <a:spcBef>
                <a:spcPts val="0"/>
              </a:spcBef>
              <a:spcAft>
                <a:spcPts val="0"/>
              </a:spcAft>
              <a:buFont typeface="Arial" panose="020B0604020202020204" pitchFamily="34" charset="0"/>
              <a:buNone/>
              <a:defRPr sz="217" b="0">
                <a:solidFill>
                  <a:schemeClr val="accent1">
                    <a:alpha val="0"/>
                  </a:schemeClr>
                </a:solidFill>
                <a:latin typeface="+mn-lt"/>
              </a:defRPr>
            </a:lvl9pPr>
          </a:lstStyle>
          <a:p>
            <a:pPr lvl="0"/>
            <a:r>
              <a:rPr lang="de-DE" dirty="0"/>
              <a:t> </a:t>
            </a:r>
          </a:p>
        </p:txBody>
      </p:sp>
    </p:spTree>
    <p:custDataLst>
      <p:tags r:id="rId1"/>
    </p:custDataLst>
    <p:extLst>
      <p:ext uri="{BB962C8B-B14F-4D97-AF65-F5344CB8AC3E}">
        <p14:creationId xmlns:p14="http://schemas.microsoft.com/office/powerpoint/2010/main" val="1519732606"/>
      </p:ext>
    </p:extLst>
  </p:cSld>
  <p:clrMapOvr>
    <a:masterClrMapping/>
  </p:clrMapOvr>
  <p:transition>
    <p:fade/>
  </p:transition>
</p:sldLayout>
</file>

<file path=ppt/slideLayouts/slideLayout142.xml><?xml version="1.0" encoding="utf-8"?>
<p:sldLayout xmlns:a="http://schemas.openxmlformats.org/drawingml/2006/main" xmlns:r="http://schemas.openxmlformats.org/officeDocument/2006/relationships" xmlns:p="http://schemas.openxmlformats.org/presentationml/2006/main" preserve="1" userDrawn="1">
  <p:cSld name="Title &amp; Image">
    <p:spTree>
      <p:nvGrpSpPr>
        <p:cNvPr id="1" name=""/>
        <p:cNvGrpSpPr/>
        <p:nvPr/>
      </p:nvGrpSpPr>
      <p:grpSpPr>
        <a:xfrm>
          <a:off x="0" y="0"/>
          <a:ext cx="0" cy="0"/>
          <a:chOff x="0" y="0"/>
          <a:chExt cx="0" cy="0"/>
        </a:xfrm>
      </p:grpSpPr>
      <p:sp>
        <p:nvSpPr>
          <p:cNvPr id="10" name="Picture Placeholder 3"/>
          <p:cNvSpPr>
            <a:spLocks noGrp="1"/>
          </p:cNvSpPr>
          <p:nvPr>
            <p:ph type="pic" sz="quarter" idx="13" hasCustomPrompt="1"/>
          </p:nvPr>
        </p:nvSpPr>
        <p:spPr bwMode="gray">
          <a:xfrm>
            <a:off x="3168650" y="0"/>
            <a:ext cx="9023350" cy="6858000"/>
          </a:xfrm>
          <a:prstGeom prst="rect">
            <a:avLst/>
          </a:prstGeom>
          <a:solidFill>
            <a:schemeClr val="tx1">
              <a:lumMod val="50000"/>
              <a:lumOff val="50000"/>
            </a:schemeClr>
          </a:solidFill>
        </p:spPr>
        <p:txBody>
          <a:bodyPr tIns="0" bIns="720000" anchor="ctr" anchorCtr="0"/>
          <a:lstStyle>
            <a:lvl1pPr algn="ctr">
              <a:defRPr sz="975" baseline="0">
                <a:solidFill>
                  <a:schemeClr val="bg1"/>
                </a:solidFill>
              </a:defRPr>
            </a:lvl1pPr>
          </a:lstStyle>
          <a:p>
            <a:r>
              <a:rPr lang="de-DE" dirty="0"/>
              <a:t>Click </a:t>
            </a:r>
            <a:r>
              <a:rPr lang="de-DE" dirty="0" err="1"/>
              <a:t>the</a:t>
            </a:r>
            <a:r>
              <a:rPr lang="de-DE" dirty="0"/>
              <a:t> </a:t>
            </a:r>
            <a:r>
              <a:rPr lang="de-DE" dirty="0" err="1"/>
              <a:t>icon</a:t>
            </a:r>
            <a:r>
              <a:rPr lang="de-DE" dirty="0"/>
              <a:t> </a:t>
            </a:r>
            <a:br>
              <a:rPr lang="de-DE" dirty="0"/>
            </a:br>
            <a:r>
              <a:rPr lang="de-DE" dirty="0" err="1"/>
              <a:t>to</a:t>
            </a:r>
            <a:r>
              <a:rPr lang="de-DE" dirty="0"/>
              <a:t> </a:t>
            </a:r>
            <a:r>
              <a:rPr lang="de-DE" dirty="0" err="1"/>
              <a:t>add</a:t>
            </a:r>
            <a:r>
              <a:rPr lang="de-DE" dirty="0"/>
              <a:t> an </a:t>
            </a:r>
            <a:r>
              <a:rPr lang="de-DE" dirty="0" err="1"/>
              <a:t>image</a:t>
            </a:r>
            <a:endParaRPr lang="en-US" dirty="0"/>
          </a:p>
        </p:txBody>
      </p:sp>
      <p:sp>
        <p:nvSpPr>
          <p:cNvPr id="2" name="Title 1"/>
          <p:cNvSpPr>
            <a:spLocks noGrp="1"/>
          </p:cNvSpPr>
          <p:nvPr>
            <p:ph type="title" hasCustomPrompt="1"/>
          </p:nvPr>
        </p:nvSpPr>
        <p:spPr bwMode="gray">
          <a:xfrm>
            <a:off x="431801" y="452967"/>
            <a:ext cx="2544233" cy="3312584"/>
          </a:xfrm>
        </p:spPr>
        <p:txBody>
          <a:bodyPr/>
          <a:lstStyle>
            <a:lvl1pPr>
              <a:defRPr/>
            </a:lvl1pPr>
          </a:lstStyle>
          <a:p>
            <a:r>
              <a:rPr lang="de-DE" dirty="0"/>
              <a:t>Title </a:t>
            </a:r>
            <a:r>
              <a:rPr lang="de-DE" dirty="0" err="1"/>
              <a:t>of</a:t>
            </a:r>
            <a:r>
              <a:rPr lang="de-DE" dirty="0"/>
              <a:t> </a:t>
            </a:r>
            <a:br>
              <a:rPr lang="de-DE" dirty="0"/>
            </a:br>
            <a:r>
              <a:rPr lang="de-DE" dirty="0" err="1"/>
              <a:t>the</a:t>
            </a:r>
            <a:r>
              <a:rPr lang="de-DE" dirty="0"/>
              <a:t> </a:t>
            </a:r>
            <a:r>
              <a:rPr lang="de-DE" dirty="0" err="1"/>
              <a:t>slide</a:t>
            </a:r>
            <a:r>
              <a:rPr lang="en-US" dirty="0"/>
              <a:t/>
            </a:r>
            <a:br>
              <a:rPr lang="en-US" dirty="0"/>
            </a:br>
            <a:r>
              <a:rPr lang="en-US" dirty="0"/>
              <a:t>written </a:t>
            </a:r>
            <a:br>
              <a:rPr lang="en-US" dirty="0"/>
            </a:br>
            <a:r>
              <a:rPr lang="en-US" dirty="0"/>
              <a:t>in several lines</a:t>
            </a:r>
          </a:p>
        </p:txBody>
      </p:sp>
      <p:sp>
        <p:nvSpPr>
          <p:cNvPr id="4" name="Date Placeholder 3"/>
          <p:cNvSpPr>
            <a:spLocks noGrp="1"/>
          </p:cNvSpPr>
          <p:nvPr>
            <p:ph type="dt" sz="half" idx="10"/>
          </p:nvPr>
        </p:nvSpPr>
        <p:spPr bwMode="gray"/>
        <p:txBody>
          <a:bodyPr/>
          <a:lstStyle>
            <a:lvl1pPr>
              <a:defRPr>
                <a:solidFill>
                  <a:schemeClr val="bg1"/>
                </a:solidFill>
              </a:defRPr>
            </a:lvl1pPr>
          </a:lstStyle>
          <a:p>
            <a:fld id="{F4BA99C9-0405-4F28-8F70-F6107959CD5B}" type="datetime1">
              <a:rPr lang="en-US" smtClean="0">
                <a:solidFill>
                  <a:prstClr val="white"/>
                </a:solidFill>
              </a:rPr>
              <a:pPr/>
              <a:t>7/6/2026</a:t>
            </a:fld>
            <a:endParaRPr lang="en-US">
              <a:solidFill>
                <a:prstClr val="white"/>
              </a:solidFill>
            </a:endParaRPr>
          </a:p>
        </p:txBody>
      </p:sp>
      <p:sp>
        <p:nvSpPr>
          <p:cNvPr id="5" name="Footer Placeholder 4"/>
          <p:cNvSpPr>
            <a:spLocks noGrp="1"/>
          </p:cNvSpPr>
          <p:nvPr>
            <p:ph type="ftr" sz="quarter" idx="11"/>
          </p:nvPr>
        </p:nvSpPr>
        <p:spPr bwMode="gray"/>
        <p:txBody>
          <a:bodyPr/>
          <a:lstStyle>
            <a:lvl1pPr>
              <a:defRPr>
                <a:solidFill>
                  <a:schemeClr val="bg1"/>
                </a:solidFill>
              </a:defRPr>
            </a:lvl1pPr>
          </a:lstStyle>
          <a:p>
            <a:r>
              <a:rPr lang="en-US">
                <a:solidFill>
                  <a:prstClr val="white"/>
                </a:solidFill>
              </a:rPr>
              <a:t>Title of the presentation</a:t>
            </a:r>
          </a:p>
        </p:txBody>
      </p:sp>
      <p:sp>
        <p:nvSpPr>
          <p:cNvPr id="6" name="Slide Number Placeholder 5"/>
          <p:cNvSpPr>
            <a:spLocks noGrp="1"/>
          </p:cNvSpPr>
          <p:nvPr>
            <p:ph type="sldNum" sz="quarter" idx="12"/>
          </p:nvPr>
        </p:nvSpPr>
        <p:spPr bwMode="gray"/>
        <p:txBody>
          <a:bodyPr/>
          <a:lstStyle>
            <a:lvl1pPr>
              <a:defRPr>
                <a:solidFill>
                  <a:schemeClr val="bg1"/>
                </a:solidFill>
              </a:defRPr>
            </a:lvl1pPr>
          </a:lstStyle>
          <a:p>
            <a:fld id="{FCB53D23-1D79-480C-B3BE-829293F4503C}" type="slidenum">
              <a:rPr lang="en-US" smtClean="0">
                <a:solidFill>
                  <a:prstClr val="white"/>
                </a:solidFill>
              </a:rPr>
              <a:pPr/>
              <a:t>‹#›</a:t>
            </a:fld>
            <a:endParaRPr lang="en-US">
              <a:solidFill>
                <a:prstClr val="white"/>
              </a:solidFill>
            </a:endParaRPr>
          </a:p>
        </p:txBody>
      </p:sp>
    </p:spTree>
    <p:extLst>
      <p:ext uri="{BB962C8B-B14F-4D97-AF65-F5344CB8AC3E}">
        <p14:creationId xmlns:p14="http://schemas.microsoft.com/office/powerpoint/2010/main" val="3334620741"/>
      </p:ext>
    </p:extLst>
  </p:cSld>
  <p:clrMapOvr>
    <a:masterClrMapping/>
  </p:clrMapOvr>
  <p:transition>
    <p:fade/>
  </p:transition>
</p:sldLayout>
</file>

<file path=ppt/slideLayouts/slideLayout143.xml><?xml version="1.0" encoding="utf-8"?>
<p:sldLayout xmlns:a="http://schemas.openxmlformats.org/drawingml/2006/main" xmlns:r="http://schemas.openxmlformats.org/officeDocument/2006/relationships" xmlns:p="http://schemas.openxmlformats.org/presentationml/2006/main" preserve="1" userDrawn="1">
  <p:cSld name="Full-size Image">
    <p:spTree>
      <p:nvGrpSpPr>
        <p:cNvPr id="1" name=""/>
        <p:cNvGrpSpPr/>
        <p:nvPr/>
      </p:nvGrpSpPr>
      <p:grpSpPr>
        <a:xfrm>
          <a:off x="0" y="0"/>
          <a:ext cx="0" cy="0"/>
          <a:chOff x="0" y="0"/>
          <a:chExt cx="0" cy="0"/>
        </a:xfrm>
      </p:grpSpPr>
      <p:sp>
        <p:nvSpPr>
          <p:cNvPr id="10" name="Picture Placeholder 3"/>
          <p:cNvSpPr>
            <a:spLocks noGrp="1"/>
          </p:cNvSpPr>
          <p:nvPr>
            <p:ph type="pic" sz="quarter" idx="13" hasCustomPrompt="1"/>
          </p:nvPr>
        </p:nvSpPr>
        <p:spPr bwMode="gray">
          <a:xfrm>
            <a:off x="0" y="0"/>
            <a:ext cx="12192000" cy="6858000"/>
          </a:xfrm>
          <a:prstGeom prst="rect">
            <a:avLst/>
          </a:prstGeom>
          <a:solidFill>
            <a:schemeClr val="tx1">
              <a:lumMod val="50000"/>
              <a:lumOff val="50000"/>
            </a:schemeClr>
          </a:solidFill>
        </p:spPr>
        <p:txBody>
          <a:bodyPr tIns="0" bIns="720000" anchor="ctr" anchorCtr="0"/>
          <a:lstStyle>
            <a:lvl1pPr algn="ctr">
              <a:defRPr sz="975" baseline="0">
                <a:solidFill>
                  <a:schemeClr val="bg1"/>
                </a:solidFill>
              </a:defRPr>
            </a:lvl1pPr>
          </a:lstStyle>
          <a:p>
            <a:r>
              <a:rPr lang="de-DE" dirty="0"/>
              <a:t>Click </a:t>
            </a:r>
            <a:r>
              <a:rPr lang="de-DE" dirty="0" err="1"/>
              <a:t>the</a:t>
            </a:r>
            <a:r>
              <a:rPr lang="de-DE" dirty="0"/>
              <a:t> </a:t>
            </a:r>
            <a:r>
              <a:rPr lang="de-DE" dirty="0" err="1"/>
              <a:t>icon</a:t>
            </a:r>
            <a:r>
              <a:rPr lang="de-DE" dirty="0"/>
              <a:t> </a:t>
            </a:r>
            <a:br>
              <a:rPr lang="de-DE" dirty="0"/>
            </a:br>
            <a:r>
              <a:rPr lang="de-DE" dirty="0" err="1"/>
              <a:t>to</a:t>
            </a:r>
            <a:r>
              <a:rPr lang="de-DE" dirty="0"/>
              <a:t> </a:t>
            </a:r>
            <a:r>
              <a:rPr lang="de-DE" dirty="0" err="1"/>
              <a:t>add</a:t>
            </a:r>
            <a:r>
              <a:rPr lang="de-DE" dirty="0"/>
              <a:t> an </a:t>
            </a:r>
            <a:r>
              <a:rPr lang="de-DE" dirty="0" err="1"/>
              <a:t>image</a:t>
            </a:r>
            <a:endParaRPr lang="en-US" dirty="0"/>
          </a:p>
        </p:txBody>
      </p:sp>
      <p:sp>
        <p:nvSpPr>
          <p:cNvPr id="2" name="Title 1"/>
          <p:cNvSpPr>
            <a:spLocks noGrp="1"/>
          </p:cNvSpPr>
          <p:nvPr>
            <p:ph type="title" hasCustomPrompt="1"/>
          </p:nvPr>
        </p:nvSpPr>
        <p:spPr bwMode="gray">
          <a:xfrm>
            <a:off x="431801" y="452967"/>
            <a:ext cx="2544233" cy="3312584"/>
          </a:xfrm>
        </p:spPr>
        <p:txBody>
          <a:bodyPr/>
          <a:lstStyle>
            <a:lvl1pPr>
              <a:defRPr>
                <a:solidFill>
                  <a:schemeClr val="bg1"/>
                </a:solidFill>
              </a:defRPr>
            </a:lvl1pPr>
          </a:lstStyle>
          <a:p>
            <a:r>
              <a:rPr lang="de-DE" dirty="0"/>
              <a:t>Title </a:t>
            </a:r>
            <a:r>
              <a:rPr lang="de-DE" dirty="0" err="1"/>
              <a:t>of</a:t>
            </a:r>
            <a:r>
              <a:rPr lang="de-DE" dirty="0"/>
              <a:t> </a:t>
            </a:r>
            <a:br>
              <a:rPr lang="de-DE" dirty="0"/>
            </a:br>
            <a:r>
              <a:rPr lang="de-DE" dirty="0" err="1"/>
              <a:t>the</a:t>
            </a:r>
            <a:r>
              <a:rPr lang="de-DE" dirty="0"/>
              <a:t> </a:t>
            </a:r>
            <a:r>
              <a:rPr lang="de-DE" dirty="0" err="1"/>
              <a:t>slide</a:t>
            </a:r>
            <a:r>
              <a:rPr lang="en-US" dirty="0"/>
              <a:t/>
            </a:r>
            <a:br>
              <a:rPr lang="en-US" dirty="0"/>
            </a:br>
            <a:r>
              <a:rPr lang="en-US" dirty="0"/>
              <a:t>written </a:t>
            </a:r>
            <a:br>
              <a:rPr lang="en-US" dirty="0"/>
            </a:br>
            <a:r>
              <a:rPr lang="en-US" dirty="0"/>
              <a:t>in several lines</a:t>
            </a:r>
          </a:p>
        </p:txBody>
      </p:sp>
      <p:sp>
        <p:nvSpPr>
          <p:cNvPr id="4" name="Date Placeholder 3"/>
          <p:cNvSpPr>
            <a:spLocks noGrp="1"/>
          </p:cNvSpPr>
          <p:nvPr>
            <p:ph type="dt" sz="half" idx="10"/>
          </p:nvPr>
        </p:nvSpPr>
        <p:spPr bwMode="gray"/>
        <p:txBody>
          <a:bodyPr/>
          <a:lstStyle>
            <a:lvl1pPr>
              <a:defRPr>
                <a:solidFill>
                  <a:schemeClr val="bg1"/>
                </a:solidFill>
              </a:defRPr>
            </a:lvl1pPr>
          </a:lstStyle>
          <a:p>
            <a:fld id="{79812FFA-B21C-440A-A740-EA79645E5B9C}" type="datetime1">
              <a:rPr lang="en-US" smtClean="0">
                <a:solidFill>
                  <a:prstClr val="white"/>
                </a:solidFill>
              </a:rPr>
              <a:pPr/>
              <a:t>7/6/2026</a:t>
            </a:fld>
            <a:endParaRPr lang="en-US">
              <a:solidFill>
                <a:prstClr val="white"/>
              </a:solidFill>
            </a:endParaRPr>
          </a:p>
        </p:txBody>
      </p:sp>
      <p:sp>
        <p:nvSpPr>
          <p:cNvPr id="5" name="Footer Placeholder 4"/>
          <p:cNvSpPr>
            <a:spLocks noGrp="1"/>
          </p:cNvSpPr>
          <p:nvPr>
            <p:ph type="ftr" sz="quarter" idx="11"/>
          </p:nvPr>
        </p:nvSpPr>
        <p:spPr bwMode="gray"/>
        <p:txBody>
          <a:bodyPr/>
          <a:lstStyle>
            <a:lvl1pPr>
              <a:defRPr>
                <a:solidFill>
                  <a:schemeClr val="bg1"/>
                </a:solidFill>
              </a:defRPr>
            </a:lvl1pPr>
          </a:lstStyle>
          <a:p>
            <a:r>
              <a:rPr lang="en-US">
                <a:solidFill>
                  <a:prstClr val="white"/>
                </a:solidFill>
              </a:rPr>
              <a:t>Title of the presentation</a:t>
            </a:r>
          </a:p>
        </p:txBody>
      </p:sp>
      <p:sp>
        <p:nvSpPr>
          <p:cNvPr id="6" name="Slide Number Placeholder 5"/>
          <p:cNvSpPr>
            <a:spLocks noGrp="1"/>
          </p:cNvSpPr>
          <p:nvPr>
            <p:ph type="sldNum" sz="quarter" idx="12"/>
          </p:nvPr>
        </p:nvSpPr>
        <p:spPr bwMode="gray"/>
        <p:txBody>
          <a:bodyPr/>
          <a:lstStyle>
            <a:lvl1pPr>
              <a:defRPr>
                <a:solidFill>
                  <a:schemeClr val="bg1"/>
                </a:solidFill>
              </a:defRPr>
            </a:lvl1pPr>
          </a:lstStyle>
          <a:p>
            <a:fld id="{FCB53D23-1D79-480C-B3BE-829293F4503C}" type="slidenum">
              <a:rPr lang="en-US" smtClean="0">
                <a:solidFill>
                  <a:prstClr val="white"/>
                </a:solidFill>
              </a:rPr>
              <a:pPr/>
              <a:t>‹#›</a:t>
            </a:fld>
            <a:endParaRPr lang="en-US">
              <a:solidFill>
                <a:prstClr val="white"/>
              </a:solidFill>
            </a:endParaRPr>
          </a:p>
        </p:txBody>
      </p:sp>
    </p:spTree>
    <p:custDataLst>
      <p:tags r:id="rId1"/>
    </p:custDataLst>
    <p:extLst>
      <p:ext uri="{BB962C8B-B14F-4D97-AF65-F5344CB8AC3E}">
        <p14:creationId xmlns:p14="http://schemas.microsoft.com/office/powerpoint/2010/main" val="3138365425"/>
      </p:ext>
    </p:extLst>
  </p:cSld>
  <p:clrMapOvr>
    <a:masterClrMapping/>
  </p:clrMapOvr>
  <p:transition>
    <p:fade/>
  </p:transition>
</p:sldLayout>
</file>

<file path=ppt/slideLayouts/slideLayout144.xml><?xml version="1.0" encoding="utf-8"?>
<p:sldLayout xmlns:a="http://schemas.openxmlformats.org/drawingml/2006/main" xmlns:r="http://schemas.openxmlformats.org/officeDocument/2006/relationships" xmlns:p="http://schemas.openxmlformats.org/presentationml/2006/main" preserve="1" userDrawn="1">
  <p:cSld name="Text &amp; 1 round Image">
    <p:spTree>
      <p:nvGrpSpPr>
        <p:cNvPr id="1" name=""/>
        <p:cNvGrpSpPr/>
        <p:nvPr/>
      </p:nvGrpSpPr>
      <p:grpSpPr>
        <a:xfrm>
          <a:off x="0" y="0"/>
          <a:ext cx="0" cy="0"/>
          <a:chOff x="0" y="0"/>
          <a:chExt cx="0" cy="0"/>
        </a:xfrm>
      </p:grpSpPr>
      <p:sp>
        <p:nvSpPr>
          <p:cNvPr id="15" name="Picture Placeholder 3"/>
          <p:cNvSpPr>
            <a:spLocks noGrp="1"/>
          </p:cNvSpPr>
          <p:nvPr>
            <p:ph type="pic" sz="quarter" idx="13" hasCustomPrompt="1"/>
          </p:nvPr>
        </p:nvSpPr>
        <p:spPr bwMode="gray">
          <a:xfrm>
            <a:off x="6191249" y="453220"/>
            <a:ext cx="5568954" cy="5568445"/>
          </a:xfrm>
          <a:prstGeom prst="ellipse">
            <a:avLst/>
          </a:prstGeom>
          <a:solidFill>
            <a:schemeClr val="tx1">
              <a:lumMod val="50000"/>
              <a:lumOff val="50000"/>
            </a:schemeClr>
          </a:solidFill>
        </p:spPr>
        <p:txBody>
          <a:bodyPr tIns="0" bIns="720000" anchor="ctr" anchorCtr="0"/>
          <a:lstStyle>
            <a:lvl1pPr algn="ctr">
              <a:defRPr sz="975" baseline="0">
                <a:solidFill>
                  <a:schemeClr val="bg1"/>
                </a:solidFill>
              </a:defRPr>
            </a:lvl1pPr>
          </a:lstStyle>
          <a:p>
            <a:r>
              <a:rPr lang="de-DE" dirty="0"/>
              <a:t>Click </a:t>
            </a:r>
            <a:r>
              <a:rPr lang="de-DE" dirty="0" err="1"/>
              <a:t>the</a:t>
            </a:r>
            <a:r>
              <a:rPr lang="de-DE" dirty="0"/>
              <a:t> </a:t>
            </a:r>
            <a:r>
              <a:rPr lang="de-DE" dirty="0" err="1"/>
              <a:t>icon</a:t>
            </a:r>
            <a:r>
              <a:rPr lang="de-DE" dirty="0"/>
              <a:t> </a:t>
            </a:r>
            <a:br>
              <a:rPr lang="de-DE" dirty="0"/>
            </a:br>
            <a:r>
              <a:rPr lang="de-DE" dirty="0" err="1"/>
              <a:t>to</a:t>
            </a:r>
            <a:r>
              <a:rPr lang="de-DE" dirty="0"/>
              <a:t> </a:t>
            </a:r>
            <a:r>
              <a:rPr lang="de-DE" dirty="0" err="1"/>
              <a:t>add</a:t>
            </a:r>
            <a:r>
              <a:rPr lang="de-DE" dirty="0"/>
              <a:t> an </a:t>
            </a:r>
            <a:r>
              <a:rPr lang="de-DE" dirty="0" err="1"/>
              <a:t>image</a:t>
            </a:r>
            <a:endParaRPr lang="en-US" dirty="0"/>
          </a:p>
        </p:txBody>
      </p:sp>
      <p:sp>
        <p:nvSpPr>
          <p:cNvPr id="2" name="Title 1"/>
          <p:cNvSpPr>
            <a:spLocks noGrp="1"/>
          </p:cNvSpPr>
          <p:nvPr>
            <p:ph type="title" hasCustomPrompt="1"/>
          </p:nvPr>
        </p:nvSpPr>
        <p:spPr bwMode="gray">
          <a:xfrm>
            <a:off x="431801" y="452969"/>
            <a:ext cx="5471585" cy="912284"/>
          </a:xfrm>
        </p:spPr>
        <p:txBody>
          <a:bodyPr/>
          <a:lstStyle>
            <a:lvl1pPr>
              <a:defRPr baseline="0"/>
            </a:lvl1pPr>
          </a:lstStyle>
          <a:p>
            <a:r>
              <a:rPr lang="de-DE" dirty="0"/>
              <a:t>Title </a:t>
            </a:r>
            <a:r>
              <a:rPr lang="de-DE" dirty="0" err="1"/>
              <a:t>of</a:t>
            </a:r>
            <a:r>
              <a:rPr lang="de-DE" dirty="0"/>
              <a:t> </a:t>
            </a:r>
            <a:br>
              <a:rPr lang="de-DE" dirty="0"/>
            </a:br>
            <a:r>
              <a:rPr lang="de-DE" dirty="0" err="1"/>
              <a:t>the</a:t>
            </a:r>
            <a:r>
              <a:rPr lang="de-DE" dirty="0"/>
              <a:t> </a:t>
            </a:r>
            <a:r>
              <a:rPr lang="de-DE" dirty="0" err="1"/>
              <a:t>slide</a:t>
            </a:r>
            <a:endParaRPr lang="en-US" dirty="0"/>
          </a:p>
        </p:txBody>
      </p:sp>
      <p:sp>
        <p:nvSpPr>
          <p:cNvPr id="3" name="Date Placeholder 2"/>
          <p:cNvSpPr>
            <a:spLocks noGrp="1"/>
          </p:cNvSpPr>
          <p:nvPr>
            <p:ph type="dt" sz="half" idx="16"/>
          </p:nvPr>
        </p:nvSpPr>
        <p:spPr bwMode="gray"/>
        <p:txBody>
          <a:bodyPr/>
          <a:lstStyle/>
          <a:p>
            <a:fld id="{AC8B4A33-29D9-4D64-AE63-425D2C2BA11E}" type="datetime1">
              <a:rPr lang="en-US" smtClean="0">
                <a:solidFill>
                  <a:prstClr val="black"/>
                </a:solidFill>
              </a:rPr>
              <a:pPr/>
              <a:t>7/6/2026</a:t>
            </a:fld>
            <a:endParaRPr lang="en-US">
              <a:solidFill>
                <a:prstClr val="black"/>
              </a:solidFill>
            </a:endParaRPr>
          </a:p>
        </p:txBody>
      </p:sp>
      <p:sp>
        <p:nvSpPr>
          <p:cNvPr id="8" name="Footer Placeholder 7"/>
          <p:cNvSpPr>
            <a:spLocks noGrp="1"/>
          </p:cNvSpPr>
          <p:nvPr>
            <p:ph type="ftr" sz="quarter" idx="17"/>
          </p:nvPr>
        </p:nvSpPr>
        <p:spPr bwMode="gray"/>
        <p:txBody>
          <a:bodyPr/>
          <a:lstStyle/>
          <a:p>
            <a:r>
              <a:rPr lang="en-US">
                <a:solidFill>
                  <a:prstClr val="black"/>
                </a:solidFill>
              </a:rPr>
              <a:t>Title of the presentation</a:t>
            </a:r>
          </a:p>
        </p:txBody>
      </p:sp>
      <p:sp>
        <p:nvSpPr>
          <p:cNvPr id="9" name="Slide Number Placeholder 8"/>
          <p:cNvSpPr>
            <a:spLocks noGrp="1"/>
          </p:cNvSpPr>
          <p:nvPr>
            <p:ph type="sldNum" sz="quarter" idx="18"/>
          </p:nvPr>
        </p:nvSpPr>
        <p:spPr bwMode="gray"/>
        <p:txBody>
          <a:bodyPr/>
          <a:lstStyle/>
          <a:p>
            <a:fld id="{FCB53D23-1D79-480C-B3BE-829293F4503C}" type="slidenum">
              <a:rPr lang="en-US" smtClean="0">
                <a:solidFill>
                  <a:prstClr val="black"/>
                </a:solidFill>
              </a:rPr>
              <a:pPr/>
              <a:t>‹#›</a:t>
            </a:fld>
            <a:endParaRPr lang="en-US">
              <a:solidFill>
                <a:prstClr val="black"/>
              </a:solidFill>
            </a:endParaRPr>
          </a:p>
        </p:txBody>
      </p:sp>
      <p:sp>
        <p:nvSpPr>
          <p:cNvPr id="12" name="Text Placeholder 10"/>
          <p:cNvSpPr>
            <a:spLocks noGrp="1"/>
          </p:cNvSpPr>
          <p:nvPr>
            <p:ph type="body" sz="quarter" idx="19" hasCustomPrompt="1"/>
          </p:nvPr>
        </p:nvSpPr>
        <p:spPr bwMode="gray">
          <a:xfrm>
            <a:off x="6336894" y="4342268"/>
            <a:ext cx="1622400" cy="1622400"/>
          </a:xfrm>
          <a:prstGeom prst="ellipse">
            <a:avLst/>
          </a:prstGeom>
          <a:solidFill>
            <a:schemeClr val="accent1"/>
          </a:solidFill>
        </p:spPr>
        <p:txBody>
          <a:bodyPr anchor="ctr"/>
          <a:lstStyle>
            <a:lvl1pPr marL="0" indent="0" algn="ctr">
              <a:lnSpc>
                <a:spcPct val="75000"/>
              </a:lnSpc>
              <a:spcBef>
                <a:spcPts val="217"/>
              </a:spcBef>
              <a:spcAft>
                <a:spcPts val="217"/>
              </a:spcAft>
              <a:buFont typeface="Arial" panose="020B0604020202020204" pitchFamily="34" charset="0"/>
              <a:buNone/>
              <a:defRPr sz="1192">
                <a:solidFill>
                  <a:schemeClr val="bg1"/>
                </a:solidFill>
                <a:latin typeface="Avenir Next" panose="020B0503020202020204"/>
              </a:defRPr>
            </a:lvl1pPr>
            <a:lvl2pPr marL="0" indent="0" algn="ctr">
              <a:lnSpc>
                <a:spcPct val="75000"/>
              </a:lnSpc>
              <a:spcBef>
                <a:spcPts val="0"/>
              </a:spcBef>
              <a:spcAft>
                <a:spcPts val="0"/>
              </a:spcAft>
              <a:buFont typeface="Arial" panose="020B0604020202020204" pitchFamily="34" charset="0"/>
              <a:buNone/>
              <a:defRPr sz="1192">
                <a:solidFill>
                  <a:schemeClr val="bg1"/>
                </a:solidFill>
                <a:latin typeface="+mj-lt"/>
              </a:defRPr>
            </a:lvl2pPr>
            <a:lvl3pPr marL="0" indent="0" algn="ctr">
              <a:lnSpc>
                <a:spcPct val="75000"/>
              </a:lnSpc>
              <a:spcBef>
                <a:spcPts val="0"/>
              </a:spcBef>
              <a:spcAft>
                <a:spcPts val="0"/>
              </a:spcAft>
              <a:buFont typeface="Arial" panose="020B0604020202020204" pitchFamily="34" charset="0"/>
              <a:buNone/>
              <a:defRPr sz="1192">
                <a:solidFill>
                  <a:schemeClr val="bg1"/>
                </a:solidFill>
                <a:latin typeface="+mj-lt"/>
              </a:defRPr>
            </a:lvl3pPr>
            <a:lvl4pPr marL="0" indent="0" algn="ctr">
              <a:lnSpc>
                <a:spcPct val="75000"/>
              </a:lnSpc>
              <a:spcBef>
                <a:spcPts val="0"/>
              </a:spcBef>
              <a:spcAft>
                <a:spcPts val="0"/>
              </a:spcAft>
              <a:buFont typeface="Arial" panose="020B0604020202020204" pitchFamily="34" charset="0"/>
              <a:buNone/>
              <a:defRPr sz="1192">
                <a:solidFill>
                  <a:schemeClr val="bg1"/>
                </a:solidFill>
                <a:latin typeface="+mj-lt"/>
              </a:defRPr>
            </a:lvl4pPr>
            <a:lvl5pPr marL="0" indent="0" algn="ctr">
              <a:lnSpc>
                <a:spcPct val="75000"/>
              </a:lnSpc>
              <a:spcBef>
                <a:spcPts val="0"/>
              </a:spcBef>
              <a:spcAft>
                <a:spcPts val="0"/>
              </a:spcAft>
              <a:buFont typeface="Arial" panose="020B0604020202020204" pitchFamily="34" charset="0"/>
              <a:buNone/>
              <a:defRPr sz="1192">
                <a:solidFill>
                  <a:schemeClr val="bg1"/>
                </a:solidFill>
                <a:latin typeface="+mj-lt"/>
              </a:defRPr>
            </a:lvl5pPr>
            <a:lvl6pPr marL="0" indent="0" algn="ctr">
              <a:lnSpc>
                <a:spcPct val="75000"/>
              </a:lnSpc>
              <a:spcBef>
                <a:spcPts val="0"/>
              </a:spcBef>
              <a:spcAft>
                <a:spcPts val="0"/>
              </a:spcAft>
              <a:buFont typeface="Arial" panose="020B0604020202020204" pitchFamily="34" charset="0"/>
              <a:buNone/>
              <a:defRPr sz="1192">
                <a:solidFill>
                  <a:schemeClr val="bg1"/>
                </a:solidFill>
                <a:latin typeface="+mj-lt"/>
              </a:defRPr>
            </a:lvl6pPr>
            <a:lvl7pPr marL="0" indent="0" algn="ctr">
              <a:lnSpc>
                <a:spcPct val="75000"/>
              </a:lnSpc>
              <a:spcBef>
                <a:spcPts val="0"/>
              </a:spcBef>
              <a:spcAft>
                <a:spcPts val="0"/>
              </a:spcAft>
              <a:buFont typeface="Arial" panose="020B0604020202020204" pitchFamily="34" charset="0"/>
              <a:buNone/>
              <a:defRPr sz="1192">
                <a:solidFill>
                  <a:schemeClr val="bg1"/>
                </a:solidFill>
                <a:latin typeface="+mj-lt"/>
              </a:defRPr>
            </a:lvl7pPr>
            <a:lvl8pPr marL="0" indent="0" algn="ctr">
              <a:lnSpc>
                <a:spcPct val="75000"/>
              </a:lnSpc>
              <a:spcBef>
                <a:spcPts val="0"/>
              </a:spcBef>
              <a:spcAft>
                <a:spcPts val="0"/>
              </a:spcAft>
              <a:buFont typeface="Arial" panose="020B0604020202020204" pitchFamily="34" charset="0"/>
              <a:buNone/>
              <a:defRPr sz="1192">
                <a:solidFill>
                  <a:schemeClr val="bg1"/>
                </a:solidFill>
                <a:latin typeface="+mj-lt"/>
              </a:defRPr>
            </a:lvl8pPr>
            <a:lvl9pPr marL="0" indent="0" algn="ctr">
              <a:lnSpc>
                <a:spcPct val="75000"/>
              </a:lnSpc>
              <a:spcBef>
                <a:spcPts val="0"/>
              </a:spcBef>
              <a:spcAft>
                <a:spcPts val="0"/>
              </a:spcAft>
              <a:buFont typeface="Arial" panose="020B0604020202020204" pitchFamily="34" charset="0"/>
              <a:buNone/>
              <a:defRPr sz="1192">
                <a:solidFill>
                  <a:schemeClr val="bg1"/>
                </a:solidFill>
                <a:latin typeface="+mj-lt"/>
              </a:defRPr>
            </a:lvl9pPr>
          </a:lstStyle>
          <a:p>
            <a:pPr lvl="0"/>
            <a:r>
              <a:rPr lang="en-US" dirty="0"/>
              <a:t>Highlight element</a:t>
            </a:r>
          </a:p>
        </p:txBody>
      </p:sp>
      <p:sp>
        <p:nvSpPr>
          <p:cNvPr id="5" name="Text Placeholder 4"/>
          <p:cNvSpPr>
            <a:spLocks noGrp="1"/>
          </p:cNvSpPr>
          <p:nvPr>
            <p:ph type="body" sz="quarter" idx="20"/>
          </p:nvPr>
        </p:nvSpPr>
        <p:spPr bwMode="gray">
          <a:xfrm>
            <a:off x="431801" y="1701800"/>
            <a:ext cx="5471584" cy="432011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ustDataLst>
      <p:tags r:id="rId1"/>
    </p:custDataLst>
    <p:extLst>
      <p:ext uri="{BB962C8B-B14F-4D97-AF65-F5344CB8AC3E}">
        <p14:creationId xmlns:p14="http://schemas.microsoft.com/office/powerpoint/2010/main" val="1155481163"/>
      </p:ext>
    </p:extLst>
  </p:cSld>
  <p:clrMapOvr>
    <a:masterClrMapping/>
  </p:clrMapOvr>
  <p:transition>
    <p:fade/>
  </p:transition>
</p:sldLayout>
</file>

<file path=ppt/slideLayouts/slideLayout145.xml><?xml version="1.0" encoding="utf-8"?>
<p:sldLayout xmlns:a="http://schemas.openxmlformats.org/drawingml/2006/main" xmlns:r="http://schemas.openxmlformats.org/officeDocument/2006/relationships" xmlns:p="http://schemas.openxmlformats.org/presentationml/2006/main" preserve="1" userDrawn="1">
  <p:cSld name="Title &amp; 1 round Image">
    <p:spTree>
      <p:nvGrpSpPr>
        <p:cNvPr id="1" name=""/>
        <p:cNvGrpSpPr/>
        <p:nvPr/>
      </p:nvGrpSpPr>
      <p:grpSpPr>
        <a:xfrm>
          <a:off x="0" y="0"/>
          <a:ext cx="0" cy="0"/>
          <a:chOff x="0" y="0"/>
          <a:chExt cx="0" cy="0"/>
        </a:xfrm>
      </p:grpSpPr>
      <p:sp>
        <p:nvSpPr>
          <p:cNvPr id="15" name="Picture Placeholder 3"/>
          <p:cNvSpPr>
            <a:spLocks noGrp="1"/>
          </p:cNvSpPr>
          <p:nvPr>
            <p:ph type="pic" sz="quarter" idx="13" hasCustomPrompt="1"/>
          </p:nvPr>
        </p:nvSpPr>
        <p:spPr bwMode="gray">
          <a:xfrm>
            <a:off x="4524769" y="453220"/>
            <a:ext cx="5568954" cy="5568445"/>
          </a:xfrm>
          <a:prstGeom prst="ellipse">
            <a:avLst/>
          </a:prstGeom>
          <a:solidFill>
            <a:schemeClr val="tx1">
              <a:lumMod val="50000"/>
              <a:lumOff val="50000"/>
            </a:schemeClr>
          </a:solidFill>
        </p:spPr>
        <p:txBody>
          <a:bodyPr tIns="0" bIns="720000" anchor="ctr" anchorCtr="0"/>
          <a:lstStyle>
            <a:lvl1pPr algn="ctr">
              <a:defRPr sz="975" baseline="0">
                <a:solidFill>
                  <a:schemeClr val="bg1"/>
                </a:solidFill>
              </a:defRPr>
            </a:lvl1pPr>
          </a:lstStyle>
          <a:p>
            <a:r>
              <a:rPr lang="de-DE" dirty="0"/>
              <a:t>Click </a:t>
            </a:r>
            <a:r>
              <a:rPr lang="de-DE" dirty="0" err="1"/>
              <a:t>the</a:t>
            </a:r>
            <a:r>
              <a:rPr lang="de-DE" dirty="0"/>
              <a:t> </a:t>
            </a:r>
            <a:r>
              <a:rPr lang="de-DE" dirty="0" err="1"/>
              <a:t>icon</a:t>
            </a:r>
            <a:r>
              <a:rPr lang="de-DE" dirty="0"/>
              <a:t> </a:t>
            </a:r>
            <a:br>
              <a:rPr lang="de-DE" dirty="0"/>
            </a:br>
            <a:r>
              <a:rPr lang="de-DE" dirty="0" err="1"/>
              <a:t>to</a:t>
            </a:r>
            <a:r>
              <a:rPr lang="de-DE" dirty="0"/>
              <a:t> </a:t>
            </a:r>
            <a:r>
              <a:rPr lang="de-DE" dirty="0" err="1"/>
              <a:t>add</a:t>
            </a:r>
            <a:r>
              <a:rPr lang="de-DE" dirty="0"/>
              <a:t> an </a:t>
            </a:r>
            <a:r>
              <a:rPr lang="de-DE" dirty="0" err="1"/>
              <a:t>image</a:t>
            </a:r>
            <a:endParaRPr lang="en-US" dirty="0"/>
          </a:p>
        </p:txBody>
      </p:sp>
      <p:sp>
        <p:nvSpPr>
          <p:cNvPr id="2" name="Title 1"/>
          <p:cNvSpPr>
            <a:spLocks noGrp="1"/>
          </p:cNvSpPr>
          <p:nvPr>
            <p:ph type="title" hasCustomPrompt="1"/>
          </p:nvPr>
        </p:nvSpPr>
        <p:spPr bwMode="gray">
          <a:xfrm>
            <a:off x="431801" y="452970"/>
            <a:ext cx="2544234" cy="3312583"/>
          </a:xfrm>
        </p:spPr>
        <p:txBody>
          <a:bodyPr/>
          <a:lstStyle>
            <a:lvl1pPr>
              <a:defRPr baseline="0"/>
            </a:lvl1pPr>
          </a:lstStyle>
          <a:p>
            <a:r>
              <a:rPr lang="de-DE" dirty="0"/>
              <a:t>Title </a:t>
            </a:r>
            <a:r>
              <a:rPr lang="de-DE" dirty="0" err="1"/>
              <a:t>of</a:t>
            </a:r>
            <a:r>
              <a:rPr lang="de-DE" dirty="0"/>
              <a:t> </a:t>
            </a:r>
            <a:br>
              <a:rPr lang="de-DE" dirty="0"/>
            </a:br>
            <a:r>
              <a:rPr lang="de-DE" dirty="0" err="1"/>
              <a:t>the</a:t>
            </a:r>
            <a:r>
              <a:rPr lang="de-DE" dirty="0"/>
              <a:t> </a:t>
            </a:r>
            <a:r>
              <a:rPr lang="de-DE" dirty="0" err="1"/>
              <a:t>slide</a:t>
            </a:r>
            <a:r>
              <a:rPr lang="en-US" dirty="0"/>
              <a:t/>
            </a:r>
            <a:br>
              <a:rPr lang="en-US" dirty="0"/>
            </a:br>
            <a:r>
              <a:rPr lang="en-US" dirty="0"/>
              <a:t>written </a:t>
            </a:r>
            <a:br>
              <a:rPr lang="en-US" dirty="0"/>
            </a:br>
            <a:r>
              <a:rPr lang="en-US" dirty="0"/>
              <a:t>in several lines</a:t>
            </a:r>
          </a:p>
        </p:txBody>
      </p:sp>
      <p:sp>
        <p:nvSpPr>
          <p:cNvPr id="3" name="Date Placeholder 2"/>
          <p:cNvSpPr>
            <a:spLocks noGrp="1"/>
          </p:cNvSpPr>
          <p:nvPr>
            <p:ph type="dt" sz="half" idx="16"/>
          </p:nvPr>
        </p:nvSpPr>
        <p:spPr bwMode="gray"/>
        <p:txBody>
          <a:bodyPr/>
          <a:lstStyle/>
          <a:p>
            <a:fld id="{583092E4-502B-416E-BB71-3732066898E2}" type="datetime1">
              <a:rPr lang="en-US" smtClean="0">
                <a:solidFill>
                  <a:prstClr val="black"/>
                </a:solidFill>
              </a:rPr>
              <a:pPr/>
              <a:t>7/6/2026</a:t>
            </a:fld>
            <a:endParaRPr lang="en-US">
              <a:solidFill>
                <a:prstClr val="black"/>
              </a:solidFill>
            </a:endParaRPr>
          </a:p>
        </p:txBody>
      </p:sp>
      <p:sp>
        <p:nvSpPr>
          <p:cNvPr id="8" name="Footer Placeholder 7"/>
          <p:cNvSpPr>
            <a:spLocks noGrp="1"/>
          </p:cNvSpPr>
          <p:nvPr>
            <p:ph type="ftr" sz="quarter" idx="17"/>
          </p:nvPr>
        </p:nvSpPr>
        <p:spPr bwMode="gray"/>
        <p:txBody>
          <a:bodyPr/>
          <a:lstStyle/>
          <a:p>
            <a:r>
              <a:rPr lang="en-US">
                <a:solidFill>
                  <a:prstClr val="black"/>
                </a:solidFill>
              </a:rPr>
              <a:t>Title of the presentation</a:t>
            </a:r>
          </a:p>
        </p:txBody>
      </p:sp>
      <p:sp>
        <p:nvSpPr>
          <p:cNvPr id="12" name="Slide Number Placeholder 11"/>
          <p:cNvSpPr>
            <a:spLocks noGrp="1"/>
          </p:cNvSpPr>
          <p:nvPr>
            <p:ph type="sldNum" sz="quarter" idx="18"/>
          </p:nvPr>
        </p:nvSpPr>
        <p:spPr bwMode="gray"/>
        <p:txBody>
          <a:bodyPr/>
          <a:lstStyle/>
          <a:p>
            <a:fld id="{FCB53D23-1D79-480C-B3BE-829293F4503C}" type="slidenum">
              <a:rPr lang="en-US" smtClean="0">
                <a:solidFill>
                  <a:prstClr val="black"/>
                </a:solidFill>
              </a:rPr>
              <a:pPr/>
              <a:t>‹#›</a:t>
            </a:fld>
            <a:endParaRPr lang="en-US">
              <a:solidFill>
                <a:prstClr val="black"/>
              </a:solidFill>
            </a:endParaRPr>
          </a:p>
        </p:txBody>
      </p:sp>
      <p:sp>
        <p:nvSpPr>
          <p:cNvPr id="14" name="Text Placeholder 10"/>
          <p:cNvSpPr>
            <a:spLocks noGrp="1"/>
          </p:cNvSpPr>
          <p:nvPr>
            <p:ph type="body" sz="quarter" idx="20" hasCustomPrompt="1"/>
          </p:nvPr>
        </p:nvSpPr>
        <p:spPr bwMode="gray">
          <a:xfrm>
            <a:off x="3138171" y="3237441"/>
            <a:ext cx="2160000" cy="2160000"/>
          </a:xfrm>
          <a:prstGeom prst="ellipse">
            <a:avLst/>
          </a:prstGeom>
          <a:solidFill>
            <a:schemeClr val="accent1"/>
          </a:solidFill>
        </p:spPr>
        <p:txBody>
          <a:bodyPr anchor="ctr"/>
          <a:lstStyle>
            <a:lvl1pPr marL="0" indent="0" algn="ctr">
              <a:lnSpc>
                <a:spcPct val="75000"/>
              </a:lnSpc>
              <a:spcBef>
                <a:spcPts val="217"/>
              </a:spcBef>
              <a:spcAft>
                <a:spcPts val="217"/>
              </a:spcAft>
              <a:buFont typeface="Arial" panose="020B0604020202020204" pitchFamily="34" charset="0"/>
              <a:buNone/>
              <a:defRPr sz="1517">
                <a:solidFill>
                  <a:schemeClr val="bg1"/>
                </a:solidFill>
                <a:latin typeface="Avenir Next" panose="020B0503020202020204"/>
              </a:defRPr>
            </a:lvl1pPr>
            <a:lvl2pPr marL="0" indent="0" algn="ctr">
              <a:lnSpc>
                <a:spcPct val="75000"/>
              </a:lnSpc>
              <a:spcBef>
                <a:spcPts val="0"/>
              </a:spcBef>
              <a:spcAft>
                <a:spcPts val="0"/>
              </a:spcAft>
              <a:buFont typeface="Arial" panose="020B0604020202020204" pitchFamily="34" charset="0"/>
              <a:buNone/>
              <a:defRPr sz="1192">
                <a:solidFill>
                  <a:schemeClr val="bg1"/>
                </a:solidFill>
                <a:latin typeface="+mj-lt"/>
              </a:defRPr>
            </a:lvl2pPr>
            <a:lvl3pPr marL="0" indent="0" algn="ctr">
              <a:lnSpc>
                <a:spcPct val="75000"/>
              </a:lnSpc>
              <a:spcBef>
                <a:spcPts val="0"/>
              </a:spcBef>
              <a:spcAft>
                <a:spcPts val="0"/>
              </a:spcAft>
              <a:buFont typeface="Arial" panose="020B0604020202020204" pitchFamily="34" charset="0"/>
              <a:buNone/>
              <a:defRPr sz="1192">
                <a:solidFill>
                  <a:schemeClr val="bg1"/>
                </a:solidFill>
                <a:latin typeface="+mj-lt"/>
              </a:defRPr>
            </a:lvl3pPr>
            <a:lvl4pPr marL="0" indent="0" algn="ctr">
              <a:lnSpc>
                <a:spcPct val="75000"/>
              </a:lnSpc>
              <a:spcBef>
                <a:spcPts val="0"/>
              </a:spcBef>
              <a:spcAft>
                <a:spcPts val="0"/>
              </a:spcAft>
              <a:buFont typeface="Arial" panose="020B0604020202020204" pitchFamily="34" charset="0"/>
              <a:buNone/>
              <a:defRPr sz="1192">
                <a:solidFill>
                  <a:schemeClr val="bg1"/>
                </a:solidFill>
                <a:latin typeface="+mj-lt"/>
              </a:defRPr>
            </a:lvl4pPr>
            <a:lvl5pPr marL="0" indent="0" algn="ctr">
              <a:lnSpc>
                <a:spcPct val="75000"/>
              </a:lnSpc>
              <a:spcBef>
                <a:spcPts val="0"/>
              </a:spcBef>
              <a:spcAft>
                <a:spcPts val="0"/>
              </a:spcAft>
              <a:buFont typeface="Arial" panose="020B0604020202020204" pitchFamily="34" charset="0"/>
              <a:buNone/>
              <a:defRPr sz="1192">
                <a:solidFill>
                  <a:schemeClr val="bg1"/>
                </a:solidFill>
                <a:latin typeface="+mj-lt"/>
              </a:defRPr>
            </a:lvl5pPr>
            <a:lvl6pPr marL="0" indent="0" algn="ctr">
              <a:lnSpc>
                <a:spcPct val="75000"/>
              </a:lnSpc>
              <a:spcBef>
                <a:spcPts val="0"/>
              </a:spcBef>
              <a:spcAft>
                <a:spcPts val="0"/>
              </a:spcAft>
              <a:buFont typeface="Arial" panose="020B0604020202020204" pitchFamily="34" charset="0"/>
              <a:buNone/>
              <a:defRPr sz="1192">
                <a:solidFill>
                  <a:schemeClr val="bg1"/>
                </a:solidFill>
                <a:latin typeface="+mj-lt"/>
              </a:defRPr>
            </a:lvl6pPr>
            <a:lvl7pPr marL="0" indent="0" algn="ctr">
              <a:lnSpc>
                <a:spcPct val="75000"/>
              </a:lnSpc>
              <a:spcBef>
                <a:spcPts val="0"/>
              </a:spcBef>
              <a:spcAft>
                <a:spcPts val="0"/>
              </a:spcAft>
              <a:buFont typeface="Arial" panose="020B0604020202020204" pitchFamily="34" charset="0"/>
              <a:buNone/>
              <a:defRPr sz="1192">
                <a:solidFill>
                  <a:schemeClr val="bg1"/>
                </a:solidFill>
                <a:latin typeface="+mj-lt"/>
              </a:defRPr>
            </a:lvl7pPr>
            <a:lvl8pPr marL="0" indent="0" algn="ctr">
              <a:lnSpc>
                <a:spcPct val="75000"/>
              </a:lnSpc>
              <a:spcBef>
                <a:spcPts val="0"/>
              </a:spcBef>
              <a:spcAft>
                <a:spcPts val="0"/>
              </a:spcAft>
              <a:buFont typeface="Arial" panose="020B0604020202020204" pitchFamily="34" charset="0"/>
              <a:buNone/>
              <a:defRPr sz="1192">
                <a:solidFill>
                  <a:schemeClr val="bg1"/>
                </a:solidFill>
                <a:latin typeface="+mj-lt"/>
              </a:defRPr>
            </a:lvl8pPr>
            <a:lvl9pPr marL="0" indent="0" algn="ctr">
              <a:lnSpc>
                <a:spcPct val="75000"/>
              </a:lnSpc>
              <a:spcBef>
                <a:spcPts val="0"/>
              </a:spcBef>
              <a:spcAft>
                <a:spcPts val="0"/>
              </a:spcAft>
              <a:buFont typeface="Arial" panose="020B0604020202020204" pitchFamily="34" charset="0"/>
              <a:buNone/>
              <a:defRPr sz="1192">
                <a:solidFill>
                  <a:schemeClr val="bg1"/>
                </a:solidFill>
                <a:latin typeface="+mj-lt"/>
              </a:defRPr>
            </a:lvl9pPr>
          </a:lstStyle>
          <a:p>
            <a:pPr lvl="0"/>
            <a:r>
              <a:rPr lang="en-US" dirty="0"/>
              <a:t>Highlight element</a:t>
            </a:r>
          </a:p>
        </p:txBody>
      </p:sp>
    </p:spTree>
    <p:custDataLst>
      <p:tags r:id="rId1"/>
    </p:custDataLst>
    <p:extLst>
      <p:ext uri="{BB962C8B-B14F-4D97-AF65-F5344CB8AC3E}">
        <p14:creationId xmlns:p14="http://schemas.microsoft.com/office/powerpoint/2010/main" val="4251895328"/>
      </p:ext>
    </p:extLst>
  </p:cSld>
  <p:clrMapOvr>
    <a:masterClrMapping/>
  </p:clrMapOvr>
  <p:transition>
    <p:fade/>
  </p:transition>
</p:sldLayout>
</file>

<file path=ppt/slideLayouts/slideLayout146.xml><?xml version="1.0" encoding="utf-8"?>
<p:sldLayout xmlns:a="http://schemas.openxmlformats.org/drawingml/2006/main" xmlns:r="http://schemas.openxmlformats.org/officeDocument/2006/relationships" xmlns:p="http://schemas.openxmlformats.org/presentationml/2006/main" preserve="1" userDrawn="1">
  <p:cSld name="Text &amp; 2 round Images">
    <p:spTree>
      <p:nvGrpSpPr>
        <p:cNvPr id="1" name=""/>
        <p:cNvGrpSpPr/>
        <p:nvPr/>
      </p:nvGrpSpPr>
      <p:grpSpPr>
        <a:xfrm>
          <a:off x="0" y="0"/>
          <a:ext cx="0" cy="0"/>
          <a:chOff x="0" y="0"/>
          <a:chExt cx="0" cy="0"/>
        </a:xfrm>
      </p:grpSpPr>
      <p:sp>
        <p:nvSpPr>
          <p:cNvPr id="19" name="Picture Placeholder 3"/>
          <p:cNvSpPr>
            <a:spLocks noGrp="1"/>
          </p:cNvSpPr>
          <p:nvPr>
            <p:ph type="pic" sz="quarter" idx="17" hasCustomPrompt="1"/>
          </p:nvPr>
        </p:nvSpPr>
        <p:spPr bwMode="gray">
          <a:xfrm>
            <a:off x="7537659" y="454925"/>
            <a:ext cx="4224000" cy="4224000"/>
          </a:xfrm>
          <a:prstGeom prst="ellipse">
            <a:avLst/>
          </a:prstGeom>
          <a:solidFill>
            <a:schemeClr val="tx1">
              <a:lumMod val="50000"/>
              <a:lumOff val="50000"/>
            </a:schemeClr>
          </a:solidFill>
        </p:spPr>
        <p:txBody>
          <a:bodyPr tIns="0" bIns="720000" anchor="ctr" anchorCtr="0"/>
          <a:lstStyle>
            <a:lvl1pPr algn="ctr">
              <a:defRPr sz="975" baseline="0">
                <a:solidFill>
                  <a:schemeClr val="bg1"/>
                </a:solidFill>
              </a:defRPr>
            </a:lvl1pPr>
          </a:lstStyle>
          <a:p>
            <a:r>
              <a:rPr lang="de-DE" dirty="0"/>
              <a:t>Click </a:t>
            </a:r>
            <a:r>
              <a:rPr lang="de-DE" dirty="0" err="1"/>
              <a:t>the</a:t>
            </a:r>
            <a:r>
              <a:rPr lang="de-DE" dirty="0"/>
              <a:t> </a:t>
            </a:r>
            <a:r>
              <a:rPr lang="de-DE" dirty="0" err="1"/>
              <a:t>icon</a:t>
            </a:r>
            <a:r>
              <a:rPr lang="de-DE" dirty="0"/>
              <a:t> </a:t>
            </a:r>
            <a:br>
              <a:rPr lang="de-DE" dirty="0"/>
            </a:br>
            <a:r>
              <a:rPr lang="de-DE" dirty="0" err="1"/>
              <a:t>to</a:t>
            </a:r>
            <a:r>
              <a:rPr lang="de-DE" dirty="0"/>
              <a:t> </a:t>
            </a:r>
            <a:r>
              <a:rPr lang="de-DE" dirty="0" err="1"/>
              <a:t>add</a:t>
            </a:r>
            <a:r>
              <a:rPr lang="de-DE" dirty="0"/>
              <a:t> an </a:t>
            </a:r>
            <a:r>
              <a:rPr lang="de-DE" dirty="0" err="1"/>
              <a:t>image</a:t>
            </a:r>
            <a:endParaRPr lang="en-US" dirty="0"/>
          </a:p>
        </p:txBody>
      </p:sp>
      <p:sp>
        <p:nvSpPr>
          <p:cNvPr id="18" name="Picture Placeholder 3"/>
          <p:cNvSpPr>
            <a:spLocks noGrp="1"/>
          </p:cNvSpPr>
          <p:nvPr>
            <p:ph type="pic" sz="quarter" idx="13" hasCustomPrompt="1"/>
          </p:nvPr>
        </p:nvSpPr>
        <p:spPr bwMode="gray">
          <a:xfrm>
            <a:off x="3679426" y="2128204"/>
            <a:ext cx="3168000" cy="3168000"/>
          </a:xfrm>
          <a:prstGeom prst="ellipse">
            <a:avLst/>
          </a:prstGeom>
          <a:solidFill>
            <a:schemeClr val="tx1">
              <a:lumMod val="50000"/>
              <a:lumOff val="50000"/>
            </a:schemeClr>
          </a:solidFill>
        </p:spPr>
        <p:txBody>
          <a:bodyPr tIns="0" bIns="720000" anchor="ctr" anchorCtr="0"/>
          <a:lstStyle>
            <a:lvl1pPr algn="ctr">
              <a:defRPr sz="975" baseline="0">
                <a:solidFill>
                  <a:schemeClr val="bg1"/>
                </a:solidFill>
              </a:defRPr>
            </a:lvl1pPr>
          </a:lstStyle>
          <a:p>
            <a:r>
              <a:rPr lang="de-DE" dirty="0"/>
              <a:t>Click </a:t>
            </a:r>
            <a:r>
              <a:rPr lang="de-DE" dirty="0" err="1"/>
              <a:t>the</a:t>
            </a:r>
            <a:r>
              <a:rPr lang="de-DE" dirty="0"/>
              <a:t> </a:t>
            </a:r>
            <a:r>
              <a:rPr lang="de-DE" dirty="0" err="1"/>
              <a:t>icon</a:t>
            </a:r>
            <a:r>
              <a:rPr lang="de-DE" dirty="0"/>
              <a:t> </a:t>
            </a:r>
            <a:br>
              <a:rPr lang="de-DE" dirty="0"/>
            </a:br>
            <a:r>
              <a:rPr lang="de-DE" dirty="0" err="1"/>
              <a:t>to</a:t>
            </a:r>
            <a:r>
              <a:rPr lang="de-DE" dirty="0"/>
              <a:t> </a:t>
            </a:r>
            <a:r>
              <a:rPr lang="de-DE" dirty="0" err="1"/>
              <a:t>add</a:t>
            </a:r>
            <a:r>
              <a:rPr lang="de-DE" dirty="0"/>
              <a:t> an </a:t>
            </a:r>
            <a:r>
              <a:rPr lang="de-DE" dirty="0" err="1"/>
              <a:t>image</a:t>
            </a:r>
            <a:endParaRPr lang="en-US" dirty="0"/>
          </a:p>
        </p:txBody>
      </p:sp>
      <p:sp>
        <p:nvSpPr>
          <p:cNvPr id="13" name="Text Placeholder 6"/>
          <p:cNvSpPr>
            <a:spLocks noGrp="1"/>
          </p:cNvSpPr>
          <p:nvPr>
            <p:ph type="body" sz="quarter" idx="14"/>
          </p:nvPr>
        </p:nvSpPr>
        <p:spPr bwMode="gray">
          <a:xfrm>
            <a:off x="431801" y="1701800"/>
            <a:ext cx="2544233" cy="432011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p:cNvSpPr>
            <a:spLocks noGrp="1"/>
          </p:cNvSpPr>
          <p:nvPr>
            <p:ph type="title" hasCustomPrompt="1"/>
          </p:nvPr>
        </p:nvSpPr>
        <p:spPr bwMode="gray">
          <a:xfrm>
            <a:off x="431801" y="452969"/>
            <a:ext cx="4320050" cy="912284"/>
          </a:xfrm>
        </p:spPr>
        <p:txBody>
          <a:bodyPr/>
          <a:lstStyle>
            <a:lvl1pPr>
              <a:defRPr baseline="0"/>
            </a:lvl1pPr>
          </a:lstStyle>
          <a:p>
            <a:r>
              <a:rPr lang="de-DE" dirty="0"/>
              <a:t>Title </a:t>
            </a:r>
            <a:r>
              <a:rPr lang="de-DE" dirty="0" err="1"/>
              <a:t>of</a:t>
            </a:r>
            <a:r>
              <a:rPr lang="de-DE" dirty="0"/>
              <a:t> </a:t>
            </a:r>
            <a:br>
              <a:rPr lang="de-DE" dirty="0"/>
            </a:br>
            <a:r>
              <a:rPr lang="de-DE" dirty="0" err="1"/>
              <a:t>the</a:t>
            </a:r>
            <a:r>
              <a:rPr lang="de-DE" dirty="0"/>
              <a:t> </a:t>
            </a:r>
            <a:r>
              <a:rPr lang="de-DE" dirty="0" err="1"/>
              <a:t>slide</a:t>
            </a:r>
            <a:endParaRPr lang="en-US" dirty="0"/>
          </a:p>
        </p:txBody>
      </p:sp>
      <p:sp>
        <p:nvSpPr>
          <p:cNvPr id="3" name="Date Placeholder 2"/>
          <p:cNvSpPr>
            <a:spLocks noGrp="1"/>
          </p:cNvSpPr>
          <p:nvPr>
            <p:ph type="dt" sz="half" idx="18"/>
          </p:nvPr>
        </p:nvSpPr>
        <p:spPr bwMode="gray"/>
        <p:txBody>
          <a:bodyPr/>
          <a:lstStyle/>
          <a:p>
            <a:fld id="{807390E8-38AC-4F47-9783-402153C140DF}" type="datetime1">
              <a:rPr lang="en-US" smtClean="0">
                <a:solidFill>
                  <a:prstClr val="black"/>
                </a:solidFill>
              </a:rPr>
              <a:pPr/>
              <a:t>7/6/2026</a:t>
            </a:fld>
            <a:endParaRPr lang="en-US">
              <a:solidFill>
                <a:prstClr val="black"/>
              </a:solidFill>
            </a:endParaRPr>
          </a:p>
        </p:txBody>
      </p:sp>
      <p:sp>
        <p:nvSpPr>
          <p:cNvPr id="7" name="Footer Placeholder 6"/>
          <p:cNvSpPr>
            <a:spLocks noGrp="1"/>
          </p:cNvSpPr>
          <p:nvPr>
            <p:ph type="ftr" sz="quarter" idx="19"/>
          </p:nvPr>
        </p:nvSpPr>
        <p:spPr bwMode="gray"/>
        <p:txBody>
          <a:bodyPr/>
          <a:lstStyle/>
          <a:p>
            <a:r>
              <a:rPr lang="en-US">
                <a:solidFill>
                  <a:prstClr val="black"/>
                </a:solidFill>
              </a:rPr>
              <a:t>Title of the presentation</a:t>
            </a:r>
          </a:p>
        </p:txBody>
      </p:sp>
      <p:sp>
        <p:nvSpPr>
          <p:cNvPr id="20" name="Slide Number Placeholder 19"/>
          <p:cNvSpPr>
            <a:spLocks noGrp="1"/>
          </p:cNvSpPr>
          <p:nvPr>
            <p:ph type="sldNum" sz="quarter" idx="20"/>
          </p:nvPr>
        </p:nvSpPr>
        <p:spPr bwMode="gray"/>
        <p:txBody>
          <a:bodyPr/>
          <a:lstStyle/>
          <a:p>
            <a:fld id="{FCB53D23-1D79-480C-B3BE-829293F4503C}" type="slidenum">
              <a:rPr lang="en-US" smtClean="0">
                <a:solidFill>
                  <a:prstClr val="black"/>
                </a:solidFill>
              </a:rPr>
              <a:pPr/>
              <a:t>‹#›</a:t>
            </a:fld>
            <a:endParaRPr lang="en-US">
              <a:solidFill>
                <a:prstClr val="black"/>
              </a:solidFill>
            </a:endParaRPr>
          </a:p>
        </p:txBody>
      </p:sp>
      <p:sp>
        <p:nvSpPr>
          <p:cNvPr id="23" name="Text Placeholder 4"/>
          <p:cNvSpPr>
            <a:spLocks noGrp="1"/>
          </p:cNvSpPr>
          <p:nvPr>
            <p:ph type="body" sz="quarter" idx="22"/>
          </p:nvPr>
        </p:nvSpPr>
        <p:spPr>
          <a:xfrm>
            <a:off x="6474189" y="4965173"/>
            <a:ext cx="2741775" cy="1056747"/>
          </a:xfrm>
        </p:spPr>
        <p:txBody>
          <a:bodyPr>
            <a:noAutofit/>
          </a:bodyPr>
          <a:lstStyle>
            <a:lvl1pPr algn="l">
              <a:defRPr sz="1083" b="1">
                <a:solidFill>
                  <a:schemeClr val="accent1"/>
                </a:solidFill>
              </a:defRPr>
            </a:lvl1pPr>
            <a:lvl2pPr marL="0" indent="0" algn="l">
              <a:lnSpc>
                <a:spcPct val="90000"/>
              </a:lnSpc>
              <a:spcBef>
                <a:spcPts val="217"/>
              </a:spcBef>
              <a:spcAft>
                <a:spcPts val="217"/>
              </a:spcAft>
              <a:buFont typeface="Arial" panose="020B0604020202020204" pitchFamily="34" charset="0"/>
              <a:buNone/>
              <a:defRPr sz="1083" b="0">
                <a:solidFill>
                  <a:schemeClr val="accent1"/>
                </a:solidFill>
              </a:defRPr>
            </a:lvl2pPr>
            <a:lvl3pPr marL="0" indent="0" algn="l">
              <a:lnSpc>
                <a:spcPct val="90000"/>
              </a:lnSpc>
              <a:spcBef>
                <a:spcPts val="217"/>
              </a:spcBef>
              <a:spcAft>
                <a:spcPts val="217"/>
              </a:spcAft>
              <a:buNone/>
              <a:defRPr sz="1083" b="0">
                <a:solidFill>
                  <a:schemeClr val="accent1"/>
                </a:solidFill>
              </a:defRPr>
            </a:lvl3pPr>
            <a:lvl4pPr marL="0" indent="0" algn="l">
              <a:lnSpc>
                <a:spcPct val="90000"/>
              </a:lnSpc>
              <a:spcBef>
                <a:spcPts val="217"/>
              </a:spcBef>
              <a:spcAft>
                <a:spcPts val="217"/>
              </a:spcAft>
              <a:buNone/>
              <a:defRPr sz="1083" b="0">
                <a:solidFill>
                  <a:schemeClr val="accent1"/>
                </a:solidFill>
              </a:defRPr>
            </a:lvl4pPr>
            <a:lvl5pPr marL="0" indent="0" algn="l">
              <a:lnSpc>
                <a:spcPct val="90000"/>
              </a:lnSpc>
              <a:spcBef>
                <a:spcPts val="217"/>
              </a:spcBef>
              <a:spcAft>
                <a:spcPts val="217"/>
              </a:spcAft>
              <a:buNone/>
              <a:defRPr sz="1083" b="0">
                <a:solidFill>
                  <a:schemeClr val="accent1"/>
                </a:solidFill>
              </a:defRPr>
            </a:lvl5pPr>
            <a:lvl6pPr marL="0" indent="0">
              <a:lnSpc>
                <a:spcPct val="90000"/>
              </a:lnSpc>
              <a:spcBef>
                <a:spcPts val="217"/>
              </a:spcBef>
              <a:spcAft>
                <a:spcPts val="217"/>
              </a:spcAft>
              <a:buFont typeface="Arial" panose="020B0604020202020204" pitchFamily="34" charset="0"/>
              <a:buNone/>
              <a:defRPr sz="1083" b="0">
                <a:solidFill>
                  <a:schemeClr val="accent1"/>
                </a:solidFill>
              </a:defRPr>
            </a:lvl6pPr>
            <a:lvl7pPr marL="0" indent="0">
              <a:lnSpc>
                <a:spcPct val="90000"/>
              </a:lnSpc>
              <a:spcBef>
                <a:spcPts val="217"/>
              </a:spcBef>
              <a:spcAft>
                <a:spcPts val="217"/>
              </a:spcAft>
              <a:buFont typeface="Arial" panose="020B0604020202020204" pitchFamily="34" charset="0"/>
              <a:buNone/>
              <a:defRPr sz="1083" b="0">
                <a:solidFill>
                  <a:schemeClr val="accent1"/>
                </a:solidFill>
              </a:defRPr>
            </a:lvl7pPr>
            <a:lvl8pPr marL="0" indent="0">
              <a:lnSpc>
                <a:spcPct val="90000"/>
              </a:lnSpc>
              <a:spcBef>
                <a:spcPts val="217"/>
              </a:spcBef>
              <a:spcAft>
                <a:spcPts val="217"/>
              </a:spcAft>
              <a:buFont typeface="Arial" panose="020B0604020202020204" pitchFamily="34" charset="0"/>
              <a:buNone/>
              <a:defRPr sz="1083" b="0">
                <a:solidFill>
                  <a:schemeClr val="accent1"/>
                </a:solidFill>
              </a:defRPr>
            </a:lvl8pPr>
            <a:lvl9pPr marL="0" indent="0">
              <a:lnSpc>
                <a:spcPct val="90000"/>
              </a:lnSpc>
              <a:spcBef>
                <a:spcPts val="217"/>
              </a:spcBef>
              <a:spcAft>
                <a:spcPts val="217"/>
              </a:spcAft>
              <a:buFont typeface="Arial" panose="020B0604020202020204" pitchFamily="34" charset="0"/>
              <a:buNone/>
              <a:defRPr sz="1083" b="0">
                <a:solidFill>
                  <a:schemeClr val="accent1"/>
                </a:solidFill>
              </a:defRPr>
            </a:lvl9pPr>
          </a:lstStyle>
          <a:p>
            <a:pPr lvl="0"/>
            <a:r>
              <a:rPr lang="en-US" dirty="0"/>
              <a:t>Click to edit Master text styles</a:t>
            </a:r>
          </a:p>
          <a:p>
            <a:pPr lvl="1"/>
            <a:r>
              <a:rPr lang="en-US" dirty="0"/>
              <a:t>Second level</a:t>
            </a:r>
          </a:p>
        </p:txBody>
      </p:sp>
      <p:sp>
        <p:nvSpPr>
          <p:cNvPr id="11" name="Text Placeholder 4"/>
          <p:cNvSpPr>
            <a:spLocks noGrp="1"/>
          </p:cNvSpPr>
          <p:nvPr>
            <p:ph type="body" sz="quarter" idx="23"/>
          </p:nvPr>
        </p:nvSpPr>
        <p:spPr>
          <a:xfrm>
            <a:off x="5088674" y="861483"/>
            <a:ext cx="2448985" cy="1127356"/>
          </a:xfrm>
        </p:spPr>
        <p:txBody>
          <a:bodyPr>
            <a:noAutofit/>
          </a:bodyPr>
          <a:lstStyle>
            <a:lvl1pPr algn="r">
              <a:defRPr sz="1083" b="1">
                <a:solidFill>
                  <a:schemeClr val="accent1"/>
                </a:solidFill>
              </a:defRPr>
            </a:lvl1pPr>
            <a:lvl2pPr marL="0" indent="0" algn="r">
              <a:lnSpc>
                <a:spcPct val="90000"/>
              </a:lnSpc>
              <a:spcBef>
                <a:spcPts val="217"/>
              </a:spcBef>
              <a:spcAft>
                <a:spcPts val="217"/>
              </a:spcAft>
              <a:buFont typeface="Arial" panose="020B0604020202020204" pitchFamily="34" charset="0"/>
              <a:buNone/>
              <a:defRPr sz="1083" b="0">
                <a:solidFill>
                  <a:schemeClr val="accent1"/>
                </a:solidFill>
              </a:defRPr>
            </a:lvl2pPr>
            <a:lvl3pPr marL="0" indent="0" algn="l">
              <a:lnSpc>
                <a:spcPct val="90000"/>
              </a:lnSpc>
              <a:spcBef>
                <a:spcPts val="217"/>
              </a:spcBef>
              <a:spcAft>
                <a:spcPts val="217"/>
              </a:spcAft>
              <a:buNone/>
              <a:defRPr sz="1083" b="0">
                <a:solidFill>
                  <a:schemeClr val="accent1"/>
                </a:solidFill>
              </a:defRPr>
            </a:lvl3pPr>
            <a:lvl4pPr marL="0" indent="0" algn="l">
              <a:lnSpc>
                <a:spcPct val="90000"/>
              </a:lnSpc>
              <a:spcBef>
                <a:spcPts val="217"/>
              </a:spcBef>
              <a:spcAft>
                <a:spcPts val="217"/>
              </a:spcAft>
              <a:buNone/>
              <a:defRPr sz="1083" b="0">
                <a:solidFill>
                  <a:schemeClr val="accent1"/>
                </a:solidFill>
              </a:defRPr>
            </a:lvl4pPr>
            <a:lvl5pPr marL="0" indent="0" algn="l">
              <a:lnSpc>
                <a:spcPct val="90000"/>
              </a:lnSpc>
              <a:spcBef>
                <a:spcPts val="217"/>
              </a:spcBef>
              <a:spcAft>
                <a:spcPts val="217"/>
              </a:spcAft>
              <a:buNone/>
              <a:defRPr sz="1083" b="0">
                <a:solidFill>
                  <a:schemeClr val="accent1"/>
                </a:solidFill>
              </a:defRPr>
            </a:lvl5pPr>
            <a:lvl6pPr marL="0" indent="0">
              <a:lnSpc>
                <a:spcPct val="90000"/>
              </a:lnSpc>
              <a:spcBef>
                <a:spcPts val="217"/>
              </a:spcBef>
              <a:spcAft>
                <a:spcPts val="217"/>
              </a:spcAft>
              <a:buFont typeface="Arial" panose="020B0604020202020204" pitchFamily="34" charset="0"/>
              <a:buNone/>
              <a:defRPr sz="1083" b="0">
                <a:solidFill>
                  <a:schemeClr val="accent1"/>
                </a:solidFill>
              </a:defRPr>
            </a:lvl6pPr>
            <a:lvl7pPr marL="0" indent="0">
              <a:lnSpc>
                <a:spcPct val="90000"/>
              </a:lnSpc>
              <a:spcBef>
                <a:spcPts val="217"/>
              </a:spcBef>
              <a:spcAft>
                <a:spcPts val="217"/>
              </a:spcAft>
              <a:buFont typeface="Arial" panose="020B0604020202020204" pitchFamily="34" charset="0"/>
              <a:buNone/>
              <a:defRPr sz="1083" b="0">
                <a:solidFill>
                  <a:schemeClr val="accent1"/>
                </a:solidFill>
              </a:defRPr>
            </a:lvl7pPr>
            <a:lvl8pPr marL="0" indent="0">
              <a:lnSpc>
                <a:spcPct val="90000"/>
              </a:lnSpc>
              <a:spcBef>
                <a:spcPts val="217"/>
              </a:spcBef>
              <a:spcAft>
                <a:spcPts val="217"/>
              </a:spcAft>
              <a:buFont typeface="Arial" panose="020B0604020202020204" pitchFamily="34" charset="0"/>
              <a:buNone/>
              <a:defRPr sz="1083" b="0">
                <a:solidFill>
                  <a:schemeClr val="accent1"/>
                </a:solidFill>
              </a:defRPr>
            </a:lvl8pPr>
            <a:lvl9pPr marL="0" indent="0">
              <a:lnSpc>
                <a:spcPct val="90000"/>
              </a:lnSpc>
              <a:spcBef>
                <a:spcPts val="217"/>
              </a:spcBef>
              <a:spcAft>
                <a:spcPts val="217"/>
              </a:spcAft>
              <a:buFont typeface="Arial" panose="020B0604020202020204" pitchFamily="34" charset="0"/>
              <a:buNone/>
              <a:defRPr sz="1083" b="0">
                <a:solidFill>
                  <a:schemeClr val="accent1"/>
                </a:solidFill>
              </a:defRPr>
            </a:lvl9pPr>
          </a:lstStyle>
          <a:p>
            <a:pPr lvl="0"/>
            <a:r>
              <a:rPr lang="en-US" dirty="0"/>
              <a:t>Click to edit Master text styles</a:t>
            </a:r>
          </a:p>
          <a:p>
            <a:pPr lvl="1"/>
            <a:r>
              <a:rPr lang="en-US" dirty="0"/>
              <a:t>Second level</a:t>
            </a:r>
          </a:p>
        </p:txBody>
      </p:sp>
    </p:spTree>
    <p:custDataLst>
      <p:tags r:id="rId1"/>
    </p:custDataLst>
    <p:extLst>
      <p:ext uri="{BB962C8B-B14F-4D97-AF65-F5344CB8AC3E}">
        <p14:creationId xmlns:p14="http://schemas.microsoft.com/office/powerpoint/2010/main" val="2575897173"/>
      </p:ext>
    </p:extLst>
  </p:cSld>
  <p:clrMapOvr>
    <a:masterClrMapping/>
  </p:clrMapOvr>
  <p:transition>
    <p:fade/>
  </p:transition>
</p:sldLayout>
</file>

<file path=ppt/slideLayouts/slideLayout147.xml><?xml version="1.0" encoding="utf-8"?>
<p:sldLayout xmlns:a="http://schemas.openxmlformats.org/drawingml/2006/main" xmlns:r="http://schemas.openxmlformats.org/officeDocument/2006/relationships" xmlns:p="http://schemas.openxmlformats.org/presentationml/2006/main" preserve="1" userDrawn="1">
  <p:cSld name="Video Slide">
    <p:spTree>
      <p:nvGrpSpPr>
        <p:cNvPr id="1" name=""/>
        <p:cNvGrpSpPr/>
        <p:nvPr/>
      </p:nvGrpSpPr>
      <p:grpSpPr>
        <a:xfrm>
          <a:off x="0" y="0"/>
          <a:ext cx="0" cy="0"/>
          <a:chOff x="0" y="0"/>
          <a:chExt cx="0" cy="0"/>
        </a:xfrm>
      </p:grpSpPr>
      <p:sp>
        <p:nvSpPr>
          <p:cNvPr id="2" name="Title 1"/>
          <p:cNvSpPr>
            <a:spLocks noGrp="1"/>
          </p:cNvSpPr>
          <p:nvPr>
            <p:ph type="title" hasCustomPrompt="1"/>
          </p:nvPr>
        </p:nvSpPr>
        <p:spPr bwMode="gray">
          <a:xfrm>
            <a:off x="431801" y="452969"/>
            <a:ext cx="2544233" cy="912284"/>
          </a:xfrm>
        </p:spPr>
        <p:txBody>
          <a:bodyPr/>
          <a:lstStyle>
            <a:lvl1pPr>
              <a:defRPr/>
            </a:lvl1pPr>
          </a:lstStyle>
          <a:p>
            <a:r>
              <a:rPr lang="en-US" dirty="0"/>
              <a:t>Video </a:t>
            </a:r>
            <a:br>
              <a:rPr lang="en-US" dirty="0"/>
            </a:br>
            <a:r>
              <a:rPr lang="en-US" dirty="0"/>
              <a:t>Slide</a:t>
            </a:r>
          </a:p>
        </p:txBody>
      </p:sp>
      <p:sp>
        <p:nvSpPr>
          <p:cNvPr id="6" name="Text Placeholder 6"/>
          <p:cNvSpPr>
            <a:spLocks noGrp="1"/>
          </p:cNvSpPr>
          <p:nvPr>
            <p:ph type="body" sz="quarter" idx="14"/>
          </p:nvPr>
        </p:nvSpPr>
        <p:spPr bwMode="gray">
          <a:xfrm>
            <a:off x="431801" y="1701800"/>
            <a:ext cx="2544233" cy="432011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Rectangle 6"/>
          <p:cNvSpPr/>
          <p:nvPr userDrawn="1"/>
        </p:nvSpPr>
        <p:spPr bwMode="gray">
          <a:xfrm>
            <a:off x="3359152" y="452967"/>
            <a:ext cx="8401051" cy="5568952"/>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950" dirty="0">
              <a:solidFill>
                <a:prstClr val="white"/>
              </a:solidFill>
              <a:latin typeface="Avenir Next" panose="020B0503020202020204"/>
            </a:endParaRPr>
          </a:p>
        </p:txBody>
      </p:sp>
      <p:sp>
        <p:nvSpPr>
          <p:cNvPr id="9" name="Media Placeholder 8"/>
          <p:cNvSpPr>
            <a:spLocks noGrp="1"/>
          </p:cNvSpPr>
          <p:nvPr>
            <p:ph type="media" sz="quarter" idx="15" hasCustomPrompt="1"/>
          </p:nvPr>
        </p:nvSpPr>
        <p:spPr bwMode="gray">
          <a:xfrm>
            <a:off x="3359152" y="452967"/>
            <a:ext cx="8401051" cy="5568952"/>
          </a:xfrm>
          <a:solidFill>
            <a:schemeClr val="tx1">
              <a:lumMod val="85000"/>
              <a:lumOff val="15000"/>
            </a:schemeClr>
          </a:solidFill>
        </p:spPr>
        <p:txBody>
          <a:bodyPr bIns="720000" anchor="ctr"/>
          <a:lstStyle>
            <a:lvl1pPr algn="ctr">
              <a:defRPr sz="975" baseline="0">
                <a:solidFill>
                  <a:schemeClr val="bg1"/>
                </a:solidFill>
              </a:defRPr>
            </a:lvl1pPr>
          </a:lstStyle>
          <a:p>
            <a:r>
              <a:rPr lang="de-DE" dirty="0"/>
              <a:t>Click </a:t>
            </a:r>
            <a:r>
              <a:rPr lang="de-DE" dirty="0" err="1"/>
              <a:t>the</a:t>
            </a:r>
            <a:r>
              <a:rPr lang="de-DE" dirty="0"/>
              <a:t> </a:t>
            </a:r>
            <a:r>
              <a:rPr lang="de-DE" dirty="0" err="1"/>
              <a:t>icon</a:t>
            </a:r>
            <a:r>
              <a:rPr lang="de-DE" dirty="0"/>
              <a:t> </a:t>
            </a:r>
            <a:br>
              <a:rPr lang="de-DE" dirty="0"/>
            </a:br>
            <a:r>
              <a:rPr lang="de-DE" dirty="0" err="1"/>
              <a:t>to</a:t>
            </a:r>
            <a:r>
              <a:rPr lang="de-DE" dirty="0"/>
              <a:t> </a:t>
            </a:r>
            <a:r>
              <a:rPr lang="de-DE" dirty="0" err="1"/>
              <a:t>insert</a:t>
            </a:r>
            <a:r>
              <a:rPr lang="de-DE" dirty="0"/>
              <a:t> a </a:t>
            </a:r>
            <a:r>
              <a:rPr lang="de-DE" dirty="0" err="1"/>
              <a:t>video</a:t>
            </a:r>
            <a:endParaRPr lang="en-US" dirty="0"/>
          </a:p>
        </p:txBody>
      </p:sp>
      <p:sp>
        <p:nvSpPr>
          <p:cNvPr id="18" name="Date Placeholder 17"/>
          <p:cNvSpPr>
            <a:spLocks noGrp="1"/>
          </p:cNvSpPr>
          <p:nvPr>
            <p:ph type="dt" sz="half" idx="16"/>
          </p:nvPr>
        </p:nvSpPr>
        <p:spPr bwMode="gray"/>
        <p:txBody>
          <a:bodyPr/>
          <a:lstStyle/>
          <a:p>
            <a:fld id="{4F1F5FBD-27FC-4163-A1A3-A182CCE72DD4}" type="datetime1">
              <a:rPr lang="en-US" smtClean="0">
                <a:solidFill>
                  <a:prstClr val="black"/>
                </a:solidFill>
              </a:rPr>
              <a:pPr/>
              <a:t>7/6/2026</a:t>
            </a:fld>
            <a:endParaRPr lang="en-US">
              <a:solidFill>
                <a:prstClr val="black"/>
              </a:solidFill>
            </a:endParaRPr>
          </a:p>
        </p:txBody>
      </p:sp>
      <p:sp>
        <p:nvSpPr>
          <p:cNvPr id="19" name="Footer Placeholder 18"/>
          <p:cNvSpPr>
            <a:spLocks noGrp="1"/>
          </p:cNvSpPr>
          <p:nvPr>
            <p:ph type="ftr" sz="quarter" idx="17"/>
          </p:nvPr>
        </p:nvSpPr>
        <p:spPr bwMode="gray"/>
        <p:txBody>
          <a:bodyPr/>
          <a:lstStyle/>
          <a:p>
            <a:r>
              <a:rPr lang="en-US">
                <a:solidFill>
                  <a:prstClr val="black"/>
                </a:solidFill>
              </a:rPr>
              <a:t>Title of the presentation</a:t>
            </a:r>
          </a:p>
        </p:txBody>
      </p:sp>
      <p:sp>
        <p:nvSpPr>
          <p:cNvPr id="20" name="Slide Number Placeholder 19"/>
          <p:cNvSpPr>
            <a:spLocks noGrp="1"/>
          </p:cNvSpPr>
          <p:nvPr>
            <p:ph type="sldNum" sz="quarter" idx="18"/>
          </p:nvPr>
        </p:nvSpPr>
        <p:spPr bwMode="gray"/>
        <p:txBody>
          <a:bodyPr/>
          <a:lstStyle/>
          <a:p>
            <a:fld id="{FCB53D23-1D79-480C-B3BE-829293F4503C}" type="slidenum">
              <a:rPr lang="en-US" smtClean="0">
                <a:solidFill>
                  <a:prstClr val="black"/>
                </a:solidFill>
              </a:rPr>
              <a:pPr/>
              <a:t>‹#›</a:t>
            </a:fld>
            <a:endParaRPr lang="en-US">
              <a:solidFill>
                <a:prstClr val="black"/>
              </a:solidFill>
            </a:endParaRPr>
          </a:p>
        </p:txBody>
      </p:sp>
    </p:spTree>
    <p:custDataLst>
      <p:tags r:id="rId1"/>
    </p:custDataLst>
    <p:extLst>
      <p:ext uri="{BB962C8B-B14F-4D97-AF65-F5344CB8AC3E}">
        <p14:creationId xmlns:p14="http://schemas.microsoft.com/office/powerpoint/2010/main" val="1437875829"/>
      </p:ext>
    </p:extLst>
  </p:cSld>
  <p:clrMapOvr>
    <a:masterClrMapping/>
  </p:clrMapOvr>
  <p:transition>
    <p:fade/>
  </p:transition>
</p:sldLayout>
</file>

<file path=ppt/slideLayouts/slideLayout148.xml><?xml version="1.0" encoding="utf-8"?>
<p:sldLayout xmlns:a="http://schemas.openxmlformats.org/drawingml/2006/main" xmlns:r="http://schemas.openxmlformats.org/officeDocument/2006/relationships" xmlns:p="http://schemas.openxmlformats.org/presentationml/2006/main" preserve="1" userDrawn="1">
  <p:cSld name="Contact Slide">
    <p:spTree>
      <p:nvGrpSpPr>
        <p:cNvPr id="1" name=""/>
        <p:cNvGrpSpPr/>
        <p:nvPr/>
      </p:nvGrpSpPr>
      <p:grpSpPr>
        <a:xfrm>
          <a:off x="0" y="0"/>
          <a:ext cx="0" cy="0"/>
          <a:chOff x="0" y="0"/>
          <a:chExt cx="0" cy="0"/>
        </a:xfrm>
      </p:grpSpPr>
      <p:sp>
        <p:nvSpPr>
          <p:cNvPr id="6" name="Title 1"/>
          <p:cNvSpPr>
            <a:spLocks noGrp="1"/>
          </p:cNvSpPr>
          <p:nvPr>
            <p:ph type="ctrTitle" hasCustomPrompt="1"/>
          </p:nvPr>
        </p:nvSpPr>
        <p:spPr bwMode="gray">
          <a:xfrm>
            <a:off x="1199456" y="1365251"/>
            <a:ext cx="5089164" cy="1007632"/>
          </a:xfrm>
        </p:spPr>
        <p:txBody>
          <a:bodyPr/>
          <a:lstStyle>
            <a:lvl1pPr>
              <a:defRPr sz="6500" spc="-162">
                <a:solidFill>
                  <a:schemeClr val="accent1"/>
                </a:solidFill>
              </a:defRPr>
            </a:lvl1pPr>
          </a:lstStyle>
          <a:p>
            <a:r>
              <a:rPr lang="en-US" dirty="0"/>
              <a:t>Contact.</a:t>
            </a:r>
          </a:p>
        </p:txBody>
      </p:sp>
      <p:pic>
        <p:nvPicPr>
          <p:cNvPr id="12" name="Picture 24"/>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gray">
          <a:xfrm>
            <a:off x="9509571" y="5883231"/>
            <a:ext cx="2250630" cy="49003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8" name="Rectangle 17"/>
          <p:cNvSpPr>
            <a:spLocks noChangeArrowheads="1"/>
          </p:cNvSpPr>
          <p:nvPr userDrawn="1"/>
        </p:nvSpPr>
        <p:spPr bwMode="gray">
          <a:xfrm>
            <a:off x="1510095" y="4341566"/>
            <a:ext cx="10250107" cy="1968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b">
            <a:no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r>
              <a:rPr lang="en-US" sz="650" b="1" dirty="0">
                <a:solidFill>
                  <a:prstClr val="black"/>
                </a:solidFill>
                <a:latin typeface="Avenir Next" panose="020B0503020202020204"/>
                <a:cs typeface="Arial" panose="020B0604020202020204" pitchFamily="34" charset="0"/>
              </a:rPr>
              <a:t>About Dr. Reddy’s</a:t>
            </a:r>
            <a:r>
              <a:rPr lang="en-US" sz="650" dirty="0">
                <a:solidFill>
                  <a:prstClr val="black"/>
                </a:solidFill>
                <a:latin typeface="Avenir Next" panose="020B0503020202020204"/>
                <a:cs typeface="Arial" panose="020B0604020202020204" pitchFamily="34" charset="0"/>
              </a:rPr>
              <a:t>: Dr. Reddy’s Laboratories Ltd. (NYSE: RDY) is an integrated pharmaceutical company, committed to providing affordable and innovative medicines for healthier lives. Through its three businesses - Pharmaceutical Services &amp; Active Ingredients, Global Generics and Proprietary Products – Dr. Reddy’s offers a portfolio of products and services including APIs, custom pharmaceutical services, generics, </a:t>
            </a:r>
            <a:r>
              <a:rPr lang="en-US" sz="650" dirty="0" err="1">
                <a:solidFill>
                  <a:prstClr val="black"/>
                </a:solidFill>
                <a:latin typeface="Avenir Next" panose="020B0503020202020204"/>
                <a:cs typeface="Arial" panose="020B0604020202020204" pitchFamily="34" charset="0"/>
              </a:rPr>
              <a:t>biosimilars</a:t>
            </a:r>
            <a:r>
              <a:rPr lang="en-US" sz="650" dirty="0">
                <a:solidFill>
                  <a:prstClr val="black"/>
                </a:solidFill>
                <a:latin typeface="Avenir Next" panose="020B0503020202020204"/>
                <a:cs typeface="Arial" panose="020B0604020202020204" pitchFamily="34" charset="0"/>
              </a:rPr>
              <a:t> and differentiated formulations. Our major therapeutic areas of focus are gastro-intestinal, cardiovascular, </a:t>
            </a:r>
            <a:r>
              <a:rPr lang="en-US" sz="650" dirty="0" err="1">
                <a:solidFill>
                  <a:prstClr val="black"/>
                </a:solidFill>
                <a:latin typeface="Avenir Next" panose="020B0503020202020204"/>
                <a:cs typeface="Arial" panose="020B0604020202020204" pitchFamily="34" charset="0"/>
              </a:rPr>
              <a:t>diabetology</a:t>
            </a:r>
            <a:r>
              <a:rPr lang="en-US" sz="650" dirty="0">
                <a:solidFill>
                  <a:prstClr val="black"/>
                </a:solidFill>
                <a:latin typeface="Avenir Next" panose="020B0503020202020204"/>
                <a:cs typeface="Arial" panose="020B0604020202020204" pitchFamily="34" charset="0"/>
              </a:rPr>
              <a:t>, oncology, pain management and anti-</a:t>
            </a:r>
            <a:r>
              <a:rPr lang="en-US" sz="650" dirty="0" err="1">
                <a:solidFill>
                  <a:prstClr val="black"/>
                </a:solidFill>
                <a:latin typeface="Avenir Next" panose="020B0503020202020204"/>
                <a:cs typeface="Arial" panose="020B0604020202020204" pitchFamily="34" charset="0"/>
              </a:rPr>
              <a:t>infectives</a:t>
            </a:r>
            <a:r>
              <a:rPr lang="en-US" sz="650" dirty="0">
                <a:solidFill>
                  <a:prstClr val="black"/>
                </a:solidFill>
                <a:latin typeface="Avenir Next" panose="020B0503020202020204"/>
                <a:cs typeface="Arial" panose="020B0604020202020204" pitchFamily="34" charset="0"/>
              </a:rPr>
              <a:t>. Dr. Reddy’s operates in markets across the globe. Our major markets include – USA, Russia &amp; CIS, Venezuela and India. For more information, log on to: </a:t>
            </a:r>
            <a:r>
              <a:rPr lang="en-US" sz="650" dirty="0">
                <a:solidFill>
                  <a:prstClr val="black"/>
                </a:solidFill>
                <a:latin typeface="Avenir Next" panose="020B0503020202020204"/>
                <a:cs typeface="Arial" panose="020B0604020202020204" pitchFamily="34" charset="0"/>
                <a:hlinkClick r:id="rId4"/>
              </a:rPr>
              <a:t>www.drreddys.com</a:t>
            </a:r>
            <a:endParaRPr lang="en-US" sz="650" dirty="0">
              <a:solidFill>
                <a:prstClr val="black"/>
              </a:solidFill>
              <a:latin typeface="Avenir Next" panose="020B0503020202020204"/>
              <a:cs typeface="Arial" panose="020B0604020202020204" pitchFamily="34" charset="0"/>
            </a:endParaRPr>
          </a:p>
          <a:p>
            <a:endParaRPr lang="en-US" sz="650" b="1" dirty="0">
              <a:solidFill>
                <a:prstClr val="black"/>
              </a:solidFill>
              <a:latin typeface="Avenir Next" panose="020B0503020202020204"/>
              <a:cs typeface="Arial" panose="020B0604020202020204" pitchFamily="34" charset="0"/>
            </a:endParaRPr>
          </a:p>
          <a:p>
            <a:r>
              <a:rPr lang="en-US" sz="650" b="1" dirty="0">
                <a:solidFill>
                  <a:prstClr val="black"/>
                </a:solidFill>
                <a:latin typeface="Avenir Next" panose="020B0503020202020204"/>
                <a:cs typeface="Arial" panose="020B0604020202020204" pitchFamily="34" charset="0"/>
              </a:rPr>
              <a:t>Disclaimer: </a:t>
            </a:r>
            <a:r>
              <a:rPr lang="en-US" sz="650" dirty="0">
                <a:solidFill>
                  <a:prstClr val="black"/>
                </a:solidFill>
                <a:latin typeface="Avenir Next" panose="020B0503020202020204"/>
                <a:cs typeface="Arial" panose="020B0604020202020204" pitchFamily="34" charset="0"/>
              </a:rPr>
              <a:t>This press release may include statements of future expectations and other forward-looking statements that are based on the management’s current views and assumptions and involve known or unknown risks and uncertainties that could cause actual results, performance or events to differ materially from those expressed or implied in such statements. In addition to statements which are forward-looking by reason of context, the words "may", "will", "should", "expects", "plans", "intends", "anticipates", "believes", "estimates", "predicts", "potential", or "continue" and similar expressions identify forward-looking statements. Actual results, performance or events may differ materially from those in such statements due to  without limitation, (</a:t>
            </a:r>
            <a:r>
              <a:rPr lang="en-US" sz="650" dirty="0" err="1">
                <a:solidFill>
                  <a:prstClr val="black"/>
                </a:solidFill>
                <a:latin typeface="Avenir Next" panose="020B0503020202020204"/>
                <a:cs typeface="Arial" panose="020B0604020202020204" pitchFamily="34" charset="0"/>
              </a:rPr>
              <a:t>i</a:t>
            </a:r>
            <a:r>
              <a:rPr lang="en-US" sz="650" dirty="0">
                <a:solidFill>
                  <a:prstClr val="black"/>
                </a:solidFill>
                <a:latin typeface="Avenir Next" panose="020B0503020202020204"/>
                <a:cs typeface="Arial" panose="020B0604020202020204" pitchFamily="34" charset="0"/>
              </a:rPr>
              <a:t>) general economic conditions such as performance of financial markets, credit defaults , currency exchange rates , interest rates , persistency levels and frequency / severity of insured loss events (ii) mortality and morbidity levels and trends, (iii) changing levels of competition and general competitive factors, (iv) changes in laws and regulations and in the policies of central banks and/or governments, (v) the impact of acquisitions or </a:t>
            </a:r>
            <a:r>
              <a:rPr lang="en-US" sz="650" dirty="0" err="1">
                <a:solidFill>
                  <a:prstClr val="black"/>
                </a:solidFill>
                <a:latin typeface="Avenir Next" panose="020B0503020202020204"/>
                <a:cs typeface="Arial" panose="020B0604020202020204" pitchFamily="34" charset="0"/>
              </a:rPr>
              <a:t>reorganisation</a:t>
            </a:r>
            <a:r>
              <a:rPr lang="en-US" sz="650" dirty="0">
                <a:solidFill>
                  <a:prstClr val="black"/>
                </a:solidFill>
                <a:latin typeface="Avenir Next" panose="020B0503020202020204"/>
                <a:cs typeface="Arial" panose="020B0604020202020204" pitchFamily="34" charset="0"/>
              </a:rPr>
              <a:t> , including related integration issues.</a:t>
            </a:r>
            <a:endParaRPr lang="en-IN" sz="650" dirty="0">
              <a:solidFill>
                <a:prstClr val="black"/>
              </a:solidFill>
              <a:latin typeface="Avenir Next" panose="020B0503020202020204"/>
              <a:cs typeface="Arial" panose="020B0604020202020204" pitchFamily="34" charset="0"/>
            </a:endParaRPr>
          </a:p>
          <a:p>
            <a:r>
              <a:rPr lang="en-US" sz="650" dirty="0">
                <a:solidFill>
                  <a:prstClr val="black"/>
                </a:solidFill>
                <a:latin typeface="Avenir Next" panose="020B0503020202020204"/>
                <a:cs typeface="Arial" panose="020B0604020202020204" pitchFamily="34" charset="0"/>
              </a:rPr>
              <a:t> </a:t>
            </a:r>
            <a:endParaRPr lang="en-IN" sz="650" dirty="0">
              <a:solidFill>
                <a:prstClr val="black"/>
              </a:solidFill>
              <a:latin typeface="Avenir Next" panose="020B0503020202020204"/>
              <a:cs typeface="Arial" panose="020B0604020202020204" pitchFamily="34" charset="0"/>
            </a:endParaRPr>
          </a:p>
          <a:p>
            <a:r>
              <a:rPr lang="en-US" sz="650" dirty="0">
                <a:solidFill>
                  <a:prstClr val="black"/>
                </a:solidFill>
                <a:latin typeface="Avenir Next" panose="020B0503020202020204"/>
                <a:cs typeface="Arial" panose="020B0604020202020204" pitchFamily="34" charset="0"/>
              </a:rPr>
              <a:t>The company assumes no obligation to update any information contained herein.</a:t>
            </a:r>
          </a:p>
          <a:p>
            <a:endParaRPr lang="de-DE" sz="650" dirty="0">
              <a:solidFill>
                <a:prstClr val="black"/>
              </a:solidFill>
              <a:latin typeface="Avenir Next" panose="020B0503020202020204"/>
              <a:cs typeface="Arial" panose="020B0604020202020204" pitchFamily="34" charset="0"/>
            </a:endParaRPr>
          </a:p>
          <a:p>
            <a:r>
              <a:rPr lang="en-IN" sz="650" b="1" dirty="0">
                <a:solidFill>
                  <a:prstClr val="black"/>
                </a:solidFill>
                <a:latin typeface="Avenir Next" panose="020B0503020202020204"/>
                <a:cs typeface="Arial" panose="020B0604020202020204" pitchFamily="34" charset="0"/>
              </a:rPr>
              <a:t>Registered Office: </a:t>
            </a:r>
            <a:r>
              <a:rPr lang="en-IN" sz="650" dirty="0" err="1">
                <a:solidFill>
                  <a:prstClr val="black"/>
                </a:solidFill>
                <a:latin typeface="Avenir Next" panose="020B0503020202020204"/>
                <a:cs typeface="Arial" panose="020B0604020202020204" pitchFamily="34" charset="0"/>
              </a:rPr>
              <a:t>Dr.</a:t>
            </a:r>
            <a:r>
              <a:rPr lang="en-IN" sz="650" dirty="0">
                <a:solidFill>
                  <a:prstClr val="black"/>
                </a:solidFill>
                <a:latin typeface="Avenir Next" panose="020B0503020202020204"/>
                <a:cs typeface="Arial" panose="020B0604020202020204" pitchFamily="34" charset="0"/>
              </a:rPr>
              <a:t> Reddy’s Laboratories Ltd. 8-2-337 | Road No. 3, </a:t>
            </a:r>
            <a:r>
              <a:rPr lang="en-IN" sz="650" dirty="0" err="1">
                <a:solidFill>
                  <a:prstClr val="black"/>
                </a:solidFill>
                <a:latin typeface="Avenir Next" panose="020B0503020202020204"/>
                <a:cs typeface="Arial" panose="020B0604020202020204" pitchFamily="34" charset="0"/>
              </a:rPr>
              <a:t>Banjara</a:t>
            </a:r>
            <a:r>
              <a:rPr lang="en-IN" sz="650" dirty="0">
                <a:solidFill>
                  <a:prstClr val="black"/>
                </a:solidFill>
                <a:latin typeface="Avenir Next" panose="020B0503020202020204"/>
                <a:cs typeface="Arial" panose="020B0604020202020204" pitchFamily="34" charset="0"/>
              </a:rPr>
              <a:t> Hills, Hyderabad - 500034, Telangana, India. </a:t>
            </a:r>
          </a:p>
          <a:p>
            <a:r>
              <a:rPr lang="en-IN" sz="650" dirty="0">
                <a:solidFill>
                  <a:prstClr val="black"/>
                </a:solidFill>
                <a:latin typeface="Avenir Next" panose="020B0503020202020204"/>
                <a:cs typeface="Arial" panose="020B0604020202020204" pitchFamily="34" charset="0"/>
              </a:rPr>
              <a:t>Tel: 91 40 4900 2900 | Fax: 91 40 4900 2999 | Web: www.drreddys.com</a:t>
            </a:r>
          </a:p>
        </p:txBody>
      </p:sp>
      <p:sp>
        <p:nvSpPr>
          <p:cNvPr id="22" name="Text Placeholder 9"/>
          <p:cNvSpPr>
            <a:spLocks noGrp="1"/>
          </p:cNvSpPr>
          <p:nvPr>
            <p:ph type="body" sz="quarter" idx="10" hasCustomPrompt="1"/>
          </p:nvPr>
        </p:nvSpPr>
        <p:spPr bwMode="gray">
          <a:xfrm>
            <a:off x="1525076" y="2420891"/>
            <a:ext cx="3435632" cy="305561"/>
          </a:xfrm>
        </p:spPr>
        <p:txBody>
          <a:bodyPr anchor="b"/>
          <a:lstStyle>
            <a:lvl1pPr marL="0" indent="0">
              <a:lnSpc>
                <a:spcPct val="100000"/>
              </a:lnSpc>
              <a:spcBef>
                <a:spcPts val="0"/>
              </a:spcBef>
              <a:spcAft>
                <a:spcPts val="0"/>
              </a:spcAft>
              <a:buFont typeface="Arial" panose="020B0604020202020204" pitchFamily="34" charset="0"/>
              <a:buNone/>
              <a:defRPr sz="1192" b="0">
                <a:solidFill>
                  <a:schemeClr val="accent1"/>
                </a:solidFill>
                <a:latin typeface="Avenir Next" panose="020B0503020202020204"/>
              </a:defRPr>
            </a:lvl1pPr>
            <a:lvl2pPr marL="0" indent="0">
              <a:lnSpc>
                <a:spcPct val="100000"/>
              </a:lnSpc>
              <a:spcBef>
                <a:spcPts val="0"/>
              </a:spcBef>
              <a:spcAft>
                <a:spcPts val="0"/>
              </a:spcAft>
              <a:buFont typeface="Arial" panose="020B0604020202020204" pitchFamily="34" charset="0"/>
              <a:buNone/>
              <a:defRPr sz="1192" b="0">
                <a:solidFill>
                  <a:schemeClr val="accent1"/>
                </a:solidFill>
                <a:latin typeface="+mj-lt"/>
              </a:defRPr>
            </a:lvl2pPr>
            <a:lvl3pPr marL="0" indent="0">
              <a:lnSpc>
                <a:spcPct val="100000"/>
              </a:lnSpc>
              <a:spcBef>
                <a:spcPts val="0"/>
              </a:spcBef>
              <a:spcAft>
                <a:spcPts val="0"/>
              </a:spcAft>
              <a:buNone/>
              <a:defRPr sz="1192" b="0">
                <a:solidFill>
                  <a:schemeClr val="accent1"/>
                </a:solidFill>
                <a:latin typeface="+mj-lt"/>
              </a:defRPr>
            </a:lvl3pPr>
            <a:lvl4pPr marL="0" indent="0">
              <a:lnSpc>
                <a:spcPct val="100000"/>
              </a:lnSpc>
              <a:spcBef>
                <a:spcPts val="0"/>
              </a:spcBef>
              <a:spcAft>
                <a:spcPts val="0"/>
              </a:spcAft>
              <a:buNone/>
              <a:defRPr sz="1192" b="0">
                <a:solidFill>
                  <a:schemeClr val="accent1"/>
                </a:solidFill>
                <a:latin typeface="+mj-lt"/>
              </a:defRPr>
            </a:lvl4pPr>
            <a:lvl5pPr marL="0" indent="0">
              <a:lnSpc>
                <a:spcPct val="100000"/>
              </a:lnSpc>
              <a:spcBef>
                <a:spcPts val="0"/>
              </a:spcBef>
              <a:spcAft>
                <a:spcPts val="0"/>
              </a:spcAft>
              <a:buNone/>
              <a:defRPr sz="1192" b="0">
                <a:solidFill>
                  <a:schemeClr val="accent1"/>
                </a:solidFill>
                <a:latin typeface="+mj-lt"/>
              </a:defRPr>
            </a:lvl5pPr>
            <a:lvl6pPr marL="0" indent="0">
              <a:lnSpc>
                <a:spcPct val="100000"/>
              </a:lnSpc>
              <a:spcBef>
                <a:spcPts val="0"/>
              </a:spcBef>
              <a:spcAft>
                <a:spcPts val="0"/>
              </a:spcAft>
              <a:buFont typeface="Arial" panose="020B0604020202020204" pitchFamily="34" charset="0"/>
              <a:buNone/>
              <a:defRPr sz="1192" b="0">
                <a:solidFill>
                  <a:schemeClr val="accent1"/>
                </a:solidFill>
                <a:latin typeface="+mj-lt"/>
              </a:defRPr>
            </a:lvl6pPr>
            <a:lvl7pPr marL="0" indent="0">
              <a:lnSpc>
                <a:spcPct val="100000"/>
              </a:lnSpc>
              <a:spcBef>
                <a:spcPts val="0"/>
              </a:spcBef>
              <a:spcAft>
                <a:spcPts val="0"/>
              </a:spcAft>
              <a:buFont typeface="Arial" panose="020B0604020202020204" pitchFamily="34" charset="0"/>
              <a:buNone/>
              <a:defRPr sz="1192" b="0">
                <a:solidFill>
                  <a:schemeClr val="accent1"/>
                </a:solidFill>
                <a:latin typeface="+mj-lt"/>
              </a:defRPr>
            </a:lvl7pPr>
            <a:lvl8pPr marL="0" indent="0">
              <a:lnSpc>
                <a:spcPct val="100000"/>
              </a:lnSpc>
              <a:spcBef>
                <a:spcPts val="0"/>
              </a:spcBef>
              <a:spcAft>
                <a:spcPts val="0"/>
              </a:spcAft>
              <a:buFont typeface="Arial" panose="020B0604020202020204" pitchFamily="34" charset="0"/>
              <a:buNone/>
              <a:defRPr sz="1192" b="0">
                <a:solidFill>
                  <a:schemeClr val="accent1"/>
                </a:solidFill>
                <a:latin typeface="+mj-lt"/>
              </a:defRPr>
            </a:lvl8pPr>
            <a:lvl9pPr marL="0" indent="0">
              <a:lnSpc>
                <a:spcPct val="100000"/>
              </a:lnSpc>
              <a:spcBef>
                <a:spcPts val="0"/>
              </a:spcBef>
              <a:spcAft>
                <a:spcPts val="0"/>
              </a:spcAft>
              <a:buFont typeface="Arial" panose="020B0604020202020204" pitchFamily="34" charset="0"/>
              <a:buNone/>
              <a:defRPr sz="1192" b="0">
                <a:solidFill>
                  <a:schemeClr val="accent1"/>
                </a:solidFill>
                <a:latin typeface="+mj-lt"/>
              </a:defRPr>
            </a:lvl9pPr>
          </a:lstStyle>
          <a:p>
            <a:pPr lvl="0"/>
            <a:r>
              <a:rPr lang="de-DE" dirty="0"/>
              <a:t>Position</a:t>
            </a:r>
            <a:endParaRPr lang="en-US" dirty="0"/>
          </a:p>
        </p:txBody>
      </p:sp>
      <p:sp>
        <p:nvSpPr>
          <p:cNvPr id="23" name="Text Placeholder 9"/>
          <p:cNvSpPr>
            <a:spLocks noGrp="1"/>
          </p:cNvSpPr>
          <p:nvPr>
            <p:ph type="body" sz="quarter" idx="11" hasCustomPrompt="1"/>
          </p:nvPr>
        </p:nvSpPr>
        <p:spPr bwMode="gray">
          <a:xfrm>
            <a:off x="1525076" y="2724335"/>
            <a:ext cx="3435632" cy="290265"/>
          </a:xfrm>
        </p:spPr>
        <p:txBody>
          <a:bodyPr/>
          <a:lstStyle>
            <a:lvl1pPr marL="0" indent="0">
              <a:lnSpc>
                <a:spcPct val="100000"/>
              </a:lnSpc>
              <a:spcBef>
                <a:spcPts val="0"/>
              </a:spcBef>
              <a:spcAft>
                <a:spcPts val="0"/>
              </a:spcAft>
              <a:buFont typeface="Arial" panose="020B0604020202020204" pitchFamily="34" charset="0"/>
              <a:buNone/>
              <a:defRPr sz="1192" b="0" baseline="0">
                <a:solidFill>
                  <a:schemeClr val="accent1"/>
                </a:solidFill>
                <a:latin typeface="Avenir Next" panose="020B0503020202020204"/>
              </a:defRPr>
            </a:lvl1pPr>
            <a:lvl2pPr marL="0" indent="0">
              <a:lnSpc>
                <a:spcPct val="100000"/>
              </a:lnSpc>
              <a:spcBef>
                <a:spcPts val="0"/>
              </a:spcBef>
              <a:spcAft>
                <a:spcPts val="0"/>
              </a:spcAft>
              <a:buFont typeface="Arial" panose="020B0604020202020204" pitchFamily="34" charset="0"/>
              <a:buNone/>
              <a:defRPr sz="1192" b="0">
                <a:solidFill>
                  <a:schemeClr val="accent1"/>
                </a:solidFill>
                <a:latin typeface="+mj-lt"/>
              </a:defRPr>
            </a:lvl2pPr>
            <a:lvl3pPr marL="0" indent="0">
              <a:lnSpc>
                <a:spcPct val="100000"/>
              </a:lnSpc>
              <a:spcBef>
                <a:spcPts val="0"/>
              </a:spcBef>
              <a:spcAft>
                <a:spcPts val="0"/>
              </a:spcAft>
              <a:buNone/>
              <a:defRPr sz="1192" b="0">
                <a:solidFill>
                  <a:schemeClr val="accent1"/>
                </a:solidFill>
                <a:latin typeface="+mj-lt"/>
              </a:defRPr>
            </a:lvl3pPr>
            <a:lvl4pPr marL="0" indent="0">
              <a:lnSpc>
                <a:spcPct val="100000"/>
              </a:lnSpc>
              <a:spcBef>
                <a:spcPts val="0"/>
              </a:spcBef>
              <a:spcAft>
                <a:spcPts val="0"/>
              </a:spcAft>
              <a:buNone/>
              <a:defRPr sz="1192" b="0">
                <a:solidFill>
                  <a:schemeClr val="accent1"/>
                </a:solidFill>
                <a:latin typeface="+mj-lt"/>
              </a:defRPr>
            </a:lvl4pPr>
            <a:lvl5pPr marL="0" indent="0">
              <a:lnSpc>
                <a:spcPct val="100000"/>
              </a:lnSpc>
              <a:spcBef>
                <a:spcPts val="0"/>
              </a:spcBef>
              <a:spcAft>
                <a:spcPts val="0"/>
              </a:spcAft>
              <a:buNone/>
              <a:defRPr sz="1192" b="0">
                <a:solidFill>
                  <a:schemeClr val="accent1"/>
                </a:solidFill>
                <a:latin typeface="+mj-lt"/>
              </a:defRPr>
            </a:lvl5pPr>
            <a:lvl6pPr marL="0" indent="0">
              <a:lnSpc>
                <a:spcPct val="100000"/>
              </a:lnSpc>
              <a:spcBef>
                <a:spcPts val="0"/>
              </a:spcBef>
              <a:spcAft>
                <a:spcPts val="0"/>
              </a:spcAft>
              <a:buFont typeface="Arial" panose="020B0604020202020204" pitchFamily="34" charset="0"/>
              <a:buNone/>
              <a:defRPr sz="1192" b="0">
                <a:solidFill>
                  <a:schemeClr val="accent1"/>
                </a:solidFill>
                <a:latin typeface="+mj-lt"/>
              </a:defRPr>
            </a:lvl6pPr>
            <a:lvl7pPr marL="0" indent="0">
              <a:lnSpc>
                <a:spcPct val="100000"/>
              </a:lnSpc>
              <a:spcBef>
                <a:spcPts val="0"/>
              </a:spcBef>
              <a:spcAft>
                <a:spcPts val="0"/>
              </a:spcAft>
              <a:buFont typeface="Arial" panose="020B0604020202020204" pitchFamily="34" charset="0"/>
              <a:buNone/>
              <a:defRPr sz="1192" b="0">
                <a:solidFill>
                  <a:schemeClr val="accent1"/>
                </a:solidFill>
                <a:latin typeface="+mj-lt"/>
              </a:defRPr>
            </a:lvl7pPr>
            <a:lvl8pPr marL="0" indent="0">
              <a:lnSpc>
                <a:spcPct val="100000"/>
              </a:lnSpc>
              <a:spcBef>
                <a:spcPts val="0"/>
              </a:spcBef>
              <a:spcAft>
                <a:spcPts val="0"/>
              </a:spcAft>
              <a:buFont typeface="Arial" panose="020B0604020202020204" pitchFamily="34" charset="0"/>
              <a:buNone/>
              <a:defRPr sz="1192" b="0">
                <a:solidFill>
                  <a:schemeClr val="accent1"/>
                </a:solidFill>
                <a:latin typeface="+mj-lt"/>
              </a:defRPr>
            </a:lvl8pPr>
            <a:lvl9pPr marL="0" indent="0">
              <a:lnSpc>
                <a:spcPct val="100000"/>
              </a:lnSpc>
              <a:spcBef>
                <a:spcPts val="0"/>
              </a:spcBef>
              <a:spcAft>
                <a:spcPts val="0"/>
              </a:spcAft>
              <a:buFont typeface="Arial" panose="020B0604020202020204" pitchFamily="34" charset="0"/>
              <a:buNone/>
              <a:defRPr sz="1192" b="0">
                <a:solidFill>
                  <a:schemeClr val="accent1"/>
                </a:solidFill>
                <a:latin typeface="+mj-lt"/>
              </a:defRPr>
            </a:lvl9pPr>
          </a:lstStyle>
          <a:p>
            <a:pPr lvl="0"/>
            <a:r>
              <a:rPr lang="de-DE" dirty="0"/>
              <a:t>First </a:t>
            </a:r>
            <a:r>
              <a:rPr lang="de-DE" dirty="0" err="1"/>
              <a:t>name</a:t>
            </a:r>
            <a:r>
              <a:rPr lang="de-DE" dirty="0"/>
              <a:t> Last </a:t>
            </a:r>
            <a:r>
              <a:rPr lang="de-DE" dirty="0" err="1"/>
              <a:t>name</a:t>
            </a:r>
            <a:endParaRPr lang="en-US" dirty="0"/>
          </a:p>
        </p:txBody>
      </p:sp>
      <p:sp>
        <p:nvSpPr>
          <p:cNvPr id="24" name="Text Placeholder 9"/>
          <p:cNvSpPr>
            <a:spLocks noGrp="1"/>
          </p:cNvSpPr>
          <p:nvPr>
            <p:ph type="body" sz="quarter" idx="12" hasCustomPrompt="1"/>
          </p:nvPr>
        </p:nvSpPr>
        <p:spPr bwMode="gray">
          <a:xfrm>
            <a:off x="1525076" y="3014601"/>
            <a:ext cx="3435632" cy="750953"/>
          </a:xfrm>
        </p:spPr>
        <p:txBody>
          <a:bodyPr/>
          <a:lstStyle>
            <a:lvl1pPr marL="0" indent="0">
              <a:lnSpc>
                <a:spcPct val="100000"/>
              </a:lnSpc>
              <a:spcBef>
                <a:spcPts val="0"/>
              </a:spcBef>
              <a:spcAft>
                <a:spcPts val="0"/>
              </a:spcAft>
              <a:buFont typeface="Arial" panose="020B0604020202020204" pitchFamily="34" charset="0"/>
              <a:buNone/>
              <a:defRPr sz="1192" b="0" baseline="0">
                <a:solidFill>
                  <a:schemeClr val="accent1"/>
                </a:solidFill>
                <a:latin typeface="Avenir Next" panose="020B0503020202020204"/>
              </a:defRPr>
            </a:lvl1pPr>
            <a:lvl2pPr marL="0" indent="0">
              <a:lnSpc>
                <a:spcPct val="100000"/>
              </a:lnSpc>
              <a:spcBef>
                <a:spcPts val="0"/>
              </a:spcBef>
              <a:spcAft>
                <a:spcPts val="0"/>
              </a:spcAft>
              <a:buFont typeface="Arial" panose="020B0604020202020204" pitchFamily="34" charset="0"/>
              <a:buNone/>
              <a:defRPr sz="1192" b="0">
                <a:solidFill>
                  <a:schemeClr val="accent1"/>
                </a:solidFill>
                <a:latin typeface="+mj-lt"/>
              </a:defRPr>
            </a:lvl2pPr>
            <a:lvl3pPr marL="0" indent="0">
              <a:lnSpc>
                <a:spcPct val="100000"/>
              </a:lnSpc>
              <a:spcBef>
                <a:spcPts val="0"/>
              </a:spcBef>
              <a:spcAft>
                <a:spcPts val="0"/>
              </a:spcAft>
              <a:buNone/>
              <a:defRPr sz="1192" b="0">
                <a:solidFill>
                  <a:schemeClr val="accent1"/>
                </a:solidFill>
                <a:latin typeface="+mj-lt"/>
              </a:defRPr>
            </a:lvl3pPr>
            <a:lvl4pPr marL="0" indent="0">
              <a:lnSpc>
                <a:spcPct val="100000"/>
              </a:lnSpc>
              <a:spcBef>
                <a:spcPts val="0"/>
              </a:spcBef>
              <a:spcAft>
                <a:spcPts val="0"/>
              </a:spcAft>
              <a:buNone/>
              <a:defRPr sz="1192" b="0">
                <a:solidFill>
                  <a:schemeClr val="accent1"/>
                </a:solidFill>
                <a:latin typeface="+mj-lt"/>
              </a:defRPr>
            </a:lvl4pPr>
            <a:lvl5pPr marL="0" indent="0">
              <a:lnSpc>
                <a:spcPct val="100000"/>
              </a:lnSpc>
              <a:spcBef>
                <a:spcPts val="0"/>
              </a:spcBef>
              <a:spcAft>
                <a:spcPts val="0"/>
              </a:spcAft>
              <a:buNone/>
              <a:defRPr sz="1192" b="0">
                <a:solidFill>
                  <a:schemeClr val="accent1"/>
                </a:solidFill>
                <a:latin typeface="+mj-lt"/>
              </a:defRPr>
            </a:lvl5pPr>
            <a:lvl6pPr marL="0" indent="0">
              <a:lnSpc>
                <a:spcPct val="100000"/>
              </a:lnSpc>
              <a:spcBef>
                <a:spcPts val="0"/>
              </a:spcBef>
              <a:spcAft>
                <a:spcPts val="0"/>
              </a:spcAft>
              <a:buFont typeface="Arial" panose="020B0604020202020204" pitchFamily="34" charset="0"/>
              <a:buNone/>
              <a:defRPr sz="1192" b="0">
                <a:solidFill>
                  <a:schemeClr val="accent1"/>
                </a:solidFill>
                <a:latin typeface="+mj-lt"/>
              </a:defRPr>
            </a:lvl6pPr>
            <a:lvl7pPr marL="0" indent="0">
              <a:lnSpc>
                <a:spcPct val="100000"/>
              </a:lnSpc>
              <a:spcBef>
                <a:spcPts val="0"/>
              </a:spcBef>
              <a:spcAft>
                <a:spcPts val="0"/>
              </a:spcAft>
              <a:buFont typeface="Arial" panose="020B0604020202020204" pitchFamily="34" charset="0"/>
              <a:buNone/>
              <a:defRPr sz="1192" b="0">
                <a:solidFill>
                  <a:schemeClr val="accent1"/>
                </a:solidFill>
                <a:latin typeface="+mj-lt"/>
              </a:defRPr>
            </a:lvl7pPr>
            <a:lvl8pPr marL="0" indent="0">
              <a:lnSpc>
                <a:spcPct val="100000"/>
              </a:lnSpc>
              <a:spcBef>
                <a:spcPts val="0"/>
              </a:spcBef>
              <a:spcAft>
                <a:spcPts val="0"/>
              </a:spcAft>
              <a:buFont typeface="Arial" panose="020B0604020202020204" pitchFamily="34" charset="0"/>
              <a:buNone/>
              <a:defRPr sz="1192" b="0">
                <a:solidFill>
                  <a:schemeClr val="accent1"/>
                </a:solidFill>
                <a:latin typeface="+mj-lt"/>
              </a:defRPr>
            </a:lvl8pPr>
            <a:lvl9pPr marL="0" indent="0">
              <a:lnSpc>
                <a:spcPct val="100000"/>
              </a:lnSpc>
              <a:spcBef>
                <a:spcPts val="0"/>
              </a:spcBef>
              <a:spcAft>
                <a:spcPts val="0"/>
              </a:spcAft>
              <a:buFont typeface="Arial" panose="020B0604020202020204" pitchFamily="34" charset="0"/>
              <a:buNone/>
              <a:defRPr sz="1192" b="0">
                <a:solidFill>
                  <a:schemeClr val="accent1"/>
                </a:solidFill>
                <a:latin typeface="+mj-lt"/>
              </a:defRPr>
            </a:lvl9pPr>
          </a:lstStyle>
          <a:p>
            <a:pPr lvl="0"/>
            <a:r>
              <a:rPr lang="de-DE" dirty="0"/>
              <a:t>Mail</a:t>
            </a:r>
            <a:br>
              <a:rPr lang="de-DE" dirty="0"/>
            </a:br>
            <a:r>
              <a:rPr lang="de-DE" dirty="0"/>
              <a:t>Phone</a:t>
            </a:r>
            <a:endParaRPr lang="en-US" dirty="0"/>
          </a:p>
        </p:txBody>
      </p:sp>
      <p:sp>
        <p:nvSpPr>
          <p:cNvPr id="26" name="Text Placeholder 9"/>
          <p:cNvSpPr>
            <a:spLocks noGrp="1"/>
          </p:cNvSpPr>
          <p:nvPr>
            <p:ph type="body" sz="quarter" idx="14" hasCustomPrompt="1"/>
          </p:nvPr>
        </p:nvSpPr>
        <p:spPr bwMode="gray">
          <a:xfrm>
            <a:off x="5397220" y="2420891"/>
            <a:ext cx="3435632" cy="305561"/>
          </a:xfrm>
        </p:spPr>
        <p:txBody>
          <a:bodyPr anchor="b"/>
          <a:lstStyle>
            <a:lvl1pPr marL="0" indent="0">
              <a:lnSpc>
                <a:spcPct val="100000"/>
              </a:lnSpc>
              <a:spcBef>
                <a:spcPts val="0"/>
              </a:spcBef>
              <a:spcAft>
                <a:spcPts val="0"/>
              </a:spcAft>
              <a:buFont typeface="Arial" panose="020B0604020202020204" pitchFamily="34" charset="0"/>
              <a:buNone/>
              <a:defRPr sz="1192" b="0">
                <a:solidFill>
                  <a:schemeClr val="accent1"/>
                </a:solidFill>
                <a:latin typeface="Avenir Next" panose="020B0503020202020204"/>
              </a:defRPr>
            </a:lvl1pPr>
            <a:lvl2pPr marL="0" indent="0">
              <a:lnSpc>
                <a:spcPct val="100000"/>
              </a:lnSpc>
              <a:spcBef>
                <a:spcPts val="0"/>
              </a:spcBef>
              <a:spcAft>
                <a:spcPts val="0"/>
              </a:spcAft>
              <a:buFont typeface="Arial" panose="020B0604020202020204" pitchFamily="34" charset="0"/>
              <a:buNone/>
              <a:defRPr sz="1192" b="0">
                <a:solidFill>
                  <a:schemeClr val="accent1"/>
                </a:solidFill>
                <a:latin typeface="+mj-lt"/>
              </a:defRPr>
            </a:lvl2pPr>
            <a:lvl3pPr marL="0" indent="0">
              <a:lnSpc>
                <a:spcPct val="100000"/>
              </a:lnSpc>
              <a:spcBef>
                <a:spcPts val="0"/>
              </a:spcBef>
              <a:spcAft>
                <a:spcPts val="0"/>
              </a:spcAft>
              <a:buNone/>
              <a:defRPr sz="1192" b="0">
                <a:solidFill>
                  <a:schemeClr val="accent1"/>
                </a:solidFill>
                <a:latin typeface="+mj-lt"/>
              </a:defRPr>
            </a:lvl3pPr>
            <a:lvl4pPr marL="0" indent="0">
              <a:lnSpc>
                <a:spcPct val="100000"/>
              </a:lnSpc>
              <a:spcBef>
                <a:spcPts val="0"/>
              </a:spcBef>
              <a:spcAft>
                <a:spcPts val="0"/>
              </a:spcAft>
              <a:buNone/>
              <a:defRPr sz="1192" b="0">
                <a:solidFill>
                  <a:schemeClr val="accent1"/>
                </a:solidFill>
                <a:latin typeface="+mj-lt"/>
              </a:defRPr>
            </a:lvl4pPr>
            <a:lvl5pPr marL="0" indent="0">
              <a:lnSpc>
                <a:spcPct val="100000"/>
              </a:lnSpc>
              <a:spcBef>
                <a:spcPts val="0"/>
              </a:spcBef>
              <a:spcAft>
                <a:spcPts val="0"/>
              </a:spcAft>
              <a:buNone/>
              <a:defRPr sz="1192" b="0">
                <a:solidFill>
                  <a:schemeClr val="accent1"/>
                </a:solidFill>
                <a:latin typeface="+mj-lt"/>
              </a:defRPr>
            </a:lvl5pPr>
            <a:lvl6pPr marL="0" indent="0">
              <a:lnSpc>
                <a:spcPct val="100000"/>
              </a:lnSpc>
              <a:spcBef>
                <a:spcPts val="0"/>
              </a:spcBef>
              <a:spcAft>
                <a:spcPts val="0"/>
              </a:spcAft>
              <a:buFont typeface="Arial" panose="020B0604020202020204" pitchFamily="34" charset="0"/>
              <a:buNone/>
              <a:defRPr sz="1192" b="0">
                <a:solidFill>
                  <a:schemeClr val="accent1"/>
                </a:solidFill>
                <a:latin typeface="+mj-lt"/>
              </a:defRPr>
            </a:lvl6pPr>
            <a:lvl7pPr marL="0" indent="0">
              <a:lnSpc>
                <a:spcPct val="100000"/>
              </a:lnSpc>
              <a:spcBef>
                <a:spcPts val="0"/>
              </a:spcBef>
              <a:spcAft>
                <a:spcPts val="0"/>
              </a:spcAft>
              <a:buFont typeface="Arial" panose="020B0604020202020204" pitchFamily="34" charset="0"/>
              <a:buNone/>
              <a:defRPr sz="1192" b="0">
                <a:solidFill>
                  <a:schemeClr val="accent1"/>
                </a:solidFill>
                <a:latin typeface="+mj-lt"/>
              </a:defRPr>
            </a:lvl7pPr>
            <a:lvl8pPr marL="0" indent="0">
              <a:lnSpc>
                <a:spcPct val="100000"/>
              </a:lnSpc>
              <a:spcBef>
                <a:spcPts val="0"/>
              </a:spcBef>
              <a:spcAft>
                <a:spcPts val="0"/>
              </a:spcAft>
              <a:buFont typeface="Arial" panose="020B0604020202020204" pitchFamily="34" charset="0"/>
              <a:buNone/>
              <a:defRPr sz="1192" b="0">
                <a:solidFill>
                  <a:schemeClr val="accent1"/>
                </a:solidFill>
                <a:latin typeface="+mj-lt"/>
              </a:defRPr>
            </a:lvl8pPr>
            <a:lvl9pPr marL="0" indent="0">
              <a:lnSpc>
                <a:spcPct val="100000"/>
              </a:lnSpc>
              <a:spcBef>
                <a:spcPts val="0"/>
              </a:spcBef>
              <a:spcAft>
                <a:spcPts val="0"/>
              </a:spcAft>
              <a:buFont typeface="Arial" panose="020B0604020202020204" pitchFamily="34" charset="0"/>
              <a:buNone/>
              <a:defRPr sz="1192" b="0">
                <a:solidFill>
                  <a:schemeClr val="accent1"/>
                </a:solidFill>
                <a:latin typeface="+mj-lt"/>
              </a:defRPr>
            </a:lvl9pPr>
          </a:lstStyle>
          <a:p>
            <a:pPr lvl="0"/>
            <a:r>
              <a:rPr lang="de-DE" dirty="0"/>
              <a:t>Position</a:t>
            </a:r>
            <a:endParaRPr lang="en-US" dirty="0"/>
          </a:p>
        </p:txBody>
      </p:sp>
      <p:sp>
        <p:nvSpPr>
          <p:cNvPr id="27" name="Text Placeholder 9"/>
          <p:cNvSpPr>
            <a:spLocks noGrp="1"/>
          </p:cNvSpPr>
          <p:nvPr>
            <p:ph type="body" sz="quarter" idx="15" hasCustomPrompt="1"/>
          </p:nvPr>
        </p:nvSpPr>
        <p:spPr bwMode="gray">
          <a:xfrm>
            <a:off x="5397220" y="2724335"/>
            <a:ext cx="3435632" cy="290265"/>
          </a:xfrm>
        </p:spPr>
        <p:txBody>
          <a:bodyPr/>
          <a:lstStyle>
            <a:lvl1pPr marL="0" indent="0">
              <a:lnSpc>
                <a:spcPct val="100000"/>
              </a:lnSpc>
              <a:spcBef>
                <a:spcPts val="0"/>
              </a:spcBef>
              <a:spcAft>
                <a:spcPts val="0"/>
              </a:spcAft>
              <a:buFont typeface="Arial" panose="020B0604020202020204" pitchFamily="34" charset="0"/>
              <a:buNone/>
              <a:defRPr sz="1192" b="0" baseline="0">
                <a:solidFill>
                  <a:schemeClr val="accent1"/>
                </a:solidFill>
                <a:latin typeface="Avenir Next" panose="020B0503020202020204"/>
              </a:defRPr>
            </a:lvl1pPr>
            <a:lvl2pPr marL="0" indent="0">
              <a:lnSpc>
                <a:spcPct val="100000"/>
              </a:lnSpc>
              <a:spcBef>
                <a:spcPts val="0"/>
              </a:spcBef>
              <a:spcAft>
                <a:spcPts val="0"/>
              </a:spcAft>
              <a:buFont typeface="Arial" panose="020B0604020202020204" pitchFamily="34" charset="0"/>
              <a:buNone/>
              <a:defRPr sz="1192" b="0">
                <a:solidFill>
                  <a:schemeClr val="accent1"/>
                </a:solidFill>
                <a:latin typeface="+mj-lt"/>
              </a:defRPr>
            </a:lvl2pPr>
            <a:lvl3pPr marL="0" indent="0">
              <a:lnSpc>
                <a:spcPct val="100000"/>
              </a:lnSpc>
              <a:spcBef>
                <a:spcPts val="0"/>
              </a:spcBef>
              <a:spcAft>
                <a:spcPts val="0"/>
              </a:spcAft>
              <a:buNone/>
              <a:defRPr sz="1192" b="0">
                <a:solidFill>
                  <a:schemeClr val="accent1"/>
                </a:solidFill>
                <a:latin typeface="+mj-lt"/>
              </a:defRPr>
            </a:lvl3pPr>
            <a:lvl4pPr marL="0" indent="0">
              <a:lnSpc>
                <a:spcPct val="100000"/>
              </a:lnSpc>
              <a:spcBef>
                <a:spcPts val="0"/>
              </a:spcBef>
              <a:spcAft>
                <a:spcPts val="0"/>
              </a:spcAft>
              <a:buNone/>
              <a:defRPr sz="1192" b="0">
                <a:solidFill>
                  <a:schemeClr val="accent1"/>
                </a:solidFill>
                <a:latin typeface="+mj-lt"/>
              </a:defRPr>
            </a:lvl4pPr>
            <a:lvl5pPr marL="0" indent="0">
              <a:lnSpc>
                <a:spcPct val="100000"/>
              </a:lnSpc>
              <a:spcBef>
                <a:spcPts val="0"/>
              </a:spcBef>
              <a:spcAft>
                <a:spcPts val="0"/>
              </a:spcAft>
              <a:buNone/>
              <a:defRPr sz="1192" b="0">
                <a:solidFill>
                  <a:schemeClr val="accent1"/>
                </a:solidFill>
                <a:latin typeface="+mj-lt"/>
              </a:defRPr>
            </a:lvl5pPr>
            <a:lvl6pPr marL="0" indent="0">
              <a:lnSpc>
                <a:spcPct val="100000"/>
              </a:lnSpc>
              <a:spcBef>
                <a:spcPts val="0"/>
              </a:spcBef>
              <a:spcAft>
                <a:spcPts val="0"/>
              </a:spcAft>
              <a:buFont typeface="Arial" panose="020B0604020202020204" pitchFamily="34" charset="0"/>
              <a:buNone/>
              <a:defRPr sz="1192" b="0">
                <a:solidFill>
                  <a:schemeClr val="accent1"/>
                </a:solidFill>
                <a:latin typeface="+mj-lt"/>
              </a:defRPr>
            </a:lvl6pPr>
            <a:lvl7pPr marL="0" indent="0">
              <a:lnSpc>
                <a:spcPct val="100000"/>
              </a:lnSpc>
              <a:spcBef>
                <a:spcPts val="0"/>
              </a:spcBef>
              <a:spcAft>
                <a:spcPts val="0"/>
              </a:spcAft>
              <a:buFont typeface="Arial" panose="020B0604020202020204" pitchFamily="34" charset="0"/>
              <a:buNone/>
              <a:defRPr sz="1192" b="0">
                <a:solidFill>
                  <a:schemeClr val="accent1"/>
                </a:solidFill>
                <a:latin typeface="+mj-lt"/>
              </a:defRPr>
            </a:lvl7pPr>
            <a:lvl8pPr marL="0" indent="0">
              <a:lnSpc>
                <a:spcPct val="100000"/>
              </a:lnSpc>
              <a:spcBef>
                <a:spcPts val="0"/>
              </a:spcBef>
              <a:spcAft>
                <a:spcPts val="0"/>
              </a:spcAft>
              <a:buFont typeface="Arial" panose="020B0604020202020204" pitchFamily="34" charset="0"/>
              <a:buNone/>
              <a:defRPr sz="1192" b="0">
                <a:solidFill>
                  <a:schemeClr val="accent1"/>
                </a:solidFill>
                <a:latin typeface="+mj-lt"/>
              </a:defRPr>
            </a:lvl8pPr>
            <a:lvl9pPr marL="0" indent="0">
              <a:lnSpc>
                <a:spcPct val="100000"/>
              </a:lnSpc>
              <a:spcBef>
                <a:spcPts val="0"/>
              </a:spcBef>
              <a:spcAft>
                <a:spcPts val="0"/>
              </a:spcAft>
              <a:buFont typeface="Arial" panose="020B0604020202020204" pitchFamily="34" charset="0"/>
              <a:buNone/>
              <a:defRPr sz="1192" b="0">
                <a:solidFill>
                  <a:schemeClr val="accent1"/>
                </a:solidFill>
                <a:latin typeface="+mj-lt"/>
              </a:defRPr>
            </a:lvl9pPr>
          </a:lstStyle>
          <a:p>
            <a:pPr lvl="0"/>
            <a:r>
              <a:rPr lang="de-DE" dirty="0"/>
              <a:t>First </a:t>
            </a:r>
            <a:r>
              <a:rPr lang="de-DE" dirty="0" err="1"/>
              <a:t>name</a:t>
            </a:r>
            <a:r>
              <a:rPr lang="de-DE" dirty="0"/>
              <a:t> Last </a:t>
            </a:r>
            <a:r>
              <a:rPr lang="de-DE" dirty="0" err="1"/>
              <a:t>name</a:t>
            </a:r>
            <a:endParaRPr lang="en-US" dirty="0"/>
          </a:p>
        </p:txBody>
      </p:sp>
      <p:sp>
        <p:nvSpPr>
          <p:cNvPr id="28" name="Text Placeholder 9"/>
          <p:cNvSpPr>
            <a:spLocks noGrp="1"/>
          </p:cNvSpPr>
          <p:nvPr>
            <p:ph type="body" sz="quarter" idx="16" hasCustomPrompt="1"/>
          </p:nvPr>
        </p:nvSpPr>
        <p:spPr bwMode="gray">
          <a:xfrm>
            <a:off x="5397220" y="3014601"/>
            <a:ext cx="3435632" cy="750953"/>
          </a:xfrm>
        </p:spPr>
        <p:txBody>
          <a:bodyPr/>
          <a:lstStyle>
            <a:lvl1pPr marL="0" indent="0">
              <a:lnSpc>
                <a:spcPct val="100000"/>
              </a:lnSpc>
              <a:spcBef>
                <a:spcPts val="0"/>
              </a:spcBef>
              <a:spcAft>
                <a:spcPts val="0"/>
              </a:spcAft>
              <a:buFont typeface="Arial" panose="020B0604020202020204" pitchFamily="34" charset="0"/>
              <a:buNone/>
              <a:defRPr sz="1192" b="0" baseline="0">
                <a:solidFill>
                  <a:schemeClr val="accent1"/>
                </a:solidFill>
                <a:latin typeface="Avenir Next" panose="020B0503020202020204"/>
              </a:defRPr>
            </a:lvl1pPr>
            <a:lvl2pPr marL="0" indent="0">
              <a:lnSpc>
                <a:spcPct val="100000"/>
              </a:lnSpc>
              <a:spcBef>
                <a:spcPts val="0"/>
              </a:spcBef>
              <a:spcAft>
                <a:spcPts val="0"/>
              </a:spcAft>
              <a:buFont typeface="Arial" panose="020B0604020202020204" pitchFamily="34" charset="0"/>
              <a:buNone/>
              <a:defRPr sz="1192" b="0">
                <a:solidFill>
                  <a:schemeClr val="accent1"/>
                </a:solidFill>
                <a:latin typeface="+mj-lt"/>
              </a:defRPr>
            </a:lvl2pPr>
            <a:lvl3pPr marL="0" indent="0">
              <a:lnSpc>
                <a:spcPct val="100000"/>
              </a:lnSpc>
              <a:spcBef>
                <a:spcPts val="0"/>
              </a:spcBef>
              <a:spcAft>
                <a:spcPts val="0"/>
              </a:spcAft>
              <a:buNone/>
              <a:defRPr sz="1192" b="0">
                <a:solidFill>
                  <a:schemeClr val="accent1"/>
                </a:solidFill>
                <a:latin typeface="+mj-lt"/>
              </a:defRPr>
            </a:lvl3pPr>
            <a:lvl4pPr marL="0" indent="0">
              <a:lnSpc>
                <a:spcPct val="100000"/>
              </a:lnSpc>
              <a:spcBef>
                <a:spcPts val="0"/>
              </a:spcBef>
              <a:spcAft>
                <a:spcPts val="0"/>
              </a:spcAft>
              <a:buNone/>
              <a:defRPr sz="1192" b="0">
                <a:solidFill>
                  <a:schemeClr val="accent1"/>
                </a:solidFill>
                <a:latin typeface="+mj-lt"/>
              </a:defRPr>
            </a:lvl4pPr>
            <a:lvl5pPr marL="0" indent="0">
              <a:lnSpc>
                <a:spcPct val="100000"/>
              </a:lnSpc>
              <a:spcBef>
                <a:spcPts val="0"/>
              </a:spcBef>
              <a:spcAft>
                <a:spcPts val="0"/>
              </a:spcAft>
              <a:buNone/>
              <a:defRPr sz="1192" b="0">
                <a:solidFill>
                  <a:schemeClr val="accent1"/>
                </a:solidFill>
                <a:latin typeface="+mj-lt"/>
              </a:defRPr>
            </a:lvl5pPr>
            <a:lvl6pPr marL="0" indent="0">
              <a:lnSpc>
                <a:spcPct val="100000"/>
              </a:lnSpc>
              <a:spcBef>
                <a:spcPts val="0"/>
              </a:spcBef>
              <a:spcAft>
                <a:spcPts val="0"/>
              </a:spcAft>
              <a:buFont typeface="Arial" panose="020B0604020202020204" pitchFamily="34" charset="0"/>
              <a:buNone/>
              <a:defRPr sz="1192" b="0">
                <a:solidFill>
                  <a:schemeClr val="accent1"/>
                </a:solidFill>
                <a:latin typeface="+mj-lt"/>
              </a:defRPr>
            </a:lvl6pPr>
            <a:lvl7pPr marL="0" indent="0">
              <a:lnSpc>
                <a:spcPct val="100000"/>
              </a:lnSpc>
              <a:spcBef>
                <a:spcPts val="0"/>
              </a:spcBef>
              <a:spcAft>
                <a:spcPts val="0"/>
              </a:spcAft>
              <a:buFont typeface="Arial" panose="020B0604020202020204" pitchFamily="34" charset="0"/>
              <a:buNone/>
              <a:defRPr sz="1192" b="0">
                <a:solidFill>
                  <a:schemeClr val="accent1"/>
                </a:solidFill>
                <a:latin typeface="+mj-lt"/>
              </a:defRPr>
            </a:lvl7pPr>
            <a:lvl8pPr marL="0" indent="0">
              <a:lnSpc>
                <a:spcPct val="100000"/>
              </a:lnSpc>
              <a:spcBef>
                <a:spcPts val="0"/>
              </a:spcBef>
              <a:spcAft>
                <a:spcPts val="0"/>
              </a:spcAft>
              <a:buFont typeface="Arial" panose="020B0604020202020204" pitchFamily="34" charset="0"/>
              <a:buNone/>
              <a:defRPr sz="1192" b="0">
                <a:solidFill>
                  <a:schemeClr val="accent1"/>
                </a:solidFill>
                <a:latin typeface="+mj-lt"/>
              </a:defRPr>
            </a:lvl8pPr>
            <a:lvl9pPr marL="0" indent="0">
              <a:lnSpc>
                <a:spcPct val="100000"/>
              </a:lnSpc>
              <a:spcBef>
                <a:spcPts val="0"/>
              </a:spcBef>
              <a:spcAft>
                <a:spcPts val="0"/>
              </a:spcAft>
              <a:buFont typeface="Arial" panose="020B0604020202020204" pitchFamily="34" charset="0"/>
              <a:buNone/>
              <a:defRPr sz="1192" b="0">
                <a:solidFill>
                  <a:schemeClr val="accent1"/>
                </a:solidFill>
                <a:latin typeface="+mj-lt"/>
              </a:defRPr>
            </a:lvl9pPr>
          </a:lstStyle>
          <a:p>
            <a:pPr lvl="0"/>
            <a:r>
              <a:rPr lang="de-DE" dirty="0"/>
              <a:t>Mail</a:t>
            </a:r>
            <a:br>
              <a:rPr lang="de-DE" dirty="0"/>
            </a:br>
            <a:r>
              <a:rPr lang="de-DE" dirty="0"/>
              <a:t>Phone</a:t>
            </a:r>
            <a:endParaRPr lang="en-US" dirty="0"/>
          </a:p>
        </p:txBody>
      </p:sp>
      <p:sp>
        <p:nvSpPr>
          <p:cNvPr id="11" name="Date Placeholder 2"/>
          <p:cNvSpPr>
            <a:spLocks noGrp="1"/>
          </p:cNvSpPr>
          <p:nvPr>
            <p:ph type="dt" sz="half" idx="17"/>
          </p:nvPr>
        </p:nvSpPr>
        <p:spPr>
          <a:xfrm>
            <a:off x="10848529" y="7077406"/>
            <a:ext cx="624069" cy="96011"/>
          </a:xfrm>
        </p:spPr>
        <p:txBody>
          <a:bodyPr/>
          <a:lstStyle>
            <a:lvl1pPr>
              <a:defRPr sz="325">
                <a:solidFill>
                  <a:schemeClr val="bg1">
                    <a:lumMod val="75000"/>
                    <a:alpha val="0"/>
                  </a:schemeClr>
                </a:solidFill>
              </a:defRPr>
            </a:lvl1pPr>
          </a:lstStyle>
          <a:p>
            <a:fld id="{1DAB84EA-0DE7-42BE-BB40-84BC121DC46D}" type="datetime1">
              <a:rPr lang="en-US" smtClean="0">
                <a:solidFill>
                  <a:prstClr val="white">
                    <a:lumMod val="75000"/>
                    <a:alpha val="0"/>
                  </a:prstClr>
                </a:solidFill>
              </a:rPr>
              <a:pPr/>
              <a:t>7/6/2026</a:t>
            </a:fld>
            <a:endParaRPr lang="en-US">
              <a:solidFill>
                <a:prstClr val="white">
                  <a:lumMod val="75000"/>
                  <a:alpha val="0"/>
                </a:prstClr>
              </a:solidFill>
            </a:endParaRPr>
          </a:p>
        </p:txBody>
      </p:sp>
      <p:sp>
        <p:nvSpPr>
          <p:cNvPr id="13" name="Footer Placeholder 3"/>
          <p:cNvSpPr>
            <a:spLocks noGrp="1"/>
          </p:cNvSpPr>
          <p:nvPr>
            <p:ph type="ftr" sz="quarter" idx="18"/>
          </p:nvPr>
        </p:nvSpPr>
        <p:spPr>
          <a:xfrm>
            <a:off x="9215968" y="7077406"/>
            <a:ext cx="1632562" cy="96011"/>
          </a:xfrm>
        </p:spPr>
        <p:txBody>
          <a:bodyPr/>
          <a:lstStyle>
            <a:lvl1pPr>
              <a:defRPr sz="325">
                <a:solidFill>
                  <a:schemeClr val="bg1">
                    <a:lumMod val="75000"/>
                    <a:alpha val="0"/>
                  </a:schemeClr>
                </a:solidFill>
              </a:defRPr>
            </a:lvl1pPr>
          </a:lstStyle>
          <a:p>
            <a:r>
              <a:rPr lang="en-US">
                <a:solidFill>
                  <a:prstClr val="white">
                    <a:lumMod val="75000"/>
                    <a:alpha val="0"/>
                  </a:prstClr>
                </a:solidFill>
              </a:rPr>
              <a:t>Title of the presentation</a:t>
            </a:r>
          </a:p>
        </p:txBody>
      </p:sp>
      <p:sp>
        <p:nvSpPr>
          <p:cNvPr id="14" name="Slide Number Placeholder 4"/>
          <p:cNvSpPr>
            <a:spLocks noGrp="1"/>
          </p:cNvSpPr>
          <p:nvPr>
            <p:ph type="sldNum" sz="quarter" idx="19"/>
          </p:nvPr>
        </p:nvSpPr>
        <p:spPr>
          <a:xfrm>
            <a:off x="11472598" y="7077406"/>
            <a:ext cx="287601" cy="96011"/>
          </a:xfrm>
        </p:spPr>
        <p:txBody>
          <a:bodyPr/>
          <a:lstStyle>
            <a:lvl1pPr>
              <a:defRPr sz="325">
                <a:solidFill>
                  <a:schemeClr val="bg1">
                    <a:lumMod val="75000"/>
                    <a:alpha val="0"/>
                  </a:schemeClr>
                </a:solidFill>
              </a:defRPr>
            </a:lvl1pPr>
          </a:lstStyle>
          <a:p>
            <a:fld id="{FCB53D23-1D79-480C-B3BE-829293F4503C}" type="slidenum">
              <a:rPr lang="en-US" smtClean="0">
                <a:solidFill>
                  <a:prstClr val="white">
                    <a:lumMod val="75000"/>
                    <a:alpha val="0"/>
                  </a:prstClr>
                </a:solidFill>
              </a:rPr>
              <a:pPr/>
              <a:t>‹#›</a:t>
            </a:fld>
            <a:endParaRPr lang="en-US">
              <a:solidFill>
                <a:prstClr val="white">
                  <a:lumMod val="75000"/>
                  <a:alpha val="0"/>
                </a:prstClr>
              </a:solidFill>
            </a:endParaRPr>
          </a:p>
        </p:txBody>
      </p:sp>
    </p:spTree>
    <p:custDataLst>
      <p:tags r:id="rId1"/>
    </p:custDataLst>
    <p:extLst>
      <p:ext uri="{BB962C8B-B14F-4D97-AF65-F5344CB8AC3E}">
        <p14:creationId xmlns:p14="http://schemas.microsoft.com/office/powerpoint/2010/main" val="3151497559"/>
      </p:ext>
    </p:extLst>
  </p:cSld>
  <p:clrMapOvr>
    <a:masterClrMapping/>
  </p:clrMapOvr>
  <p:transition>
    <p:fade/>
  </p:transition>
</p:sldLayout>
</file>

<file path=ppt/slideLayouts/slideLayout149.xml><?xml version="1.0" encoding="utf-8"?>
<p:sldLayout xmlns:a="http://schemas.openxmlformats.org/drawingml/2006/main" xmlns:r="http://schemas.openxmlformats.org/officeDocument/2006/relationships" xmlns:p="http://schemas.openxmlformats.org/presentationml/2006/main" preserve="1" userDrawn="1">
  <p:cSld name="Divider Slide">
    <p:spTree>
      <p:nvGrpSpPr>
        <p:cNvPr id="1" name=""/>
        <p:cNvGrpSpPr/>
        <p:nvPr/>
      </p:nvGrpSpPr>
      <p:grpSpPr>
        <a:xfrm>
          <a:off x="0" y="0"/>
          <a:ext cx="0" cy="0"/>
          <a:chOff x="0" y="0"/>
          <a:chExt cx="0" cy="0"/>
        </a:xfrm>
      </p:grpSpPr>
      <p:sp>
        <p:nvSpPr>
          <p:cNvPr id="7" name="Text Placeholder 10"/>
          <p:cNvSpPr>
            <a:spLocks noGrp="1"/>
          </p:cNvSpPr>
          <p:nvPr>
            <p:ph type="body" sz="quarter" idx="21" hasCustomPrompt="1"/>
          </p:nvPr>
        </p:nvSpPr>
        <p:spPr bwMode="gray">
          <a:xfrm>
            <a:off x="5645503" y="-1868912"/>
            <a:ext cx="2774400" cy="2774400"/>
          </a:xfrm>
          <a:prstGeom prst="ellipse">
            <a:avLst/>
          </a:prstGeom>
          <a:solidFill>
            <a:schemeClr val="accent1"/>
          </a:solidFill>
        </p:spPr>
        <p:txBody>
          <a:bodyPr anchor="ctr"/>
          <a:lstStyle>
            <a:lvl1pPr marL="0" indent="0" algn="ctr">
              <a:lnSpc>
                <a:spcPct val="100000"/>
              </a:lnSpc>
              <a:spcBef>
                <a:spcPts val="0"/>
              </a:spcBef>
              <a:spcAft>
                <a:spcPts val="0"/>
              </a:spcAft>
              <a:buFont typeface="Arial" panose="020B0604020202020204" pitchFamily="34" charset="0"/>
              <a:buNone/>
              <a:defRPr sz="217" b="0" baseline="0">
                <a:solidFill>
                  <a:schemeClr val="accent1">
                    <a:alpha val="0"/>
                  </a:schemeClr>
                </a:solidFill>
                <a:latin typeface="Avenir Next" panose="020B0503020202020204"/>
              </a:defRPr>
            </a:lvl1pPr>
            <a:lvl2pPr marL="0" indent="0" algn="ctr">
              <a:lnSpc>
                <a:spcPct val="100000"/>
              </a:lnSpc>
              <a:spcBef>
                <a:spcPts val="0"/>
              </a:spcBef>
              <a:spcAft>
                <a:spcPts val="0"/>
              </a:spcAft>
              <a:buFont typeface="Arial" panose="020B0604020202020204" pitchFamily="34" charset="0"/>
              <a:buNone/>
              <a:defRPr sz="217" b="0">
                <a:solidFill>
                  <a:schemeClr val="accent1">
                    <a:alpha val="0"/>
                  </a:schemeClr>
                </a:solidFill>
                <a:latin typeface="+mn-lt"/>
              </a:defRPr>
            </a:lvl2pPr>
            <a:lvl3pPr marL="0" indent="0" algn="ctr">
              <a:lnSpc>
                <a:spcPct val="100000"/>
              </a:lnSpc>
              <a:spcBef>
                <a:spcPts val="0"/>
              </a:spcBef>
              <a:spcAft>
                <a:spcPts val="0"/>
              </a:spcAft>
              <a:buFont typeface="Arial" panose="020B0604020202020204" pitchFamily="34" charset="0"/>
              <a:buNone/>
              <a:defRPr sz="217" b="0">
                <a:solidFill>
                  <a:schemeClr val="accent1">
                    <a:alpha val="0"/>
                  </a:schemeClr>
                </a:solidFill>
                <a:latin typeface="+mn-lt"/>
              </a:defRPr>
            </a:lvl3pPr>
            <a:lvl4pPr marL="0" indent="0" algn="ctr">
              <a:lnSpc>
                <a:spcPct val="100000"/>
              </a:lnSpc>
              <a:spcBef>
                <a:spcPts val="0"/>
              </a:spcBef>
              <a:spcAft>
                <a:spcPts val="0"/>
              </a:spcAft>
              <a:buFont typeface="Arial" panose="020B0604020202020204" pitchFamily="34" charset="0"/>
              <a:buNone/>
              <a:defRPr sz="217" b="0">
                <a:solidFill>
                  <a:schemeClr val="accent1">
                    <a:alpha val="0"/>
                  </a:schemeClr>
                </a:solidFill>
                <a:latin typeface="+mn-lt"/>
              </a:defRPr>
            </a:lvl4pPr>
            <a:lvl5pPr marL="0" indent="0" algn="ctr">
              <a:lnSpc>
                <a:spcPct val="100000"/>
              </a:lnSpc>
              <a:spcBef>
                <a:spcPts val="0"/>
              </a:spcBef>
              <a:spcAft>
                <a:spcPts val="0"/>
              </a:spcAft>
              <a:buFont typeface="Arial" panose="020B0604020202020204" pitchFamily="34" charset="0"/>
              <a:buNone/>
              <a:defRPr sz="217" b="0">
                <a:solidFill>
                  <a:schemeClr val="accent1">
                    <a:alpha val="0"/>
                  </a:schemeClr>
                </a:solidFill>
                <a:latin typeface="+mn-lt"/>
              </a:defRPr>
            </a:lvl5pPr>
            <a:lvl6pPr marL="0" indent="0" algn="ctr">
              <a:lnSpc>
                <a:spcPct val="100000"/>
              </a:lnSpc>
              <a:spcBef>
                <a:spcPts val="0"/>
              </a:spcBef>
              <a:spcAft>
                <a:spcPts val="0"/>
              </a:spcAft>
              <a:buFont typeface="Arial" panose="020B0604020202020204" pitchFamily="34" charset="0"/>
              <a:buNone/>
              <a:defRPr sz="217" b="0">
                <a:solidFill>
                  <a:schemeClr val="accent1">
                    <a:alpha val="0"/>
                  </a:schemeClr>
                </a:solidFill>
                <a:latin typeface="+mn-lt"/>
              </a:defRPr>
            </a:lvl6pPr>
            <a:lvl7pPr marL="0" indent="0" algn="ctr">
              <a:lnSpc>
                <a:spcPct val="100000"/>
              </a:lnSpc>
              <a:spcBef>
                <a:spcPts val="0"/>
              </a:spcBef>
              <a:spcAft>
                <a:spcPts val="0"/>
              </a:spcAft>
              <a:buFont typeface="Arial" panose="020B0604020202020204" pitchFamily="34" charset="0"/>
              <a:buNone/>
              <a:defRPr sz="217" b="0">
                <a:solidFill>
                  <a:schemeClr val="accent1">
                    <a:alpha val="0"/>
                  </a:schemeClr>
                </a:solidFill>
                <a:latin typeface="+mn-lt"/>
              </a:defRPr>
            </a:lvl7pPr>
            <a:lvl8pPr marL="0" indent="0" algn="ctr">
              <a:lnSpc>
                <a:spcPct val="100000"/>
              </a:lnSpc>
              <a:spcBef>
                <a:spcPts val="0"/>
              </a:spcBef>
              <a:spcAft>
                <a:spcPts val="0"/>
              </a:spcAft>
              <a:buFont typeface="Arial" panose="020B0604020202020204" pitchFamily="34" charset="0"/>
              <a:buNone/>
              <a:defRPr sz="217" b="0">
                <a:solidFill>
                  <a:schemeClr val="accent1">
                    <a:alpha val="0"/>
                  </a:schemeClr>
                </a:solidFill>
                <a:latin typeface="+mn-lt"/>
              </a:defRPr>
            </a:lvl8pPr>
            <a:lvl9pPr marL="0" indent="0" algn="ctr">
              <a:lnSpc>
                <a:spcPct val="100000"/>
              </a:lnSpc>
              <a:spcBef>
                <a:spcPts val="0"/>
              </a:spcBef>
              <a:spcAft>
                <a:spcPts val="0"/>
              </a:spcAft>
              <a:buFont typeface="Arial" panose="020B0604020202020204" pitchFamily="34" charset="0"/>
              <a:buNone/>
              <a:defRPr sz="217" b="0">
                <a:solidFill>
                  <a:schemeClr val="accent1">
                    <a:alpha val="0"/>
                  </a:schemeClr>
                </a:solidFill>
                <a:latin typeface="+mn-lt"/>
              </a:defRPr>
            </a:lvl9pPr>
          </a:lstStyle>
          <a:p>
            <a:pPr lvl="0"/>
            <a:r>
              <a:rPr lang="de-DE" dirty="0"/>
              <a:t> </a:t>
            </a:r>
          </a:p>
        </p:txBody>
      </p:sp>
      <p:sp>
        <p:nvSpPr>
          <p:cNvPr id="2" name="Title 1"/>
          <p:cNvSpPr>
            <a:spLocks noGrp="1"/>
          </p:cNvSpPr>
          <p:nvPr>
            <p:ph type="ctrTitle" hasCustomPrompt="1"/>
          </p:nvPr>
        </p:nvSpPr>
        <p:spPr bwMode="gray">
          <a:xfrm>
            <a:off x="1199456" y="1365252"/>
            <a:ext cx="5089164" cy="3983963"/>
          </a:xfrm>
        </p:spPr>
        <p:txBody>
          <a:bodyPr>
            <a:normAutofit/>
          </a:bodyPr>
          <a:lstStyle>
            <a:lvl1pPr>
              <a:defRPr sz="5200" spc="-162">
                <a:solidFill>
                  <a:schemeClr val="accent1"/>
                </a:solidFill>
              </a:defRPr>
            </a:lvl1pPr>
          </a:lstStyle>
          <a:p>
            <a:r>
              <a:rPr lang="en-US" dirty="0"/>
              <a:t>Use this slide to start a new chapter</a:t>
            </a:r>
          </a:p>
        </p:txBody>
      </p:sp>
      <p:pic>
        <p:nvPicPr>
          <p:cNvPr id="10" name="Picture 24"/>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gray">
          <a:xfrm>
            <a:off x="9509571" y="5883231"/>
            <a:ext cx="2250630" cy="49003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1" name="Picture Placeholder 3"/>
          <p:cNvSpPr>
            <a:spLocks noGrp="1"/>
          </p:cNvSpPr>
          <p:nvPr>
            <p:ph type="pic" sz="quarter" idx="13" hasCustomPrompt="1"/>
          </p:nvPr>
        </p:nvSpPr>
        <p:spPr bwMode="gray">
          <a:xfrm>
            <a:off x="9084814" y="-562752"/>
            <a:ext cx="3644538" cy="3644203"/>
          </a:xfrm>
          <a:prstGeom prst="ellipse">
            <a:avLst/>
          </a:prstGeom>
          <a:solidFill>
            <a:schemeClr val="accent1"/>
          </a:solidFill>
        </p:spPr>
        <p:txBody>
          <a:bodyPr tIns="0" bIns="720000" anchor="ctr" anchorCtr="0"/>
          <a:lstStyle>
            <a:lvl1pPr algn="ctr">
              <a:defRPr sz="975" baseline="0">
                <a:solidFill>
                  <a:schemeClr val="bg1"/>
                </a:solidFill>
              </a:defRPr>
            </a:lvl1pPr>
          </a:lstStyle>
          <a:p>
            <a:pPr lvl="0"/>
            <a:r>
              <a:rPr lang="de-DE" dirty="0"/>
              <a:t>Click </a:t>
            </a:r>
            <a:r>
              <a:rPr lang="de-DE" dirty="0" err="1"/>
              <a:t>the</a:t>
            </a:r>
            <a:r>
              <a:rPr lang="de-DE" dirty="0"/>
              <a:t> </a:t>
            </a:r>
            <a:r>
              <a:rPr lang="de-DE" dirty="0" err="1"/>
              <a:t>icon</a:t>
            </a:r>
            <a:r>
              <a:rPr lang="de-DE" dirty="0"/>
              <a:t> </a:t>
            </a:r>
            <a:br>
              <a:rPr lang="de-DE" dirty="0"/>
            </a:br>
            <a:r>
              <a:rPr lang="de-DE" dirty="0" err="1"/>
              <a:t>to</a:t>
            </a:r>
            <a:r>
              <a:rPr lang="de-DE" dirty="0"/>
              <a:t> </a:t>
            </a:r>
            <a:r>
              <a:rPr lang="de-DE" dirty="0" err="1"/>
              <a:t>add</a:t>
            </a:r>
            <a:r>
              <a:rPr lang="de-DE" dirty="0"/>
              <a:t> an </a:t>
            </a:r>
            <a:r>
              <a:rPr lang="de-DE" dirty="0" err="1"/>
              <a:t>images</a:t>
            </a:r>
            <a:endParaRPr lang="en-US" dirty="0"/>
          </a:p>
        </p:txBody>
      </p:sp>
      <p:sp>
        <p:nvSpPr>
          <p:cNvPr id="9" name="Text Placeholder 10"/>
          <p:cNvSpPr>
            <a:spLocks noGrp="1"/>
          </p:cNvSpPr>
          <p:nvPr>
            <p:ph type="body" sz="quarter" idx="22" hasCustomPrompt="1"/>
          </p:nvPr>
        </p:nvSpPr>
        <p:spPr bwMode="gray">
          <a:xfrm>
            <a:off x="11482225" y="3894125"/>
            <a:ext cx="1262400" cy="1262400"/>
          </a:xfrm>
          <a:prstGeom prst="ellipse">
            <a:avLst/>
          </a:prstGeom>
          <a:solidFill>
            <a:schemeClr val="accent1"/>
          </a:solidFill>
        </p:spPr>
        <p:txBody>
          <a:bodyPr anchor="ctr"/>
          <a:lstStyle>
            <a:lvl1pPr marL="0" indent="0" algn="ctr">
              <a:lnSpc>
                <a:spcPct val="100000"/>
              </a:lnSpc>
              <a:spcBef>
                <a:spcPts val="0"/>
              </a:spcBef>
              <a:spcAft>
                <a:spcPts val="0"/>
              </a:spcAft>
              <a:buFont typeface="Arial" panose="020B0604020202020204" pitchFamily="34" charset="0"/>
              <a:buNone/>
              <a:defRPr sz="217" b="0" baseline="0">
                <a:solidFill>
                  <a:schemeClr val="accent1">
                    <a:alpha val="0"/>
                  </a:schemeClr>
                </a:solidFill>
                <a:latin typeface="Avenir Next" panose="020B0503020202020204"/>
              </a:defRPr>
            </a:lvl1pPr>
            <a:lvl2pPr marL="0" indent="0" algn="ctr">
              <a:lnSpc>
                <a:spcPct val="100000"/>
              </a:lnSpc>
              <a:spcBef>
                <a:spcPts val="0"/>
              </a:spcBef>
              <a:spcAft>
                <a:spcPts val="0"/>
              </a:spcAft>
              <a:buFont typeface="Arial" panose="020B0604020202020204" pitchFamily="34" charset="0"/>
              <a:buNone/>
              <a:defRPr sz="217" b="0">
                <a:solidFill>
                  <a:schemeClr val="accent1">
                    <a:alpha val="0"/>
                  </a:schemeClr>
                </a:solidFill>
                <a:latin typeface="+mn-lt"/>
              </a:defRPr>
            </a:lvl2pPr>
            <a:lvl3pPr marL="0" indent="0" algn="ctr">
              <a:lnSpc>
                <a:spcPct val="100000"/>
              </a:lnSpc>
              <a:spcBef>
                <a:spcPts val="0"/>
              </a:spcBef>
              <a:spcAft>
                <a:spcPts val="0"/>
              </a:spcAft>
              <a:buFont typeface="Arial" panose="020B0604020202020204" pitchFamily="34" charset="0"/>
              <a:buNone/>
              <a:defRPr sz="217" b="0">
                <a:solidFill>
                  <a:schemeClr val="accent1">
                    <a:alpha val="0"/>
                  </a:schemeClr>
                </a:solidFill>
                <a:latin typeface="+mn-lt"/>
              </a:defRPr>
            </a:lvl3pPr>
            <a:lvl4pPr marL="0" indent="0" algn="ctr">
              <a:lnSpc>
                <a:spcPct val="100000"/>
              </a:lnSpc>
              <a:spcBef>
                <a:spcPts val="0"/>
              </a:spcBef>
              <a:spcAft>
                <a:spcPts val="0"/>
              </a:spcAft>
              <a:buFont typeface="Arial" panose="020B0604020202020204" pitchFamily="34" charset="0"/>
              <a:buNone/>
              <a:defRPr sz="217" b="0">
                <a:solidFill>
                  <a:schemeClr val="accent1">
                    <a:alpha val="0"/>
                  </a:schemeClr>
                </a:solidFill>
                <a:latin typeface="+mn-lt"/>
              </a:defRPr>
            </a:lvl4pPr>
            <a:lvl5pPr marL="0" indent="0" algn="ctr">
              <a:lnSpc>
                <a:spcPct val="100000"/>
              </a:lnSpc>
              <a:spcBef>
                <a:spcPts val="0"/>
              </a:spcBef>
              <a:spcAft>
                <a:spcPts val="0"/>
              </a:spcAft>
              <a:buFont typeface="Arial" panose="020B0604020202020204" pitchFamily="34" charset="0"/>
              <a:buNone/>
              <a:defRPr sz="217" b="0">
                <a:solidFill>
                  <a:schemeClr val="accent1">
                    <a:alpha val="0"/>
                  </a:schemeClr>
                </a:solidFill>
                <a:latin typeface="+mn-lt"/>
              </a:defRPr>
            </a:lvl5pPr>
            <a:lvl6pPr marL="0" indent="0" algn="ctr">
              <a:lnSpc>
                <a:spcPct val="100000"/>
              </a:lnSpc>
              <a:spcBef>
                <a:spcPts val="0"/>
              </a:spcBef>
              <a:spcAft>
                <a:spcPts val="0"/>
              </a:spcAft>
              <a:buFont typeface="Arial" panose="020B0604020202020204" pitchFamily="34" charset="0"/>
              <a:buNone/>
              <a:defRPr sz="217" b="0">
                <a:solidFill>
                  <a:schemeClr val="accent1">
                    <a:alpha val="0"/>
                  </a:schemeClr>
                </a:solidFill>
                <a:latin typeface="+mn-lt"/>
              </a:defRPr>
            </a:lvl6pPr>
            <a:lvl7pPr marL="0" indent="0" algn="ctr">
              <a:lnSpc>
                <a:spcPct val="100000"/>
              </a:lnSpc>
              <a:spcBef>
                <a:spcPts val="0"/>
              </a:spcBef>
              <a:spcAft>
                <a:spcPts val="0"/>
              </a:spcAft>
              <a:buFont typeface="Arial" panose="020B0604020202020204" pitchFamily="34" charset="0"/>
              <a:buNone/>
              <a:defRPr sz="217" b="0">
                <a:solidFill>
                  <a:schemeClr val="accent1">
                    <a:alpha val="0"/>
                  </a:schemeClr>
                </a:solidFill>
                <a:latin typeface="+mn-lt"/>
              </a:defRPr>
            </a:lvl7pPr>
            <a:lvl8pPr marL="0" indent="0" algn="ctr">
              <a:lnSpc>
                <a:spcPct val="100000"/>
              </a:lnSpc>
              <a:spcBef>
                <a:spcPts val="0"/>
              </a:spcBef>
              <a:spcAft>
                <a:spcPts val="0"/>
              </a:spcAft>
              <a:buFont typeface="Arial" panose="020B0604020202020204" pitchFamily="34" charset="0"/>
              <a:buNone/>
              <a:defRPr sz="217" b="0">
                <a:solidFill>
                  <a:schemeClr val="accent1">
                    <a:alpha val="0"/>
                  </a:schemeClr>
                </a:solidFill>
                <a:latin typeface="+mn-lt"/>
              </a:defRPr>
            </a:lvl8pPr>
            <a:lvl9pPr marL="0" indent="0" algn="ctr">
              <a:lnSpc>
                <a:spcPct val="100000"/>
              </a:lnSpc>
              <a:spcBef>
                <a:spcPts val="0"/>
              </a:spcBef>
              <a:spcAft>
                <a:spcPts val="0"/>
              </a:spcAft>
              <a:buFont typeface="Arial" panose="020B0604020202020204" pitchFamily="34" charset="0"/>
              <a:buNone/>
              <a:defRPr sz="217" b="0">
                <a:solidFill>
                  <a:schemeClr val="accent1">
                    <a:alpha val="0"/>
                  </a:schemeClr>
                </a:solidFill>
                <a:latin typeface="+mn-lt"/>
              </a:defRPr>
            </a:lvl9pPr>
          </a:lstStyle>
          <a:p>
            <a:pPr lvl="0"/>
            <a:r>
              <a:rPr lang="de-DE" dirty="0"/>
              <a:t> </a:t>
            </a:r>
          </a:p>
        </p:txBody>
      </p:sp>
      <p:sp>
        <p:nvSpPr>
          <p:cNvPr id="8" name="Date Placeholder 2"/>
          <p:cNvSpPr>
            <a:spLocks noGrp="1"/>
          </p:cNvSpPr>
          <p:nvPr>
            <p:ph type="dt" sz="half" idx="10"/>
          </p:nvPr>
        </p:nvSpPr>
        <p:spPr>
          <a:xfrm>
            <a:off x="10848529" y="7077406"/>
            <a:ext cx="624069" cy="96011"/>
          </a:xfrm>
        </p:spPr>
        <p:txBody>
          <a:bodyPr/>
          <a:lstStyle>
            <a:lvl1pPr>
              <a:defRPr sz="325">
                <a:solidFill>
                  <a:schemeClr val="bg1">
                    <a:lumMod val="75000"/>
                    <a:alpha val="0"/>
                  </a:schemeClr>
                </a:solidFill>
              </a:defRPr>
            </a:lvl1pPr>
          </a:lstStyle>
          <a:p>
            <a:fld id="{4940080B-7CF8-4FEA-96C3-146AF1F5E67F}" type="datetime1">
              <a:rPr lang="en-US" smtClean="0">
                <a:solidFill>
                  <a:prstClr val="white">
                    <a:lumMod val="75000"/>
                    <a:alpha val="0"/>
                  </a:prstClr>
                </a:solidFill>
              </a:rPr>
              <a:pPr/>
              <a:t>7/6/2026</a:t>
            </a:fld>
            <a:endParaRPr lang="en-US">
              <a:solidFill>
                <a:prstClr val="white">
                  <a:lumMod val="75000"/>
                  <a:alpha val="0"/>
                </a:prstClr>
              </a:solidFill>
            </a:endParaRPr>
          </a:p>
        </p:txBody>
      </p:sp>
      <p:sp>
        <p:nvSpPr>
          <p:cNvPr id="11" name="Footer Placeholder 3"/>
          <p:cNvSpPr>
            <a:spLocks noGrp="1"/>
          </p:cNvSpPr>
          <p:nvPr>
            <p:ph type="ftr" sz="quarter" idx="11"/>
          </p:nvPr>
        </p:nvSpPr>
        <p:spPr>
          <a:xfrm>
            <a:off x="9215968" y="7077406"/>
            <a:ext cx="1632562" cy="96011"/>
          </a:xfrm>
        </p:spPr>
        <p:txBody>
          <a:bodyPr/>
          <a:lstStyle>
            <a:lvl1pPr>
              <a:defRPr sz="325">
                <a:solidFill>
                  <a:schemeClr val="bg1">
                    <a:lumMod val="75000"/>
                    <a:alpha val="0"/>
                  </a:schemeClr>
                </a:solidFill>
              </a:defRPr>
            </a:lvl1pPr>
          </a:lstStyle>
          <a:p>
            <a:r>
              <a:rPr lang="en-US">
                <a:solidFill>
                  <a:prstClr val="white">
                    <a:lumMod val="75000"/>
                    <a:alpha val="0"/>
                  </a:prstClr>
                </a:solidFill>
              </a:rPr>
              <a:t>Title of the presentation</a:t>
            </a:r>
          </a:p>
        </p:txBody>
      </p:sp>
      <p:sp>
        <p:nvSpPr>
          <p:cNvPr id="12" name="Slide Number Placeholder 4"/>
          <p:cNvSpPr>
            <a:spLocks noGrp="1"/>
          </p:cNvSpPr>
          <p:nvPr>
            <p:ph type="sldNum" sz="quarter" idx="12"/>
          </p:nvPr>
        </p:nvSpPr>
        <p:spPr>
          <a:xfrm>
            <a:off x="11472598" y="7077406"/>
            <a:ext cx="287601" cy="96011"/>
          </a:xfrm>
        </p:spPr>
        <p:txBody>
          <a:bodyPr/>
          <a:lstStyle>
            <a:lvl1pPr>
              <a:defRPr sz="325">
                <a:solidFill>
                  <a:schemeClr val="bg1">
                    <a:lumMod val="75000"/>
                    <a:alpha val="0"/>
                  </a:schemeClr>
                </a:solidFill>
              </a:defRPr>
            </a:lvl1pPr>
          </a:lstStyle>
          <a:p>
            <a:fld id="{FCB53D23-1D79-480C-B3BE-829293F4503C}" type="slidenum">
              <a:rPr lang="en-US" smtClean="0">
                <a:solidFill>
                  <a:prstClr val="white">
                    <a:lumMod val="75000"/>
                    <a:alpha val="0"/>
                  </a:prstClr>
                </a:solidFill>
              </a:rPr>
              <a:pPr/>
              <a:t>‹#›</a:t>
            </a:fld>
            <a:endParaRPr lang="en-US">
              <a:solidFill>
                <a:prstClr val="white">
                  <a:lumMod val="75000"/>
                  <a:alpha val="0"/>
                </a:prstClr>
              </a:solidFill>
            </a:endParaRPr>
          </a:p>
        </p:txBody>
      </p:sp>
    </p:spTree>
    <p:custDataLst>
      <p:tags r:id="rId1"/>
    </p:custDataLst>
    <p:extLst>
      <p:ext uri="{BB962C8B-B14F-4D97-AF65-F5344CB8AC3E}">
        <p14:creationId xmlns:p14="http://schemas.microsoft.com/office/powerpoint/2010/main" val="1940203578"/>
      </p:ext>
    </p:extLst>
  </p:cSld>
  <p:clrMapOvr>
    <a:masterClrMapping/>
  </p:clrMapOvr>
  <p:transition>
    <p:fade/>
  </p:transition>
</p:sldLayout>
</file>

<file path=ppt/slideLayouts/slideLayout150.xml><?xml version="1.0" encoding="utf-8"?>
<p:sldLayout xmlns:a="http://schemas.openxmlformats.org/drawingml/2006/main" xmlns:r="http://schemas.openxmlformats.org/officeDocument/2006/relationships" xmlns:p="http://schemas.openxmlformats.org/presentationml/2006/main" preserve="1" userDrawn="1">
  <p:cSld name="Title allignment">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B4EA2F08-C458-452F-8269-8977F62A85E5}"/>
              </a:ext>
            </a:extLst>
          </p:cNvPr>
          <p:cNvSpPr>
            <a:spLocks noGrp="1"/>
          </p:cNvSpPr>
          <p:nvPr>
            <p:ph type="dt" sz="half" idx="10"/>
          </p:nvPr>
        </p:nvSpPr>
        <p:spPr/>
        <p:txBody>
          <a:bodyPr/>
          <a:lstStyle>
            <a:lvl1pPr>
              <a:defRPr/>
            </a:lvl1pPr>
          </a:lstStyle>
          <a:p>
            <a:fld id="{43D95715-F1B5-4B03-80BA-58B44C9FB0D2}" type="datetime1">
              <a:rPr lang="en-US" smtClean="0"/>
              <a:pPr/>
              <a:t>7/6/2026</a:t>
            </a:fld>
            <a:endParaRPr lang="en-US" dirty="0"/>
          </a:p>
        </p:txBody>
      </p:sp>
      <p:sp>
        <p:nvSpPr>
          <p:cNvPr id="4" name="Footer Placeholder 3">
            <a:extLst>
              <a:ext uri="{FF2B5EF4-FFF2-40B4-BE49-F238E27FC236}">
                <a16:creationId xmlns:a16="http://schemas.microsoft.com/office/drawing/2014/main" id="{415B24E5-6F11-447E-B81E-8DE0DDDB1487}"/>
              </a:ext>
            </a:extLst>
          </p:cNvPr>
          <p:cNvSpPr>
            <a:spLocks noGrp="1"/>
          </p:cNvSpPr>
          <p:nvPr>
            <p:ph type="ftr" sz="quarter" idx="11"/>
          </p:nvPr>
        </p:nvSpPr>
        <p:spPr/>
        <p:txBody>
          <a:bodyPr/>
          <a:lstStyle>
            <a:lvl1pPr>
              <a:defRPr/>
            </a:lvl1pPr>
          </a:lstStyle>
          <a:p>
            <a:pPr>
              <a:defRPr/>
            </a:pPr>
            <a:r>
              <a:rPr lang="en-US" dirty="0"/>
              <a:t>© </a:t>
            </a:r>
            <a:r>
              <a:rPr lang="en-US" dirty="0" err="1"/>
              <a:t>Aurigene</a:t>
            </a:r>
            <a:r>
              <a:rPr lang="en-US" dirty="0"/>
              <a:t> Discovery Technologies Limited.</a:t>
            </a:r>
          </a:p>
        </p:txBody>
      </p:sp>
      <p:sp>
        <p:nvSpPr>
          <p:cNvPr id="5" name="Slide Number Placeholder 4">
            <a:extLst>
              <a:ext uri="{FF2B5EF4-FFF2-40B4-BE49-F238E27FC236}">
                <a16:creationId xmlns:a16="http://schemas.microsoft.com/office/drawing/2014/main" id="{6A80A36C-0016-4A2A-88F5-FC4F67086C15}"/>
              </a:ext>
            </a:extLst>
          </p:cNvPr>
          <p:cNvSpPr>
            <a:spLocks noGrp="1"/>
          </p:cNvSpPr>
          <p:nvPr>
            <p:ph type="sldNum" sz="quarter" idx="12"/>
          </p:nvPr>
        </p:nvSpPr>
        <p:spPr/>
        <p:txBody>
          <a:bodyPr/>
          <a:lstStyle>
            <a:lvl1pPr>
              <a:defRPr/>
            </a:lvl1pPr>
          </a:lstStyle>
          <a:p>
            <a:fld id="{6D901E28-B783-45A5-934D-311B12C5CFDA}" type="slidenum">
              <a:rPr lang="en-US" smtClean="0"/>
              <a:pPr/>
              <a:t>‹#›</a:t>
            </a:fld>
            <a:endParaRPr lang="en-US" dirty="0"/>
          </a:p>
        </p:txBody>
      </p:sp>
      <p:sp>
        <p:nvSpPr>
          <p:cNvPr id="6" name="Title Placeholder 1">
            <a:extLst>
              <a:ext uri="{FF2B5EF4-FFF2-40B4-BE49-F238E27FC236}">
                <a16:creationId xmlns:a16="http://schemas.microsoft.com/office/drawing/2014/main" id="{778621B9-7CAB-4232-8935-BB476C89B492}"/>
              </a:ext>
            </a:extLst>
          </p:cNvPr>
          <p:cNvSpPr>
            <a:spLocks noGrp="1"/>
          </p:cNvSpPr>
          <p:nvPr>
            <p:ph type="title"/>
          </p:nvPr>
        </p:nvSpPr>
        <p:spPr>
          <a:xfrm>
            <a:off x="609600" y="274638"/>
            <a:ext cx="10972800" cy="1143000"/>
          </a:xfrm>
          <a:prstGeom prst="rect">
            <a:avLst/>
          </a:prstGeom>
        </p:spPr>
        <p:txBody>
          <a:bodyPr vert="horz" lIns="91408" tIns="45704" rIns="91408" bIns="45704" rtlCol="0" anchor="ctr">
            <a:normAutofit/>
          </a:bodyPr>
          <a:lstStyle/>
          <a:p>
            <a:r>
              <a:rPr lang="en-US"/>
              <a:t>Click to edit Master title style</a:t>
            </a:r>
            <a:endParaRPr lang="en-US" dirty="0"/>
          </a:p>
        </p:txBody>
      </p:sp>
      <p:sp>
        <p:nvSpPr>
          <p:cNvPr id="7" name="Text Placeholder 2">
            <a:extLst>
              <a:ext uri="{FF2B5EF4-FFF2-40B4-BE49-F238E27FC236}">
                <a16:creationId xmlns:a16="http://schemas.microsoft.com/office/drawing/2014/main" id="{6C471206-3682-4429-9885-E1679C4B1458}"/>
              </a:ext>
            </a:extLst>
          </p:cNvPr>
          <p:cNvSpPr>
            <a:spLocks noGrp="1"/>
          </p:cNvSpPr>
          <p:nvPr>
            <p:ph idx="1" hasCustomPrompt="1"/>
          </p:nvPr>
        </p:nvSpPr>
        <p:spPr>
          <a:xfrm>
            <a:off x="609600" y="1600203"/>
            <a:ext cx="10972800" cy="4525963"/>
          </a:xfrm>
          <a:prstGeom prst="rect">
            <a:avLst/>
          </a:prstGeom>
        </p:spPr>
        <p:txBody>
          <a:bodyPr vert="horz" lIns="91408" tIns="45704" rIns="91408" bIns="45704" rtlCol="0">
            <a:normAutofit/>
          </a:bodyPr>
          <a:lstStyle>
            <a:lvl1pPr>
              <a:defRPr/>
            </a:lvl1pPr>
          </a:lstStyle>
          <a:p>
            <a:pPr lvl="0"/>
            <a:r>
              <a:rPr lang="en-US" dirty="0"/>
              <a:t>Click to edit Master text styles</a:t>
            </a:r>
          </a:p>
        </p:txBody>
      </p:sp>
      <p:pic>
        <p:nvPicPr>
          <p:cNvPr id="8" name="Logo-01.png" descr="Logo-01.png">
            <a:extLst>
              <a:ext uri="{FF2B5EF4-FFF2-40B4-BE49-F238E27FC236}">
                <a16:creationId xmlns:a16="http://schemas.microsoft.com/office/drawing/2014/main" id="{607CB889-276A-4D93-B5ED-99048EDECA73}"/>
              </a:ext>
            </a:extLst>
          </p:cNvPr>
          <p:cNvPicPr>
            <a:picLocks noChangeAspect="1"/>
          </p:cNvPicPr>
          <p:nvPr userDrawn="1"/>
        </p:nvPicPr>
        <p:blipFill>
          <a:blip r:embed="rId2" cstate="print"/>
          <a:stretch>
            <a:fillRect/>
          </a:stretch>
        </p:blipFill>
        <p:spPr>
          <a:xfrm>
            <a:off x="10134790" y="5608976"/>
            <a:ext cx="1649095" cy="1005725"/>
          </a:xfrm>
          <a:prstGeom prst="rect">
            <a:avLst/>
          </a:prstGeom>
          <a:ln w="12700">
            <a:miter lim="400000"/>
          </a:ln>
        </p:spPr>
      </p:pic>
    </p:spTree>
    <p:extLst>
      <p:ext uri="{BB962C8B-B14F-4D97-AF65-F5344CB8AC3E}">
        <p14:creationId xmlns:p14="http://schemas.microsoft.com/office/powerpoint/2010/main" val="2546053853"/>
      </p:ext>
    </p:extLst>
  </p:cSld>
  <p:clrMapOvr>
    <a:masterClrMapping/>
  </p:clrMapOvr>
</p:sldLayout>
</file>

<file path=ppt/slideLayouts/slideLayout15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A picture containing umbrella&#10;&#10;Description automatically generated">
            <a:extLst>
              <a:ext uri="{FF2B5EF4-FFF2-40B4-BE49-F238E27FC236}">
                <a16:creationId xmlns:a16="http://schemas.microsoft.com/office/drawing/2014/main" id="{BB6A8832-E123-264F-9AF4-DA72723EF46D}"/>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 y="0"/>
            <a:ext cx="12190413" cy="6858000"/>
          </a:xfrm>
          <a:prstGeom prst="rect">
            <a:avLst/>
          </a:prstGeom>
        </p:spPr>
      </p:pic>
      <p:pic>
        <p:nvPicPr>
          <p:cNvPr id="8" name="Logo-01.png" descr="Logo-01.png"/>
          <p:cNvPicPr>
            <a:picLocks noChangeAspect="1"/>
          </p:cNvPicPr>
          <p:nvPr userDrawn="1"/>
        </p:nvPicPr>
        <p:blipFill>
          <a:blip r:embed="rId3" cstate="print"/>
          <a:stretch>
            <a:fillRect/>
          </a:stretch>
        </p:blipFill>
        <p:spPr>
          <a:xfrm>
            <a:off x="518315" y="5336626"/>
            <a:ext cx="1464818" cy="893341"/>
          </a:xfrm>
          <a:prstGeom prst="rect">
            <a:avLst/>
          </a:prstGeom>
          <a:ln w="12700">
            <a:miter lim="400000"/>
          </a:ln>
        </p:spPr>
      </p:pic>
      <p:sp>
        <p:nvSpPr>
          <p:cNvPr id="2" name="Title 1"/>
          <p:cNvSpPr>
            <a:spLocks noGrp="1"/>
          </p:cNvSpPr>
          <p:nvPr>
            <p:ph type="ctrTitle"/>
          </p:nvPr>
        </p:nvSpPr>
        <p:spPr>
          <a:xfrm>
            <a:off x="534124" y="609600"/>
            <a:ext cx="10363200" cy="1470025"/>
          </a:xfrm>
        </p:spPr>
        <p:txBody>
          <a:bodyPr>
            <a:normAutofit/>
          </a:bodyPr>
          <a:lstStyle>
            <a:lvl1pPr marL="0" algn="l" defTabSz="1088639" rtl="0" eaLnBrk="1" latinLnBrk="0" hangingPunct="1">
              <a:spcBef>
                <a:spcPct val="0"/>
              </a:spcBef>
              <a:buNone/>
              <a:defRPr lang="en-US" sz="3300" b="1" kern="1200" dirty="0" smtClean="0">
                <a:solidFill>
                  <a:schemeClr val="tx1"/>
                </a:solidFill>
                <a:latin typeface="Avenir Next" panose="020B0503020202020204"/>
                <a:ea typeface="Raleway Black"/>
                <a:cs typeface="Avenir Next" panose="020B0503020202020204"/>
                <a:sym typeface="Raleway Black"/>
              </a:defRPr>
            </a:lvl1pPr>
          </a:lstStyle>
          <a:p>
            <a:r>
              <a:rPr lang="en-US" dirty="0"/>
              <a:t>Click to edit Master title style</a:t>
            </a:r>
          </a:p>
        </p:txBody>
      </p:sp>
      <p:sp>
        <p:nvSpPr>
          <p:cNvPr id="3" name="Subtitle 2"/>
          <p:cNvSpPr>
            <a:spLocks noGrp="1"/>
          </p:cNvSpPr>
          <p:nvPr>
            <p:ph type="subTitle" idx="1"/>
          </p:nvPr>
        </p:nvSpPr>
        <p:spPr>
          <a:xfrm>
            <a:off x="534124" y="2247900"/>
            <a:ext cx="8534400" cy="723900"/>
          </a:xfrm>
        </p:spPr>
        <p:txBody>
          <a:bodyPr>
            <a:normAutofit/>
          </a:bodyPr>
          <a:lstStyle>
            <a:lvl1pPr marL="0" indent="0" algn="l" defTabSz="1088639" rtl="0" eaLnBrk="1" latinLnBrk="0" hangingPunct="1">
              <a:spcBef>
                <a:spcPct val="20000"/>
              </a:spcBef>
              <a:buFont typeface="Arial" pitchFamily="34" charset="0"/>
              <a:buNone/>
              <a:defRPr lang="en-US" sz="2550" b="0" kern="1200" dirty="0" smtClean="0">
                <a:solidFill>
                  <a:schemeClr val="tx1"/>
                </a:solidFill>
                <a:latin typeface="Avenir Next" panose="020B0503020202020204"/>
                <a:ea typeface="Avenir Next" panose="020B0503020202020204"/>
                <a:cs typeface="Arial" panose="020B0604020202020204" pitchFamily="34" charset="0"/>
                <a:sym typeface="Avenir Next Demi Bold"/>
              </a:defRPr>
            </a:lvl1pPr>
            <a:lvl2pPr marL="228520" indent="0" algn="ctr">
              <a:buNone/>
              <a:defRPr>
                <a:solidFill>
                  <a:schemeClr val="tx1">
                    <a:tint val="75000"/>
                  </a:schemeClr>
                </a:solidFill>
              </a:defRPr>
            </a:lvl2pPr>
            <a:lvl3pPr marL="457039" indent="0" algn="ctr">
              <a:buNone/>
              <a:defRPr>
                <a:solidFill>
                  <a:schemeClr val="tx1">
                    <a:tint val="75000"/>
                  </a:schemeClr>
                </a:solidFill>
              </a:defRPr>
            </a:lvl3pPr>
            <a:lvl4pPr marL="685559" indent="0" algn="ctr">
              <a:buNone/>
              <a:defRPr>
                <a:solidFill>
                  <a:schemeClr val="tx1">
                    <a:tint val="75000"/>
                  </a:schemeClr>
                </a:solidFill>
              </a:defRPr>
            </a:lvl4pPr>
            <a:lvl5pPr marL="914078" indent="0" algn="ctr">
              <a:buNone/>
              <a:defRPr>
                <a:solidFill>
                  <a:schemeClr val="tx1">
                    <a:tint val="75000"/>
                  </a:schemeClr>
                </a:solidFill>
              </a:defRPr>
            </a:lvl5pPr>
            <a:lvl6pPr marL="1142598" indent="0" algn="ctr">
              <a:buNone/>
              <a:defRPr>
                <a:solidFill>
                  <a:schemeClr val="tx1">
                    <a:tint val="75000"/>
                  </a:schemeClr>
                </a:solidFill>
              </a:defRPr>
            </a:lvl6pPr>
            <a:lvl7pPr marL="1371117" indent="0" algn="ctr">
              <a:buNone/>
              <a:defRPr>
                <a:solidFill>
                  <a:schemeClr val="tx1">
                    <a:tint val="75000"/>
                  </a:schemeClr>
                </a:solidFill>
              </a:defRPr>
            </a:lvl7pPr>
            <a:lvl8pPr marL="1599636" indent="0" algn="ctr">
              <a:buNone/>
              <a:defRPr>
                <a:solidFill>
                  <a:schemeClr val="tx1">
                    <a:tint val="75000"/>
                  </a:schemeClr>
                </a:solidFill>
              </a:defRPr>
            </a:lvl8pPr>
            <a:lvl9pPr marL="1828156"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lvl1pPr>
              <a:defRPr/>
            </a:lvl1pPr>
          </a:lstStyle>
          <a:p>
            <a:fld id="{868EB932-6DE3-4403-9AB9-72DEF5D4CFE9}" type="datetime1">
              <a:rPr lang="en-US" smtClean="0"/>
              <a:pPr/>
              <a:t>7/6/2026</a:t>
            </a:fld>
            <a:endParaRPr lang="en-US" dirty="0"/>
          </a:p>
        </p:txBody>
      </p:sp>
      <p:sp>
        <p:nvSpPr>
          <p:cNvPr id="5" name="Footer Placeholder 4"/>
          <p:cNvSpPr>
            <a:spLocks noGrp="1"/>
          </p:cNvSpPr>
          <p:nvPr>
            <p:ph type="ftr" sz="quarter" idx="11"/>
          </p:nvPr>
        </p:nvSpPr>
        <p:spPr/>
        <p:txBody>
          <a:bodyPr/>
          <a:lstStyle>
            <a:lvl1pPr>
              <a:defRPr sz="900"/>
            </a:lvl1pPr>
          </a:lstStyle>
          <a:p>
            <a:r>
              <a:rPr lang="en-US" dirty="0">
                <a:latin typeface="Garamond" pitchFamily="18" charset="0"/>
              </a:rPr>
              <a:t>© </a:t>
            </a:r>
            <a:r>
              <a:rPr lang="en-US" dirty="0" err="1">
                <a:latin typeface="Garamond" pitchFamily="18" charset="0"/>
              </a:rPr>
              <a:t>Aurigene</a:t>
            </a:r>
            <a:r>
              <a:rPr lang="en-US" dirty="0">
                <a:latin typeface="Garamond" pitchFamily="18" charset="0"/>
              </a:rPr>
              <a:t> Discovery Technologies Limited.</a:t>
            </a:r>
          </a:p>
        </p:txBody>
      </p:sp>
      <p:sp>
        <p:nvSpPr>
          <p:cNvPr id="6" name="Slide Number Placeholder 5"/>
          <p:cNvSpPr>
            <a:spLocks noGrp="1"/>
          </p:cNvSpPr>
          <p:nvPr>
            <p:ph type="sldNum" sz="quarter" idx="12"/>
          </p:nvPr>
        </p:nvSpPr>
        <p:spPr/>
        <p:txBody>
          <a:bodyPr/>
          <a:lstStyle>
            <a:lvl1pPr>
              <a:defRPr/>
            </a:lvl1pPr>
          </a:lstStyle>
          <a:p>
            <a:fld id="{6D901E28-B783-45A5-934D-311B12C5CFDA}" type="slidenum">
              <a:rPr lang="en-US" smtClean="0"/>
              <a:pPr/>
              <a:t>‹#›</a:t>
            </a:fld>
            <a:endParaRPr lang="en-US" dirty="0"/>
          </a:p>
        </p:txBody>
      </p:sp>
    </p:spTree>
    <p:extLst>
      <p:ext uri="{BB962C8B-B14F-4D97-AF65-F5344CB8AC3E}">
        <p14:creationId xmlns:p14="http://schemas.microsoft.com/office/powerpoint/2010/main" val="1642754116"/>
      </p:ext>
    </p:extLst>
  </p:cSld>
  <p:clrMapOvr>
    <a:masterClrMapping/>
  </p:clrMapOvr>
</p:sldLayout>
</file>

<file path=ppt/slideLayouts/slideLayout152.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pic>
        <p:nvPicPr>
          <p:cNvPr id="9" name="Picture 8" descr="img_1.JPG"/>
          <p:cNvPicPr>
            <a:picLocks noChangeAspect="1"/>
          </p:cNvPicPr>
          <p:nvPr userDrawn="1"/>
        </p:nvPicPr>
        <p:blipFill>
          <a:blip r:embed="rId2" cstate="print"/>
          <a:stretch>
            <a:fillRect/>
          </a:stretch>
        </p:blipFill>
        <p:spPr>
          <a:xfrm>
            <a:off x="794" y="0"/>
            <a:ext cx="12190413" cy="6858000"/>
          </a:xfrm>
          <a:prstGeom prst="rect">
            <a:avLst/>
          </a:prstGeom>
        </p:spPr>
      </p:pic>
      <p:sp>
        <p:nvSpPr>
          <p:cNvPr id="2" name="Title 1"/>
          <p:cNvSpPr>
            <a:spLocks noGrp="1"/>
          </p:cNvSpPr>
          <p:nvPr>
            <p:ph type="ctrTitle"/>
          </p:nvPr>
        </p:nvSpPr>
        <p:spPr>
          <a:xfrm>
            <a:off x="534125" y="1714500"/>
            <a:ext cx="7085678" cy="1470025"/>
          </a:xfrm>
        </p:spPr>
        <p:txBody>
          <a:bodyPr>
            <a:noAutofit/>
          </a:bodyPr>
          <a:lstStyle>
            <a:lvl1pPr marL="0" marR="0" indent="0" algn="l" defTabSz="412750" rtl="0" eaLnBrk="1" fontAlgn="auto" latinLnBrk="0" hangingPunct="0">
              <a:lnSpc>
                <a:spcPct val="100000"/>
              </a:lnSpc>
              <a:spcBef>
                <a:spcPts val="0"/>
              </a:spcBef>
              <a:spcAft>
                <a:spcPts val="0"/>
              </a:spcAft>
              <a:buClrTx/>
              <a:buSzTx/>
              <a:buFontTx/>
              <a:buNone/>
              <a:tabLst/>
              <a:defRPr kumimoji="0" lang="en-US" sz="5000" b="1" i="0" u="none" strike="noStrike" kern="1200" cap="none" spc="0" normalizeH="0" baseline="0" dirty="0" smtClean="0">
                <a:ln>
                  <a:noFill/>
                </a:ln>
                <a:solidFill>
                  <a:srgbClr val="FFFFFF"/>
                </a:solidFill>
                <a:effectLst/>
                <a:uFillTx/>
                <a:latin typeface="Avenir Next" panose="020B0503020202020204"/>
                <a:ea typeface="Raleway Black"/>
                <a:cs typeface="Avenir Next" panose="020B0503020202020204"/>
                <a:sym typeface="Raleway Black"/>
              </a:defRPr>
            </a:lvl1pPr>
          </a:lstStyle>
          <a:p>
            <a:r>
              <a:rPr lang="en-US" dirty="0"/>
              <a:t>Click to edit Master title style</a:t>
            </a:r>
          </a:p>
        </p:txBody>
      </p:sp>
      <p:sp>
        <p:nvSpPr>
          <p:cNvPr id="3" name="Subtitle 2"/>
          <p:cNvSpPr>
            <a:spLocks noGrp="1"/>
          </p:cNvSpPr>
          <p:nvPr>
            <p:ph type="subTitle" idx="1"/>
          </p:nvPr>
        </p:nvSpPr>
        <p:spPr>
          <a:xfrm>
            <a:off x="496030" y="3543300"/>
            <a:ext cx="8534400" cy="723900"/>
          </a:xfrm>
        </p:spPr>
        <p:txBody>
          <a:bodyPr>
            <a:normAutofit/>
          </a:bodyPr>
          <a:lstStyle>
            <a:lvl1pPr marL="0" indent="0" algn="l" defTabSz="1088639" rtl="0" eaLnBrk="1" latinLnBrk="0" hangingPunct="1">
              <a:spcBef>
                <a:spcPct val="20000"/>
              </a:spcBef>
              <a:buFont typeface="Arial" pitchFamily="34" charset="0"/>
              <a:buNone/>
              <a:defRPr lang="en-US" sz="2550" b="0" kern="1200" dirty="0" smtClean="0">
                <a:solidFill>
                  <a:schemeClr val="bg1"/>
                </a:solidFill>
                <a:latin typeface="Avenir Next" panose="020B0503020202020204"/>
                <a:ea typeface="Avenir Next" panose="020B0503020202020204"/>
                <a:cs typeface="Arial" panose="020B0604020202020204" pitchFamily="34" charset="0"/>
                <a:sym typeface="Avenir Next Demi Bold"/>
              </a:defRPr>
            </a:lvl1pPr>
            <a:lvl2pPr marL="228520" indent="0" algn="ctr">
              <a:buNone/>
              <a:defRPr>
                <a:solidFill>
                  <a:schemeClr val="tx1">
                    <a:tint val="75000"/>
                  </a:schemeClr>
                </a:solidFill>
              </a:defRPr>
            </a:lvl2pPr>
            <a:lvl3pPr marL="457039" indent="0" algn="ctr">
              <a:buNone/>
              <a:defRPr>
                <a:solidFill>
                  <a:schemeClr val="tx1">
                    <a:tint val="75000"/>
                  </a:schemeClr>
                </a:solidFill>
              </a:defRPr>
            </a:lvl3pPr>
            <a:lvl4pPr marL="685559" indent="0" algn="ctr">
              <a:buNone/>
              <a:defRPr>
                <a:solidFill>
                  <a:schemeClr val="tx1">
                    <a:tint val="75000"/>
                  </a:schemeClr>
                </a:solidFill>
              </a:defRPr>
            </a:lvl4pPr>
            <a:lvl5pPr marL="914078" indent="0" algn="ctr">
              <a:buNone/>
              <a:defRPr>
                <a:solidFill>
                  <a:schemeClr val="tx1">
                    <a:tint val="75000"/>
                  </a:schemeClr>
                </a:solidFill>
              </a:defRPr>
            </a:lvl5pPr>
            <a:lvl6pPr marL="1142598" indent="0" algn="ctr">
              <a:buNone/>
              <a:defRPr>
                <a:solidFill>
                  <a:schemeClr val="tx1">
                    <a:tint val="75000"/>
                  </a:schemeClr>
                </a:solidFill>
              </a:defRPr>
            </a:lvl6pPr>
            <a:lvl7pPr marL="1371117" indent="0" algn="ctr">
              <a:buNone/>
              <a:defRPr>
                <a:solidFill>
                  <a:schemeClr val="tx1">
                    <a:tint val="75000"/>
                  </a:schemeClr>
                </a:solidFill>
              </a:defRPr>
            </a:lvl7pPr>
            <a:lvl8pPr marL="1599636" indent="0" algn="ctr">
              <a:buNone/>
              <a:defRPr>
                <a:solidFill>
                  <a:schemeClr val="tx1">
                    <a:tint val="75000"/>
                  </a:schemeClr>
                </a:solidFill>
              </a:defRPr>
            </a:lvl8pPr>
            <a:lvl9pPr marL="1828156"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lvl1pPr>
              <a:defRPr>
                <a:solidFill>
                  <a:schemeClr val="bg1"/>
                </a:solidFill>
              </a:defRPr>
            </a:lvl1pPr>
          </a:lstStyle>
          <a:p>
            <a:fld id="{531323AE-AB4C-48D3-A10A-AAC5B165E07B}" type="datetime1">
              <a:rPr lang="en-US" smtClean="0"/>
              <a:pPr/>
              <a:t>7/6/2026</a:t>
            </a:fld>
            <a:endParaRPr lang="en-US" dirty="0"/>
          </a:p>
        </p:txBody>
      </p:sp>
      <p:sp>
        <p:nvSpPr>
          <p:cNvPr id="6" name="Slide Number Placeholder 5"/>
          <p:cNvSpPr>
            <a:spLocks noGrp="1"/>
          </p:cNvSpPr>
          <p:nvPr>
            <p:ph type="sldNum" sz="quarter" idx="12"/>
          </p:nvPr>
        </p:nvSpPr>
        <p:spPr/>
        <p:txBody>
          <a:bodyPr/>
          <a:lstStyle>
            <a:lvl1pPr>
              <a:defRPr/>
            </a:lvl1pPr>
          </a:lstStyle>
          <a:p>
            <a:fld id="{6D901E28-B783-45A5-934D-311B12C5CFDA}" type="slidenum">
              <a:rPr lang="en-US" smtClean="0"/>
              <a:pPr/>
              <a:t>‹#›</a:t>
            </a:fld>
            <a:endParaRPr lang="en-US" dirty="0"/>
          </a:p>
        </p:txBody>
      </p:sp>
    </p:spTree>
    <p:extLst>
      <p:ext uri="{BB962C8B-B14F-4D97-AF65-F5344CB8AC3E}">
        <p14:creationId xmlns:p14="http://schemas.microsoft.com/office/powerpoint/2010/main" val="660769932"/>
      </p:ext>
    </p:extLst>
  </p:cSld>
  <p:clrMapOvr>
    <a:masterClrMapping/>
  </p:clrMapOvr>
</p:sldLayout>
</file>

<file path=ppt/slideLayouts/slideLayout153.xml><?xml version="1.0" encoding="utf-8"?>
<p:sldLayout xmlns:a="http://schemas.openxmlformats.org/drawingml/2006/main" xmlns:r="http://schemas.openxmlformats.org/officeDocument/2006/relationships" xmlns:p="http://schemas.openxmlformats.org/presentationml/2006/main" type="title" preserve="1">
  <p:cSld name="2_Title Slide">
    <p:spTree>
      <p:nvGrpSpPr>
        <p:cNvPr id="1" name=""/>
        <p:cNvGrpSpPr/>
        <p:nvPr/>
      </p:nvGrpSpPr>
      <p:grpSpPr>
        <a:xfrm>
          <a:off x="0" y="0"/>
          <a:ext cx="0" cy="0"/>
          <a:chOff x="0" y="0"/>
          <a:chExt cx="0" cy="0"/>
        </a:xfrm>
      </p:grpSpPr>
      <p:pic>
        <p:nvPicPr>
          <p:cNvPr id="11" name="Picture 10" descr="A picture containing holding, computer&#10;&#10;Description automatically generated">
            <a:extLst>
              <a:ext uri="{FF2B5EF4-FFF2-40B4-BE49-F238E27FC236}">
                <a16:creationId xmlns:a16="http://schemas.microsoft.com/office/drawing/2014/main" id="{E89A415A-1229-6149-A159-82344678E22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 y="0"/>
            <a:ext cx="12190413" cy="6858000"/>
          </a:xfrm>
          <a:prstGeom prst="rect">
            <a:avLst/>
          </a:prstGeom>
        </p:spPr>
      </p:pic>
      <p:sp>
        <p:nvSpPr>
          <p:cNvPr id="2" name="Title 1"/>
          <p:cNvSpPr>
            <a:spLocks noGrp="1"/>
          </p:cNvSpPr>
          <p:nvPr>
            <p:ph type="ctrTitle"/>
          </p:nvPr>
        </p:nvSpPr>
        <p:spPr>
          <a:xfrm>
            <a:off x="534125" y="1714500"/>
            <a:ext cx="7085678" cy="1470025"/>
          </a:xfrm>
        </p:spPr>
        <p:txBody>
          <a:bodyPr>
            <a:noAutofit/>
          </a:bodyPr>
          <a:lstStyle>
            <a:lvl1pPr marL="0" marR="0" indent="0" algn="l" defTabSz="412750" rtl="0" eaLnBrk="1" fontAlgn="auto" latinLnBrk="0" hangingPunct="0">
              <a:lnSpc>
                <a:spcPct val="100000"/>
              </a:lnSpc>
              <a:spcBef>
                <a:spcPts val="0"/>
              </a:spcBef>
              <a:spcAft>
                <a:spcPts val="0"/>
              </a:spcAft>
              <a:buClrTx/>
              <a:buSzTx/>
              <a:buFontTx/>
              <a:buNone/>
              <a:tabLst/>
              <a:defRPr kumimoji="0" lang="en-US" sz="5000" b="1" i="0" u="none" strike="noStrike" kern="1200" cap="none" spc="0" normalizeH="0" baseline="0" dirty="0" smtClean="0">
                <a:ln>
                  <a:noFill/>
                </a:ln>
                <a:solidFill>
                  <a:srgbClr val="FFFFFF"/>
                </a:solidFill>
                <a:effectLst/>
                <a:uFillTx/>
                <a:latin typeface="Avenir Next" panose="020B0503020202020204"/>
                <a:ea typeface="Raleway Black"/>
                <a:cs typeface="Avenir Next" panose="020B0503020202020204"/>
                <a:sym typeface="Raleway Black"/>
              </a:defRPr>
            </a:lvl1pPr>
          </a:lstStyle>
          <a:p>
            <a:r>
              <a:rPr lang="en-US" dirty="0"/>
              <a:t>Click to edit Master title style</a:t>
            </a:r>
          </a:p>
        </p:txBody>
      </p:sp>
      <p:sp>
        <p:nvSpPr>
          <p:cNvPr id="3" name="Subtitle 2"/>
          <p:cNvSpPr>
            <a:spLocks noGrp="1"/>
          </p:cNvSpPr>
          <p:nvPr>
            <p:ph type="subTitle" idx="1"/>
          </p:nvPr>
        </p:nvSpPr>
        <p:spPr>
          <a:xfrm>
            <a:off x="496030" y="3543300"/>
            <a:ext cx="8534400" cy="723900"/>
          </a:xfrm>
        </p:spPr>
        <p:txBody>
          <a:bodyPr>
            <a:normAutofit/>
          </a:bodyPr>
          <a:lstStyle>
            <a:lvl1pPr marL="0" indent="0" algn="l" defTabSz="1088639" rtl="0" eaLnBrk="1" latinLnBrk="0" hangingPunct="1">
              <a:spcBef>
                <a:spcPct val="20000"/>
              </a:spcBef>
              <a:buFont typeface="Arial" pitchFamily="34" charset="0"/>
              <a:buNone/>
              <a:defRPr lang="en-US" sz="2550" b="0" kern="1200" dirty="0" smtClean="0">
                <a:solidFill>
                  <a:schemeClr val="bg1"/>
                </a:solidFill>
                <a:latin typeface="Avenir Next" panose="020B0503020202020204"/>
                <a:ea typeface="Avenir Next" panose="020B0503020202020204"/>
                <a:cs typeface="Arial" panose="020B0604020202020204" pitchFamily="34" charset="0"/>
                <a:sym typeface="Avenir Next Demi Bold"/>
              </a:defRPr>
            </a:lvl1pPr>
            <a:lvl2pPr marL="228520" indent="0" algn="ctr">
              <a:buNone/>
              <a:defRPr>
                <a:solidFill>
                  <a:schemeClr val="tx1">
                    <a:tint val="75000"/>
                  </a:schemeClr>
                </a:solidFill>
              </a:defRPr>
            </a:lvl2pPr>
            <a:lvl3pPr marL="457039" indent="0" algn="ctr">
              <a:buNone/>
              <a:defRPr>
                <a:solidFill>
                  <a:schemeClr val="tx1">
                    <a:tint val="75000"/>
                  </a:schemeClr>
                </a:solidFill>
              </a:defRPr>
            </a:lvl3pPr>
            <a:lvl4pPr marL="685559" indent="0" algn="ctr">
              <a:buNone/>
              <a:defRPr>
                <a:solidFill>
                  <a:schemeClr val="tx1">
                    <a:tint val="75000"/>
                  </a:schemeClr>
                </a:solidFill>
              </a:defRPr>
            </a:lvl4pPr>
            <a:lvl5pPr marL="914078" indent="0" algn="ctr">
              <a:buNone/>
              <a:defRPr>
                <a:solidFill>
                  <a:schemeClr val="tx1">
                    <a:tint val="75000"/>
                  </a:schemeClr>
                </a:solidFill>
              </a:defRPr>
            </a:lvl5pPr>
            <a:lvl6pPr marL="1142598" indent="0" algn="ctr">
              <a:buNone/>
              <a:defRPr>
                <a:solidFill>
                  <a:schemeClr val="tx1">
                    <a:tint val="75000"/>
                  </a:schemeClr>
                </a:solidFill>
              </a:defRPr>
            </a:lvl6pPr>
            <a:lvl7pPr marL="1371117" indent="0" algn="ctr">
              <a:buNone/>
              <a:defRPr>
                <a:solidFill>
                  <a:schemeClr val="tx1">
                    <a:tint val="75000"/>
                  </a:schemeClr>
                </a:solidFill>
              </a:defRPr>
            </a:lvl7pPr>
            <a:lvl8pPr marL="1599636" indent="0" algn="ctr">
              <a:buNone/>
              <a:defRPr>
                <a:solidFill>
                  <a:schemeClr val="tx1">
                    <a:tint val="75000"/>
                  </a:schemeClr>
                </a:solidFill>
              </a:defRPr>
            </a:lvl8pPr>
            <a:lvl9pPr marL="1828156"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lvl1pPr>
              <a:defRPr>
                <a:solidFill>
                  <a:schemeClr val="bg1"/>
                </a:solidFill>
              </a:defRPr>
            </a:lvl1pPr>
          </a:lstStyle>
          <a:p>
            <a:fld id="{A63E45C8-132F-4716-9031-90916F29B8DA}" type="datetime1">
              <a:rPr lang="en-US" smtClean="0"/>
              <a:pPr/>
              <a:t>7/6/2026</a:t>
            </a:fld>
            <a:endParaRPr lang="en-US" dirty="0"/>
          </a:p>
        </p:txBody>
      </p:sp>
      <p:sp>
        <p:nvSpPr>
          <p:cNvPr id="6" name="Slide Number Placeholder 5"/>
          <p:cNvSpPr>
            <a:spLocks noGrp="1"/>
          </p:cNvSpPr>
          <p:nvPr>
            <p:ph type="sldNum" sz="quarter" idx="12"/>
          </p:nvPr>
        </p:nvSpPr>
        <p:spPr/>
        <p:txBody>
          <a:bodyPr/>
          <a:lstStyle>
            <a:lvl1pPr>
              <a:defRPr/>
            </a:lvl1pPr>
          </a:lstStyle>
          <a:p>
            <a:fld id="{6D901E28-B783-45A5-934D-311B12C5CFDA}" type="slidenum">
              <a:rPr lang="en-US" smtClean="0"/>
              <a:pPr/>
              <a:t>‹#›</a:t>
            </a:fld>
            <a:endParaRPr lang="en-US" dirty="0"/>
          </a:p>
        </p:txBody>
      </p:sp>
      <p:pic>
        <p:nvPicPr>
          <p:cNvPr id="10" name="Logo-01.png" descr="Logo-01.png"/>
          <p:cNvPicPr>
            <a:picLocks noChangeAspect="1"/>
          </p:cNvPicPr>
          <p:nvPr userDrawn="1"/>
        </p:nvPicPr>
        <p:blipFill>
          <a:blip r:embed="rId3" cstate="print"/>
          <a:stretch>
            <a:fillRect/>
          </a:stretch>
        </p:blipFill>
        <p:spPr>
          <a:xfrm>
            <a:off x="10286455" y="5867400"/>
            <a:ext cx="1464818" cy="893341"/>
          </a:xfrm>
          <a:prstGeom prst="rect">
            <a:avLst/>
          </a:prstGeom>
          <a:ln w="12700">
            <a:miter lim="400000"/>
          </a:ln>
        </p:spPr>
      </p:pic>
    </p:spTree>
    <p:extLst>
      <p:ext uri="{BB962C8B-B14F-4D97-AF65-F5344CB8AC3E}">
        <p14:creationId xmlns:p14="http://schemas.microsoft.com/office/powerpoint/2010/main" val="3151174417"/>
      </p:ext>
    </p:extLst>
  </p:cSld>
  <p:clrMapOvr>
    <a:masterClrMapping/>
  </p:clrMapOvr>
</p:sldLayout>
</file>

<file path=ppt/slideLayouts/slideLayout15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951741" y="419100"/>
            <a:ext cx="10972800" cy="723900"/>
          </a:xfrm>
        </p:spPr>
        <p:txBody>
          <a:bodyPr>
            <a:normAutofit/>
          </a:bodyPr>
          <a:lstStyle>
            <a:lvl1pPr>
              <a:defRPr sz="3300"/>
            </a:lvl1pPr>
          </a:lstStyle>
          <a:p>
            <a:r>
              <a:rPr lang="en-US"/>
              <a:t>Click to edit Master title style</a:t>
            </a:r>
            <a:endParaRPr lang="en-US" dirty="0"/>
          </a:p>
        </p:txBody>
      </p:sp>
      <p:sp>
        <p:nvSpPr>
          <p:cNvPr id="3" name="Content Placeholder 2"/>
          <p:cNvSpPr>
            <a:spLocks noGrp="1"/>
          </p:cNvSpPr>
          <p:nvPr>
            <p:ph idx="1"/>
          </p:nvPr>
        </p:nvSpPr>
        <p:spPr>
          <a:xfrm>
            <a:off x="951741" y="1379537"/>
            <a:ext cx="10972800" cy="4525963"/>
          </a:xfrm>
        </p:spPr>
        <p:txBody>
          <a:bodyPr>
            <a:normAutofit/>
          </a:bodyPr>
          <a:lstStyle>
            <a:lvl1pPr algn="l" defTabSz="59532" rtl="0" eaLnBrk="1" latinLnBrk="0">
              <a:lnSpc>
                <a:spcPct val="100000"/>
              </a:lnSpc>
              <a:spcBef>
                <a:spcPts val="1250"/>
              </a:spcBef>
              <a:defRPr kumimoji="0" lang="en-US" sz="1600" b="1" i="0" u="none" strike="noStrike" kern="1200" cap="none" spc="0" normalizeH="0" baseline="0" dirty="0" smtClean="0">
                <a:ln>
                  <a:noFill/>
                </a:ln>
                <a:solidFill>
                  <a:srgbClr val="000000"/>
                </a:solidFill>
                <a:effectLst/>
                <a:uFillTx/>
                <a:latin typeface="Avenir Next" panose="020B0503020202020204"/>
                <a:ea typeface="+mn-ea"/>
                <a:cs typeface="Arial" panose="020B0604020202020204" pitchFamily="34" charset="0"/>
                <a:sym typeface="Avenir Next Demi Bold"/>
              </a:defRPr>
            </a:lvl1pPr>
            <a:lvl2pPr marL="516732" indent="-262732">
              <a:lnSpc>
                <a:spcPct val="100000"/>
              </a:lnSpc>
              <a:spcBef>
                <a:spcPts val="750"/>
              </a:spcBef>
              <a:buFont typeface="Arial" pitchFamily="34" charset="0"/>
              <a:buChar char="●"/>
              <a:tabLst>
                <a:tab pos="600869" algn="l"/>
              </a:tabLst>
              <a:defRPr kumimoji="0" lang="en-US" sz="1200" b="0" i="0" u="none" strike="noStrike" kern="1200" cap="none" spc="0" normalizeH="0" baseline="0" dirty="0" smtClean="0">
                <a:ln>
                  <a:noFill/>
                </a:ln>
                <a:solidFill>
                  <a:srgbClr val="000000"/>
                </a:solidFill>
                <a:effectLst/>
                <a:uFillTx/>
                <a:latin typeface="Avenir Next" panose="020B0503020202020204"/>
                <a:ea typeface="+mn-ea"/>
                <a:cs typeface="Arial" panose="020B0604020202020204" pitchFamily="34" charset="0"/>
                <a:sym typeface="Avenir Next Medium"/>
              </a:defRPr>
            </a:lvl2pPr>
            <a:lvl3pPr algn="l" defTabSz="59532" rtl="0" eaLnBrk="1" latinLnBrk="0">
              <a:lnSpc>
                <a:spcPct val="100000"/>
              </a:lnSpc>
              <a:spcBef>
                <a:spcPts val="750"/>
              </a:spcBef>
              <a:buFont typeface="Arial" pitchFamily="34" charset="0"/>
              <a:buNone/>
              <a:defRPr kumimoji="0" lang="en-US" sz="1200" b="0" i="0" u="none" strike="noStrike" kern="1200" cap="none" spc="0" normalizeH="0" baseline="0" dirty="0" smtClean="0">
                <a:ln>
                  <a:noFill/>
                </a:ln>
                <a:solidFill>
                  <a:srgbClr val="000000"/>
                </a:solidFill>
                <a:effectLst/>
                <a:uFillTx/>
                <a:latin typeface="Avenir Next" panose="020B0503020202020204"/>
                <a:ea typeface="+mn-ea"/>
                <a:cs typeface="Arial" panose="020B0604020202020204" pitchFamily="34" charset="0"/>
                <a:sym typeface="Avenir Next Medium"/>
              </a:defRPr>
            </a:lvl3pPr>
            <a:lvl4pPr algn="l" defTabSz="59532" rtl="0" eaLnBrk="1" latinLnBrk="0">
              <a:lnSpc>
                <a:spcPct val="100000"/>
              </a:lnSpc>
              <a:spcBef>
                <a:spcPts val="750"/>
              </a:spcBef>
              <a:buFont typeface="Arial" pitchFamily="34" charset="0"/>
              <a:buChar char="●"/>
              <a:defRPr kumimoji="0" lang="en-US" sz="1200" b="0" i="0" u="none" strike="noStrike" kern="1200" cap="none" spc="0" normalizeH="0" baseline="0" dirty="0" smtClean="0">
                <a:ln>
                  <a:noFill/>
                </a:ln>
                <a:solidFill>
                  <a:srgbClr val="000000"/>
                </a:solidFill>
                <a:effectLst/>
                <a:uFillTx/>
                <a:latin typeface="Avenir Next" panose="020B0503020202020204"/>
                <a:ea typeface="+mn-ea"/>
                <a:cs typeface="Arial" panose="020B0604020202020204" pitchFamily="34" charset="0"/>
                <a:sym typeface="Avenir Next Medium"/>
              </a:defRPr>
            </a:lvl4pPr>
            <a:lvl5pPr algn="l" defTabSz="59532" rtl="0" eaLnBrk="1" latinLnBrk="0">
              <a:lnSpc>
                <a:spcPct val="100000"/>
              </a:lnSpc>
              <a:spcBef>
                <a:spcPts val="750"/>
              </a:spcBef>
              <a:buFont typeface="Arial" pitchFamily="34" charset="0"/>
              <a:buChar char="●"/>
              <a:defRPr kumimoji="0" lang="en-US" sz="1200" b="0" i="0" u="none" strike="noStrike" kern="1200" cap="none" spc="0" normalizeH="0" baseline="0" dirty="0">
                <a:ln>
                  <a:noFill/>
                </a:ln>
                <a:solidFill>
                  <a:srgbClr val="000000"/>
                </a:solidFill>
                <a:effectLst/>
                <a:uFillTx/>
                <a:latin typeface="Avenir Next" panose="020B0503020202020204"/>
                <a:ea typeface="+mn-ea"/>
                <a:cs typeface="Arial" panose="020B0604020202020204" pitchFamily="34" charset="0"/>
                <a:sym typeface="Avenir Next Medium"/>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p:cNvSpPr>
            <a:spLocks noGrp="1"/>
          </p:cNvSpPr>
          <p:nvPr>
            <p:ph type="sldNum" sz="quarter" idx="12"/>
          </p:nvPr>
        </p:nvSpPr>
        <p:spPr/>
        <p:txBody>
          <a:bodyPr/>
          <a:lstStyle>
            <a:lvl1pPr>
              <a:defRPr/>
            </a:lvl1pPr>
          </a:lstStyle>
          <a:p>
            <a:fld id="{6D901E28-B783-45A5-934D-311B12C5CFDA}" type="slidenum">
              <a:rPr lang="en-US" smtClean="0"/>
              <a:pPr/>
              <a:t>‹#›</a:t>
            </a:fld>
            <a:endParaRPr lang="en-US" dirty="0"/>
          </a:p>
        </p:txBody>
      </p:sp>
      <p:pic>
        <p:nvPicPr>
          <p:cNvPr id="7" name="Image" descr="Image"/>
          <p:cNvPicPr>
            <a:picLocks noChangeAspect="1"/>
          </p:cNvPicPr>
          <p:nvPr userDrawn="1"/>
        </p:nvPicPr>
        <p:blipFill>
          <a:blip r:embed="rId2" cstate="print"/>
          <a:srcRect l="20755"/>
          <a:stretch>
            <a:fillRect/>
          </a:stretch>
        </p:blipFill>
        <p:spPr>
          <a:xfrm>
            <a:off x="-28304" y="-6239"/>
            <a:ext cx="893540" cy="6870478"/>
          </a:xfrm>
          <a:prstGeom prst="rect">
            <a:avLst/>
          </a:prstGeom>
          <a:ln w="12700">
            <a:miter lim="400000"/>
          </a:ln>
        </p:spPr>
      </p:pic>
      <p:pic>
        <p:nvPicPr>
          <p:cNvPr id="8" name="Logo-01.png" descr="Logo-01.png"/>
          <p:cNvPicPr>
            <a:picLocks noChangeAspect="1"/>
          </p:cNvPicPr>
          <p:nvPr userDrawn="1"/>
        </p:nvPicPr>
        <p:blipFill>
          <a:blip r:embed="rId3" cstate="print"/>
          <a:stretch>
            <a:fillRect/>
          </a:stretch>
        </p:blipFill>
        <p:spPr>
          <a:xfrm>
            <a:off x="10286455" y="5867400"/>
            <a:ext cx="1464818" cy="893341"/>
          </a:xfrm>
          <a:prstGeom prst="rect">
            <a:avLst/>
          </a:prstGeom>
          <a:ln w="12700">
            <a:miter lim="400000"/>
          </a:ln>
        </p:spPr>
      </p:pic>
      <p:sp>
        <p:nvSpPr>
          <p:cNvPr id="9" name="Date Placeholder 3"/>
          <p:cNvSpPr>
            <a:spLocks noGrp="1"/>
          </p:cNvSpPr>
          <p:nvPr>
            <p:ph type="dt" sz="half" idx="10"/>
          </p:nvPr>
        </p:nvSpPr>
        <p:spPr>
          <a:xfrm>
            <a:off x="76984" y="6356353"/>
            <a:ext cx="876900" cy="365125"/>
          </a:xfrm>
        </p:spPr>
        <p:txBody>
          <a:bodyPr/>
          <a:lstStyle>
            <a:lvl1pPr>
              <a:defRPr>
                <a:solidFill>
                  <a:schemeClr val="bg1"/>
                </a:solidFill>
              </a:defRPr>
            </a:lvl1pPr>
          </a:lstStyle>
          <a:p>
            <a:fld id="{0F491327-FA89-4EE9-B6F7-78417AD2F1B7}" type="datetime1">
              <a:rPr lang="en-US" smtClean="0"/>
              <a:pPr/>
              <a:t>7/6/2026</a:t>
            </a:fld>
            <a:endParaRPr lang="en-US" dirty="0"/>
          </a:p>
        </p:txBody>
      </p:sp>
    </p:spTree>
    <p:extLst>
      <p:ext uri="{BB962C8B-B14F-4D97-AF65-F5344CB8AC3E}">
        <p14:creationId xmlns:p14="http://schemas.microsoft.com/office/powerpoint/2010/main" val="1055252701"/>
      </p:ext>
    </p:extLst>
  </p:cSld>
  <p:clrMapOvr>
    <a:masterClrMapping/>
  </p:clrMapOvr>
</p:sldLayout>
</file>

<file path=ppt/slideLayouts/slideLayout155.xml><?xml version="1.0" encoding="utf-8"?>
<p:sldLayout xmlns:a="http://schemas.openxmlformats.org/drawingml/2006/main" xmlns:r="http://schemas.openxmlformats.org/officeDocument/2006/relationships" xmlns:p="http://schemas.openxmlformats.org/presentationml/2006/main" type="obj" preserve="1">
  <p:cSld name="2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19839" y="411163"/>
            <a:ext cx="10972800" cy="723900"/>
          </a:xfrm>
        </p:spPr>
        <p:txBody>
          <a:bodyPr>
            <a:normAutofit/>
          </a:bodyPr>
          <a:lstStyle>
            <a:lvl1pPr>
              <a:defRPr sz="3300"/>
            </a:lvl1pPr>
          </a:lstStyle>
          <a:p>
            <a:r>
              <a:rPr lang="en-US"/>
              <a:t>Click to edit Master title style</a:t>
            </a:r>
            <a:endParaRPr lang="en-US" dirty="0"/>
          </a:p>
        </p:txBody>
      </p:sp>
      <p:sp>
        <p:nvSpPr>
          <p:cNvPr id="3" name="Content Placeholder 2"/>
          <p:cNvSpPr>
            <a:spLocks noGrp="1"/>
          </p:cNvSpPr>
          <p:nvPr>
            <p:ph idx="1"/>
          </p:nvPr>
        </p:nvSpPr>
        <p:spPr>
          <a:xfrm>
            <a:off x="419839" y="1371600"/>
            <a:ext cx="10972800" cy="4525963"/>
          </a:xfrm>
        </p:spPr>
        <p:txBody>
          <a:bodyPr>
            <a:normAutofit/>
          </a:bodyPr>
          <a:lstStyle>
            <a:lvl1pPr algn="l" defTabSz="59532" rtl="0" eaLnBrk="1" latinLnBrk="0">
              <a:lnSpc>
                <a:spcPct val="100000"/>
              </a:lnSpc>
              <a:spcBef>
                <a:spcPts val="1250"/>
              </a:spcBef>
              <a:defRPr kumimoji="0" lang="en-US" sz="1600" b="1" i="0" u="none" strike="noStrike" kern="1200" cap="none" spc="0" normalizeH="0" baseline="0" dirty="0" smtClean="0">
                <a:ln>
                  <a:noFill/>
                </a:ln>
                <a:solidFill>
                  <a:srgbClr val="000000"/>
                </a:solidFill>
                <a:effectLst/>
                <a:uFillTx/>
                <a:latin typeface="Avenir Next" panose="020B0503020202020204"/>
                <a:ea typeface="+mn-ea"/>
                <a:cs typeface="Arial" panose="020B0604020202020204" pitchFamily="34" charset="0"/>
                <a:sym typeface="Avenir Next Demi Bold"/>
              </a:defRPr>
            </a:lvl1pPr>
            <a:lvl2pPr marL="516732" indent="-262732">
              <a:lnSpc>
                <a:spcPct val="100000"/>
              </a:lnSpc>
              <a:spcBef>
                <a:spcPts val="750"/>
              </a:spcBef>
              <a:buFont typeface="Arial" pitchFamily="34" charset="0"/>
              <a:buChar char="●"/>
              <a:tabLst>
                <a:tab pos="600869" algn="l"/>
              </a:tabLst>
              <a:defRPr kumimoji="0" lang="en-US" sz="1200" b="0" i="0" u="none" strike="noStrike" kern="1200" cap="none" spc="0" normalizeH="0" baseline="0" dirty="0" smtClean="0">
                <a:ln>
                  <a:noFill/>
                </a:ln>
                <a:solidFill>
                  <a:srgbClr val="000000"/>
                </a:solidFill>
                <a:effectLst/>
                <a:uFillTx/>
                <a:latin typeface="Avenir Next" panose="020B0503020202020204"/>
                <a:ea typeface="+mn-ea"/>
                <a:cs typeface="Arial" panose="020B0604020202020204" pitchFamily="34" charset="0"/>
                <a:sym typeface="Avenir Next Medium"/>
              </a:defRPr>
            </a:lvl2pPr>
            <a:lvl3pPr marL="685800" marR="0" indent="-262732" algn="l" defTabSz="228600" rtl="0" eaLnBrk="1" fontAlgn="auto" latinLnBrk="0" hangingPunct="0">
              <a:lnSpc>
                <a:spcPct val="100000"/>
              </a:lnSpc>
              <a:spcBef>
                <a:spcPts val="750"/>
              </a:spcBef>
              <a:spcAft>
                <a:spcPts val="0"/>
              </a:spcAft>
              <a:buClrTx/>
              <a:buSzTx/>
              <a:buFont typeface="Arial" pitchFamily="34" charset="0"/>
              <a:buChar char="●"/>
              <a:tabLst>
                <a:tab pos="600869" algn="l"/>
              </a:tabLst>
              <a:defRPr kumimoji="0" lang="en-US" sz="1200" b="0" i="0" u="none" strike="noStrike" kern="1200" cap="none" spc="0" normalizeH="0" baseline="0" dirty="0" smtClean="0">
                <a:ln>
                  <a:noFill/>
                </a:ln>
                <a:solidFill>
                  <a:srgbClr val="000000"/>
                </a:solidFill>
                <a:effectLst/>
                <a:uFillTx/>
                <a:latin typeface="Avenir Next" panose="020B0503020202020204"/>
                <a:ea typeface="+mn-ea"/>
                <a:cs typeface="Arial" panose="020B0604020202020204" pitchFamily="34" charset="0"/>
                <a:sym typeface="Avenir Next Medium"/>
              </a:defRPr>
            </a:lvl3pPr>
            <a:lvl4pPr algn="l" defTabSz="59532" rtl="0" eaLnBrk="1" latinLnBrk="0">
              <a:lnSpc>
                <a:spcPct val="100000"/>
              </a:lnSpc>
              <a:spcBef>
                <a:spcPts val="750"/>
              </a:spcBef>
              <a:buFont typeface="Arial" pitchFamily="34" charset="0"/>
              <a:buChar char="●"/>
              <a:defRPr kumimoji="0" lang="en-US" sz="1200" b="0" i="0" u="none" strike="noStrike" kern="1200" cap="none" spc="0" normalizeH="0" baseline="0" dirty="0" smtClean="0">
                <a:ln>
                  <a:noFill/>
                </a:ln>
                <a:solidFill>
                  <a:srgbClr val="000000"/>
                </a:solidFill>
                <a:effectLst/>
                <a:uFillTx/>
                <a:latin typeface="Avenir Next" panose="020B0503020202020204"/>
                <a:ea typeface="+mn-ea"/>
                <a:cs typeface="Arial" panose="020B0604020202020204" pitchFamily="34" charset="0"/>
                <a:sym typeface="Avenir Next Medium"/>
              </a:defRPr>
            </a:lvl4pPr>
            <a:lvl5pPr algn="l" defTabSz="59532" rtl="0" eaLnBrk="1" latinLnBrk="0">
              <a:lnSpc>
                <a:spcPct val="100000"/>
              </a:lnSpc>
              <a:spcBef>
                <a:spcPts val="750"/>
              </a:spcBef>
              <a:buFont typeface="Arial" pitchFamily="34" charset="0"/>
              <a:buChar char="●"/>
              <a:defRPr kumimoji="0" lang="en-US" sz="1200" b="0" i="0" u="none" strike="noStrike" kern="1200" cap="none" spc="0" normalizeH="0" baseline="0" dirty="0" smtClean="0">
                <a:ln>
                  <a:noFill/>
                </a:ln>
                <a:solidFill>
                  <a:srgbClr val="000000"/>
                </a:solidFill>
                <a:effectLst/>
                <a:uFillTx/>
                <a:latin typeface="Avenir Next" panose="020B0503020202020204"/>
                <a:ea typeface="+mn-ea"/>
                <a:cs typeface="Arial" panose="020B0604020202020204" pitchFamily="34" charset="0"/>
                <a:sym typeface="Avenir Next Medium"/>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lvl1pPr>
              <a:defRPr/>
            </a:lvl1pPr>
          </a:lstStyle>
          <a:p>
            <a:fld id="{D15EF6BD-B52E-44B7-8CDC-55C1AE885863}" type="datetime1">
              <a:rPr lang="en-US" smtClean="0"/>
              <a:pPr/>
              <a:t>7/6/2026</a:t>
            </a:fld>
            <a:endParaRPr lang="en-US" dirty="0"/>
          </a:p>
        </p:txBody>
      </p:sp>
      <p:sp>
        <p:nvSpPr>
          <p:cNvPr id="6" name="Slide Number Placeholder 5"/>
          <p:cNvSpPr>
            <a:spLocks noGrp="1"/>
          </p:cNvSpPr>
          <p:nvPr>
            <p:ph type="sldNum" sz="quarter" idx="12"/>
          </p:nvPr>
        </p:nvSpPr>
        <p:spPr/>
        <p:txBody>
          <a:bodyPr/>
          <a:lstStyle>
            <a:lvl1pPr>
              <a:defRPr/>
            </a:lvl1pPr>
          </a:lstStyle>
          <a:p>
            <a:fld id="{6D901E28-B783-45A5-934D-311B12C5CFDA}" type="slidenum">
              <a:rPr lang="en-US" smtClean="0"/>
              <a:pPr/>
              <a:t>‹#›</a:t>
            </a:fld>
            <a:endParaRPr lang="en-US" dirty="0"/>
          </a:p>
        </p:txBody>
      </p:sp>
      <p:pic>
        <p:nvPicPr>
          <p:cNvPr id="8" name="Logo-01.png" descr="Logo-01.png"/>
          <p:cNvPicPr>
            <a:picLocks noChangeAspect="1"/>
          </p:cNvPicPr>
          <p:nvPr userDrawn="1"/>
        </p:nvPicPr>
        <p:blipFill>
          <a:blip r:embed="rId2" cstate="print"/>
          <a:stretch>
            <a:fillRect/>
          </a:stretch>
        </p:blipFill>
        <p:spPr>
          <a:xfrm>
            <a:off x="10286455" y="5867400"/>
            <a:ext cx="1464818" cy="893341"/>
          </a:xfrm>
          <a:prstGeom prst="rect">
            <a:avLst/>
          </a:prstGeom>
          <a:ln w="12700">
            <a:miter lim="400000"/>
          </a:ln>
        </p:spPr>
      </p:pic>
    </p:spTree>
    <p:extLst>
      <p:ext uri="{BB962C8B-B14F-4D97-AF65-F5344CB8AC3E}">
        <p14:creationId xmlns:p14="http://schemas.microsoft.com/office/powerpoint/2010/main" val="368143263"/>
      </p:ext>
    </p:extLst>
  </p:cSld>
  <p:clrMapOvr>
    <a:masterClrMapping/>
  </p:clrMapOvr>
</p:sldLayout>
</file>

<file path=ppt/slideLayouts/slideLayout156.xml><?xml version="1.0" encoding="utf-8"?>
<p:sldLayout xmlns:a="http://schemas.openxmlformats.org/drawingml/2006/main" xmlns:r="http://schemas.openxmlformats.org/officeDocument/2006/relationships" xmlns:p="http://schemas.openxmlformats.org/presentationml/2006/main" type="obj" preserve="1">
  <p:cSld name="3_Title and Content">
    <p:spTree>
      <p:nvGrpSpPr>
        <p:cNvPr id="1" name=""/>
        <p:cNvGrpSpPr/>
        <p:nvPr/>
      </p:nvGrpSpPr>
      <p:grpSpPr>
        <a:xfrm>
          <a:off x="0" y="0"/>
          <a:ext cx="0" cy="0"/>
          <a:chOff x="0" y="0"/>
          <a:chExt cx="0" cy="0"/>
        </a:xfrm>
      </p:grpSpPr>
      <p:sp>
        <p:nvSpPr>
          <p:cNvPr id="9" name="Rectangle"/>
          <p:cNvSpPr/>
          <p:nvPr userDrawn="1"/>
        </p:nvSpPr>
        <p:spPr>
          <a:xfrm>
            <a:off x="-12698" y="1588"/>
            <a:ext cx="5042037" cy="6854825"/>
          </a:xfrm>
          <a:prstGeom prst="rect">
            <a:avLst/>
          </a:prstGeom>
          <a:solidFill>
            <a:srgbClr val="1F3FB7"/>
          </a:soli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sz="1600" dirty="0">
              <a:latin typeface="Avenir Next" panose="020B0503020202020204"/>
            </a:endParaRPr>
          </a:p>
        </p:txBody>
      </p:sp>
      <p:sp>
        <p:nvSpPr>
          <p:cNvPr id="2" name="Title 1"/>
          <p:cNvSpPr>
            <a:spLocks noGrp="1"/>
          </p:cNvSpPr>
          <p:nvPr>
            <p:ph type="title"/>
          </p:nvPr>
        </p:nvSpPr>
        <p:spPr>
          <a:xfrm>
            <a:off x="419839" y="411163"/>
            <a:ext cx="10972800" cy="723900"/>
          </a:xfrm>
        </p:spPr>
        <p:txBody>
          <a:bodyPr>
            <a:normAutofit/>
          </a:bodyPr>
          <a:lstStyle>
            <a:lvl1pPr>
              <a:defRPr sz="3300">
                <a:solidFill>
                  <a:schemeClr val="bg1"/>
                </a:solidFill>
              </a:defRPr>
            </a:lvl1pPr>
          </a:lstStyle>
          <a:p>
            <a:r>
              <a:rPr lang="en-US"/>
              <a:t>Click to edit Master title style</a:t>
            </a:r>
            <a:endParaRPr lang="en-US" dirty="0"/>
          </a:p>
        </p:txBody>
      </p:sp>
      <p:sp>
        <p:nvSpPr>
          <p:cNvPr id="3" name="Content Placeholder 2"/>
          <p:cNvSpPr>
            <a:spLocks noGrp="1"/>
          </p:cNvSpPr>
          <p:nvPr>
            <p:ph idx="1"/>
          </p:nvPr>
        </p:nvSpPr>
        <p:spPr>
          <a:xfrm>
            <a:off x="419839" y="1371600"/>
            <a:ext cx="10972800" cy="4525963"/>
          </a:xfrm>
        </p:spPr>
        <p:txBody>
          <a:bodyPr>
            <a:normAutofit/>
          </a:bodyPr>
          <a:lstStyle>
            <a:lvl1pPr algn="l" defTabSz="59532" rtl="0" eaLnBrk="1" latinLnBrk="0">
              <a:lnSpc>
                <a:spcPct val="100000"/>
              </a:lnSpc>
              <a:spcBef>
                <a:spcPts val="1250"/>
              </a:spcBef>
              <a:defRPr kumimoji="0" lang="en-US" sz="1600" b="1" i="0" u="none" strike="noStrike" kern="1200" cap="none" spc="0" normalizeH="0" baseline="0" dirty="0" smtClean="0">
                <a:ln>
                  <a:noFill/>
                </a:ln>
                <a:solidFill>
                  <a:schemeClr val="bg1"/>
                </a:solidFill>
                <a:effectLst/>
                <a:uFillTx/>
                <a:latin typeface="Avenir Next" panose="020B0503020202020204"/>
                <a:ea typeface="+mn-ea"/>
                <a:cs typeface="Arial" panose="020B0604020202020204" pitchFamily="34" charset="0"/>
                <a:sym typeface="Avenir Next Demi Bold"/>
              </a:defRPr>
            </a:lvl1pPr>
            <a:lvl2pPr marL="516732" indent="-262732">
              <a:lnSpc>
                <a:spcPct val="100000"/>
              </a:lnSpc>
              <a:spcBef>
                <a:spcPts val="750"/>
              </a:spcBef>
              <a:buFont typeface="Arial" pitchFamily="34" charset="0"/>
              <a:buChar char="●"/>
              <a:tabLst>
                <a:tab pos="600869" algn="l"/>
              </a:tabLst>
              <a:defRPr kumimoji="0" lang="en-US" sz="1200" b="0" i="0" u="none" strike="noStrike" kern="1200" cap="none" spc="0" normalizeH="0" baseline="0" dirty="0" smtClean="0">
                <a:ln>
                  <a:noFill/>
                </a:ln>
                <a:solidFill>
                  <a:schemeClr val="bg1"/>
                </a:solidFill>
                <a:effectLst/>
                <a:uFillTx/>
                <a:latin typeface="Avenir Next" panose="020B0503020202020204"/>
                <a:ea typeface="+mn-ea"/>
                <a:cs typeface="Arial" panose="020B0604020202020204" pitchFamily="34" charset="0"/>
                <a:sym typeface="Avenir Next Medium"/>
              </a:defRPr>
            </a:lvl2pPr>
            <a:lvl3pPr marL="685800" marR="0" indent="-262732" algn="l" defTabSz="228600" rtl="0" eaLnBrk="1" fontAlgn="auto" latinLnBrk="0" hangingPunct="0">
              <a:lnSpc>
                <a:spcPct val="100000"/>
              </a:lnSpc>
              <a:spcBef>
                <a:spcPts val="750"/>
              </a:spcBef>
              <a:spcAft>
                <a:spcPts val="0"/>
              </a:spcAft>
              <a:buClrTx/>
              <a:buSzTx/>
              <a:buFont typeface="Arial" pitchFamily="34" charset="0"/>
              <a:buChar char="●"/>
              <a:tabLst>
                <a:tab pos="600869" algn="l"/>
              </a:tabLst>
              <a:defRPr kumimoji="0" lang="en-US" sz="1200" b="0" i="0" u="none" strike="noStrike" kern="1200" cap="none" spc="0" normalizeH="0" baseline="0" dirty="0" smtClean="0">
                <a:ln>
                  <a:noFill/>
                </a:ln>
                <a:solidFill>
                  <a:schemeClr val="bg1"/>
                </a:solidFill>
                <a:effectLst/>
                <a:uFillTx/>
                <a:latin typeface="Avenir Next" panose="020B0503020202020204"/>
                <a:ea typeface="+mn-ea"/>
                <a:cs typeface="Arial" panose="020B0604020202020204" pitchFamily="34" charset="0"/>
                <a:sym typeface="Avenir Next Medium"/>
              </a:defRPr>
            </a:lvl3pPr>
            <a:lvl4pPr algn="l" defTabSz="59532" rtl="0" eaLnBrk="1" latinLnBrk="0">
              <a:lnSpc>
                <a:spcPct val="100000"/>
              </a:lnSpc>
              <a:spcBef>
                <a:spcPts val="750"/>
              </a:spcBef>
              <a:buFont typeface="Arial" pitchFamily="34" charset="0"/>
              <a:buChar char="●"/>
              <a:defRPr kumimoji="0" lang="en-US" sz="1200" b="0" i="0" u="none" strike="noStrike" kern="1200" cap="none" spc="0" normalizeH="0" baseline="0" dirty="0" smtClean="0">
                <a:ln>
                  <a:noFill/>
                </a:ln>
                <a:solidFill>
                  <a:schemeClr val="bg1"/>
                </a:solidFill>
                <a:effectLst/>
                <a:uFillTx/>
                <a:latin typeface="Avenir Next" panose="020B0503020202020204"/>
                <a:ea typeface="+mn-ea"/>
                <a:cs typeface="Arial" panose="020B0604020202020204" pitchFamily="34" charset="0"/>
                <a:sym typeface="Avenir Next Medium"/>
              </a:defRPr>
            </a:lvl4pPr>
            <a:lvl5pPr algn="l" defTabSz="59532" rtl="0" eaLnBrk="1" latinLnBrk="0">
              <a:lnSpc>
                <a:spcPct val="100000"/>
              </a:lnSpc>
              <a:spcBef>
                <a:spcPts val="750"/>
              </a:spcBef>
              <a:buFont typeface="Arial" pitchFamily="34" charset="0"/>
              <a:buChar char="●"/>
              <a:defRPr kumimoji="0" lang="en-US" sz="1200" b="0" i="0" u="none" strike="noStrike" kern="1200" cap="none" spc="0" normalizeH="0" baseline="0" dirty="0" smtClean="0">
                <a:ln>
                  <a:noFill/>
                </a:ln>
                <a:solidFill>
                  <a:schemeClr val="bg1"/>
                </a:solidFill>
                <a:effectLst/>
                <a:uFillTx/>
                <a:latin typeface="Avenir Next" panose="020B0503020202020204"/>
                <a:ea typeface="+mn-ea"/>
                <a:cs typeface="Arial" panose="020B0604020202020204" pitchFamily="34" charset="0"/>
                <a:sym typeface="Avenir Next Medium"/>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lvl1pPr>
              <a:defRPr>
                <a:solidFill>
                  <a:schemeClr val="bg1"/>
                </a:solidFill>
              </a:defRPr>
            </a:lvl1pPr>
          </a:lstStyle>
          <a:p>
            <a:fld id="{DD20B6B4-338D-401E-8196-86B0C4E7D08C}" type="datetime1">
              <a:rPr lang="en-US" smtClean="0"/>
              <a:pPr/>
              <a:t>7/6/2026</a:t>
            </a:fld>
            <a:endParaRPr lang="en-US" dirty="0"/>
          </a:p>
        </p:txBody>
      </p:sp>
      <p:sp>
        <p:nvSpPr>
          <p:cNvPr id="6" name="Slide Number Placeholder 5"/>
          <p:cNvSpPr>
            <a:spLocks noGrp="1"/>
          </p:cNvSpPr>
          <p:nvPr>
            <p:ph type="sldNum" sz="quarter" idx="12"/>
          </p:nvPr>
        </p:nvSpPr>
        <p:spPr/>
        <p:txBody>
          <a:bodyPr/>
          <a:lstStyle>
            <a:lvl1pPr>
              <a:defRPr/>
            </a:lvl1pPr>
          </a:lstStyle>
          <a:p>
            <a:fld id="{6D901E28-B783-45A5-934D-311B12C5CFDA}" type="slidenum">
              <a:rPr lang="en-US" smtClean="0"/>
              <a:pPr/>
              <a:t>‹#›</a:t>
            </a:fld>
            <a:endParaRPr lang="en-US" dirty="0"/>
          </a:p>
        </p:txBody>
      </p:sp>
      <p:pic>
        <p:nvPicPr>
          <p:cNvPr id="8" name="Logo-01.png" descr="Logo-01.png"/>
          <p:cNvPicPr>
            <a:picLocks noChangeAspect="1"/>
          </p:cNvPicPr>
          <p:nvPr userDrawn="1"/>
        </p:nvPicPr>
        <p:blipFill>
          <a:blip r:embed="rId2" cstate="print"/>
          <a:stretch>
            <a:fillRect/>
          </a:stretch>
        </p:blipFill>
        <p:spPr>
          <a:xfrm>
            <a:off x="10286455" y="5867400"/>
            <a:ext cx="1464818" cy="893341"/>
          </a:xfrm>
          <a:prstGeom prst="rect">
            <a:avLst/>
          </a:prstGeom>
          <a:ln w="12700">
            <a:miter lim="400000"/>
          </a:ln>
        </p:spPr>
      </p:pic>
    </p:spTree>
    <p:extLst>
      <p:ext uri="{BB962C8B-B14F-4D97-AF65-F5344CB8AC3E}">
        <p14:creationId xmlns:p14="http://schemas.microsoft.com/office/powerpoint/2010/main" val="1381547601"/>
      </p:ext>
    </p:extLst>
  </p:cSld>
  <p:clrMapOvr>
    <a:masterClrMapping/>
  </p:clrMapOvr>
</p:sldLayout>
</file>

<file path=ppt/slideLayouts/slideLayout157.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951741" y="419100"/>
            <a:ext cx="10972800" cy="723900"/>
          </a:xfrm>
        </p:spPr>
        <p:txBody>
          <a:bodyPr>
            <a:normAutofit/>
          </a:bodyPr>
          <a:lstStyle>
            <a:lvl1pPr>
              <a:defRPr sz="3300"/>
            </a:lvl1pPr>
          </a:lstStyle>
          <a:p>
            <a:r>
              <a:rPr lang="en-US"/>
              <a:t>Click to edit Master title style</a:t>
            </a:r>
            <a:endParaRPr lang="en-US" dirty="0"/>
          </a:p>
        </p:txBody>
      </p:sp>
      <p:sp>
        <p:nvSpPr>
          <p:cNvPr id="3" name="Content Placeholder 2"/>
          <p:cNvSpPr>
            <a:spLocks noGrp="1"/>
          </p:cNvSpPr>
          <p:nvPr>
            <p:ph idx="1"/>
          </p:nvPr>
        </p:nvSpPr>
        <p:spPr>
          <a:xfrm>
            <a:off x="951741" y="1379537"/>
            <a:ext cx="10972800" cy="4525963"/>
          </a:xfrm>
        </p:spPr>
        <p:txBody>
          <a:bodyPr>
            <a:normAutofit/>
          </a:bodyPr>
          <a:lstStyle>
            <a:lvl1pPr algn="l" defTabSz="59532" rtl="0" eaLnBrk="1" latinLnBrk="0">
              <a:lnSpc>
                <a:spcPct val="100000"/>
              </a:lnSpc>
              <a:spcBef>
                <a:spcPts val="1250"/>
              </a:spcBef>
              <a:buFontTx/>
              <a:buNone/>
              <a:defRPr kumimoji="0" lang="en-US" sz="1600" b="0" i="0" u="none" strike="noStrike" kern="1200" cap="none" spc="0" normalizeH="0" baseline="0" dirty="0" smtClean="0">
                <a:ln>
                  <a:noFill/>
                </a:ln>
                <a:solidFill>
                  <a:srgbClr val="000000"/>
                </a:solidFill>
                <a:effectLst/>
                <a:uFillTx/>
                <a:latin typeface="Avenir Next" panose="020B0503020202020204"/>
                <a:ea typeface="+mn-ea"/>
                <a:cs typeface="Arial" panose="020B0604020202020204" pitchFamily="34" charset="0"/>
                <a:sym typeface="Avenir Next Demi Bold"/>
              </a:defRPr>
            </a:lvl1pPr>
            <a:lvl2pPr marL="516732" indent="-262732">
              <a:lnSpc>
                <a:spcPct val="100000"/>
              </a:lnSpc>
              <a:spcBef>
                <a:spcPts val="750"/>
              </a:spcBef>
              <a:buFont typeface="Arial" pitchFamily="34" charset="0"/>
              <a:buChar char="●"/>
              <a:tabLst>
                <a:tab pos="600869" algn="l"/>
              </a:tabLst>
              <a:defRPr kumimoji="0" lang="en-US" sz="1200" b="0" i="0" u="none" strike="noStrike" kern="1200" cap="none" spc="0" normalizeH="0" baseline="0" dirty="0" smtClean="0">
                <a:ln>
                  <a:noFill/>
                </a:ln>
                <a:solidFill>
                  <a:srgbClr val="000000"/>
                </a:solidFill>
                <a:effectLst/>
                <a:uFillTx/>
                <a:latin typeface="Avenir Next" panose="020B0503020202020204"/>
                <a:ea typeface="+mn-ea"/>
                <a:cs typeface="Arial" panose="020B0604020202020204" pitchFamily="34" charset="0"/>
                <a:sym typeface="Avenir Next Medium"/>
              </a:defRPr>
            </a:lvl2pPr>
            <a:lvl3pPr marL="685800" marR="0" indent="-262732" algn="l" defTabSz="228600" rtl="0" eaLnBrk="1" fontAlgn="auto" latinLnBrk="0" hangingPunct="0">
              <a:lnSpc>
                <a:spcPct val="100000"/>
              </a:lnSpc>
              <a:spcBef>
                <a:spcPts val="750"/>
              </a:spcBef>
              <a:spcAft>
                <a:spcPts val="0"/>
              </a:spcAft>
              <a:buClrTx/>
              <a:buSzTx/>
              <a:buFont typeface="Arial" pitchFamily="34" charset="0"/>
              <a:buChar char="●"/>
              <a:tabLst>
                <a:tab pos="600869" algn="l"/>
              </a:tabLst>
              <a:defRPr kumimoji="0" lang="en-US" sz="1200" b="0" i="0" u="none" strike="noStrike" kern="1200" cap="none" spc="0" normalizeH="0" baseline="0" dirty="0" smtClean="0">
                <a:ln>
                  <a:noFill/>
                </a:ln>
                <a:solidFill>
                  <a:srgbClr val="000000"/>
                </a:solidFill>
                <a:effectLst/>
                <a:uFillTx/>
                <a:latin typeface="Avenir Next" panose="020B0503020202020204"/>
                <a:ea typeface="+mn-ea"/>
                <a:cs typeface="Arial" panose="020B0604020202020204" pitchFamily="34" charset="0"/>
                <a:sym typeface="Avenir Next Medium"/>
              </a:defRPr>
            </a:lvl3pPr>
            <a:lvl4pPr algn="l" defTabSz="59532" rtl="0" eaLnBrk="1" latinLnBrk="0">
              <a:lnSpc>
                <a:spcPct val="100000"/>
              </a:lnSpc>
              <a:spcBef>
                <a:spcPts val="750"/>
              </a:spcBef>
              <a:buFontTx/>
              <a:buNone/>
              <a:defRPr kumimoji="0" lang="en-US" sz="1200" b="0" i="0" u="none" strike="noStrike" kern="1200" cap="none" spc="0" normalizeH="0" baseline="0" dirty="0" smtClean="0">
                <a:ln>
                  <a:noFill/>
                </a:ln>
                <a:solidFill>
                  <a:srgbClr val="000000"/>
                </a:solidFill>
                <a:effectLst/>
                <a:uFillTx/>
                <a:latin typeface="Avenir Next" panose="020B0503020202020204"/>
                <a:ea typeface="+mn-ea"/>
                <a:cs typeface="Arial" panose="020B0604020202020204" pitchFamily="34" charset="0"/>
                <a:sym typeface="Avenir Next Medium"/>
              </a:defRPr>
            </a:lvl4pPr>
            <a:lvl5pPr algn="l" defTabSz="59532" rtl="0" eaLnBrk="1" latinLnBrk="0">
              <a:lnSpc>
                <a:spcPct val="100000"/>
              </a:lnSpc>
              <a:spcBef>
                <a:spcPts val="750"/>
              </a:spcBef>
              <a:buFontTx/>
              <a:buNone/>
              <a:defRPr kumimoji="0" lang="en-US" sz="1200" b="0" i="0" u="none" strike="noStrike" kern="1200" cap="none" spc="0" normalizeH="0" baseline="0" dirty="0" smtClean="0">
                <a:ln>
                  <a:noFill/>
                </a:ln>
                <a:solidFill>
                  <a:srgbClr val="000000"/>
                </a:solidFill>
                <a:effectLst/>
                <a:uFillTx/>
                <a:latin typeface="Avenir Next" panose="020B0503020202020204"/>
                <a:ea typeface="+mn-ea"/>
                <a:cs typeface="Arial" panose="020B0604020202020204" pitchFamily="34" charset="0"/>
                <a:sym typeface="Avenir Next Medium"/>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p:cNvSpPr>
            <a:spLocks noGrp="1"/>
          </p:cNvSpPr>
          <p:nvPr>
            <p:ph type="sldNum" sz="quarter" idx="12"/>
          </p:nvPr>
        </p:nvSpPr>
        <p:spPr/>
        <p:txBody>
          <a:bodyPr/>
          <a:lstStyle>
            <a:lvl1pPr>
              <a:defRPr/>
            </a:lvl1pPr>
          </a:lstStyle>
          <a:p>
            <a:fld id="{6D901E28-B783-45A5-934D-311B12C5CFDA}" type="slidenum">
              <a:rPr lang="en-US" smtClean="0"/>
              <a:pPr/>
              <a:t>‹#›</a:t>
            </a:fld>
            <a:endParaRPr lang="en-US" dirty="0"/>
          </a:p>
        </p:txBody>
      </p:sp>
      <p:pic>
        <p:nvPicPr>
          <p:cNvPr id="7" name="Image" descr="Image"/>
          <p:cNvPicPr>
            <a:picLocks noChangeAspect="1"/>
          </p:cNvPicPr>
          <p:nvPr userDrawn="1"/>
        </p:nvPicPr>
        <p:blipFill>
          <a:blip r:embed="rId2" cstate="print"/>
          <a:srcRect l="20755"/>
          <a:stretch>
            <a:fillRect/>
          </a:stretch>
        </p:blipFill>
        <p:spPr>
          <a:xfrm>
            <a:off x="-28304" y="-6239"/>
            <a:ext cx="893540" cy="6870478"/>
          </a:xfrm>
          <a:prstGeom prst="rect">
            <a:avLst/>
          </a:prstGeom>
          <a:ln w="12700">
            <a:miter lim="400000"/>
          </a:ln>
        </p:spPr>
      </p:pic>
      <p:pic>
        <p:nvPicPr>
          <p:cNvPr id="8" name="Logo-01.png" descr="Logo-01.png"/>
          <p:cNvPicPr>
            <a:picLocks noChangeAspect="1"/>
          </p:cNvPicPr>
          <p:nvPr userDrawn="1"/>
        </p:nvPicPr>
        <p:blipFill>
          <a:blip r:embed="rId3" cstate="print"/>
          <a:stretch>
            <a:fillRect/>
          </a:stretch>
        </p:blipFill>
        <p:spPr>
          <a:xfrm>
            <a:off x="10286455" y="5867400"/>
            <a:ext cx="1464818" cy="893341"/>
          </a:xfrm>
          <a:prstGeom prst="rect">
            <a:avLst/>
          </a:prstGeom>
          <a:ln w="12700">
            <a:miter lim="400000"/>
          </a:ln>
        </p:spPr>
      </p:pic>
      <p:sp>
        <p:nvSpPr>
          <p:cNvPr id="4" name="Date Placeholder 3"/>
          <p:cNvSpPr>
            <a:spLocks noGrp="1"/>
          </p:cNvSpPr>
          <p:nvPr>
            <p:ph type="dt" sz="half" idx="10"/>
          </p:nvPr>
        </p:nvSpPr>
        <p:spPr/>
        <p:txBody>
          <a:bodyPr/>
          <a:lstStyle>
            <a:lvl1pPr>
              <a:defRPr/>
            </a:lvl1pPr>
          </a:lstStyle>
          <a:p>
            <a:fld id="{C510020E-AD1E-4388-B424-E04EE0C55308}" type="datetime1">
              <a:rPr lang="en-US" smtClean="0"/>
              <a:pPr/>
              <a:t>7/6/2026</a:t>
            </a:fld>
            <a:endParaRPr lang="en-US" dirty="0"/>
          </a:p>
        </p:txBody>
      </p:sp>
    </p:spTree>
    <p:extLst>
      <p:ext uri="{BB962C8B-B14F-4D97-AF65-F5344CB8AC3E}">
        <p14:creationId xmlns:p14="http://schemas.microsoft.com/office/powerpoint/2010/main" val="2153383138"/>
      </p:ext>
    </p:extLst>
  </p:cSld>
  <p:clrMapOvr>
    <a:masterClrMapping/>
  </p:clrMapOvr>
</p:sldLayout>
</file>

<file path=ppt/slideLayouts/slideLayout15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5" y="4406903"/>
            <a:ext cx="10363200" cy="1362075"/>
          </a:xfrm>
        </p:spPr>
        <p:txBody>
          <a:bodyPr anchor="t"/>
          <a:lstStyle>
            <a:lvl1pPr algn="l">
              <a:defRPr sz="2000" b="1" cap="all"/>
            </a:lvl1pPr>
          </a:lstStyle>
          <a:p>
            <a:r>
              <a:rPr lang="en-US"/>
              <a:t>Click to edit Master title style</a:t>
            </a:r>
          </a:p>
        </p:txBody>
      </p:sp>
      <p:sp>
        <p:nvSpPr>
          <p:cNvPr id="3" name="Text Placeholder 2"/>
          <p:cNvSpPr>
            <a:spLocks noGrp="1"/>
          </p:cNvSpPr>
          <p:nvPr>
            <p:ph type="body" idx="1"/>
          </p:nvPr>
        </p:nvSpPr>
        <p:spPr>
          <a:xfrm>
            <a:off x="963085" y="2906713"/>
            <a:ext cx="10363200" cy="1500187"/>
          </a:xfrm>
        </p:spPr>
        <p:txBody>
          <a:bodyPr anchor="b"/>
          <a:lstStyle>
            <a:lvl1pPr marL="0" indent="0">
              <a:buNone/>
              <a:defRPr sz="1000">
                <a:solidFill>
                  <a:schemeClr val="tx1">
                    <a:tint val="75000"/>
                  </a:schemeClr>
                </a:solidFill>
              </a:defRPr>
            </a:lvl1pPr>
            <a:lvl2pPr marL="228520" indent="0">
              <a:buNone/>
              <a:defRPr sz="900">
                <a:solidFill>
                  <a:schemeClr val="tx1">
                    <a:tint val="75000"/>
                  </a:schemeClr>
                </a:solidFill>
              </a:defRPr>
            </a:lvl2pPr>
            <a:lvl3pPr marL="457039" indent="0">
              <a:buNone/>
              <a:defRPr sz="800">
                <a:solidFill>
                  <a:schemeClr val="tx1">
                    <a:tint val="75000"/>
                  </a:schemeClr>
                </a:solidFill>
              </a:defRPr>
            </a:lvl3pPr>
            <a:lvl4pPr marL="685559" indent="0">
              <a:buNone/>
              <a:defRPr sz="700">
                <a:solidFill>
                  <a:schemeClr val="tx1">
                    <a:tint val="75000"/>
                  </a:schemeClr>
                </a:solidFill>
              </a:defRPr>
            </a:lvl4pPr>
            <a:lvl5pPr marL="914078" indent="0">
              <a:buNone/>
              <a:defRPr sz="700">
                <a:solidFill>
                  <a:schemeClr val="tx1">
                    <a:tint val="75000"/>
                  </a:schemeClr>
                </a:solidFill>
              </a:defRPr>
            </a:lvl5pPr>
            <a:lvl6pPr marL="1142598" indent="0">
              <a:buNone/>
              <a:defRPr sz="700">
                <a:solidFill>
                  <a:schemeClr val="tx1">
                    <a:tint val="75000"/>
                  </a:schemeClr>
                </a:solidFill>
              </a:defRPr>
            </a:lvl6pPr>
            <a:lvl7pPr marL="1371117" indent="0">
              <a:buNone/>
              <a:defRPr sz="700">
                <a:solidFill>
                  <a:schemeClr val="tx1">
                    <a:tint val="75000"/>
                  </a:schemeClr>
                </a:solidFill>
              </a:defRPr>
            </a:lvl7pPr>
            <a:lvl8pPr marL="1599636" indent="0">
              <a:buNone/>
              <a:defRPr sz="700">
                <a:solidFill>
                  <a:schemeClr val="tx1">
                    <a:tint val="75000"/>
                  </a:schemeClr>
                </a:solidFill>
              </a:defRPr>
            </a:lvl8pPr>
            <a:lvl9pPr marL="1828156" indent="0">
              <a:buNone/>
              <a:defRPr sz="7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lvl1pPr>
              <a:defRPr/>
            </a:lvl1pPr>
          </a:lstStyle>
          <a:p>
            <a:fld id="{8DEB9B85-AFB3-4A1D-8533-C2849F9B449D}" type="datetime1">
              <a:rPr lang="en-US" smtClean="0"/>
              <a:pPr/>
              <a:t>7/6/2026</a:t>
            </a:fld>
            <a:endParaRPr lang="en-US" dirty="0"/>
          </a:p>
        </p:txBody>
      </p:sp>
      <p:sp>
        <p:nvSpPr>
          <p:cNvPr id="6" name="Slide Number Placeholder 5"/>
          <p:cNvSpPr>
            <a:spLocks noGrp="1"/>
          </p:cNvSpPr>
          <p:nvPr>
            <p:ph type="sldNum" sz="quarter" idx="12"/>
          </p:nvPr>
        </p:nvSpPr>
        <p:spPr/>
        <p:txBody>
          <a:bodyPr/>
          <a:lstStyle>
            <a:lvl1pPr>
              <a:defRPr/>
            </a:lvl1pPr>
          </a:lstStyle>
          <a:p>
            <a:fld id="{6D901E28-B783-45A5-934D-311B12C5CFDA}" type="slidenum">
              <a:rPr lang="en-US" smtClean="0"/>
              <a:pPr/>
              <a:t>‹#›</a:t>
            </a:fld>
            <a:endParaRPr lang="en-US" dirty="0"/>
          </a:p>
        </p:txBody>
      </p:sp>
    </p:spTree>
    <p:extLst>
      <p:ext uri="{BB962C8B-B14F-4D97-AF65-F5344CB8AC3E}">
        <p14:creationId xmlns:p14="http://schemas.microsoft.com/office/powerpoint/2010/main" val="830937199"/>
      </p:ext>
    </p:extLst>
  </p:cSld>
  <p:clrMapOvr>
    <a:masterClrMapping/>
  </p:clrMapOvr>
</p:sldLayout>
</file>

<file path=ppt/slideLayouts/slideLayout15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1625600" y="3200403"/>
            <a:ext cx="14530918" cy="9051925"/>
          </a:xfrm>
        </p:spPr>
        <p:txBody>
          <a:bodyPr/>
          <a:lstStyle>
            <a:lvl1pPr>
              <a:defRPr sz="1400"/>
            </a:lvl1pPr>
            <a:lvl2pPr>
              <a:defRPr sz="1200"/>
            </a:lvl2pPr>
            <a:lvl3pPr>
              <a:defRPr sz="1000"/>
            </a:lvl3pPr>
            <a:lvl4pPr>
              <a:defRPr sz="900"/>
            </a:lvl4pPr>
            <a:lvl5pPr>
              <a:defRPr sz="900"/>
            </a:lvl5pPr>
            <a:lvl6pPr>
              <a:defRPr sz="900"/>
            </a:lvl6pPr>
            <a:lvl7pPr>
              <a:defRPr sz="900"/>
            </a:lvl7pPr>
            <a:lvl8pPr>
              <a:defRPr sz="900"/>
            </a:lvl8pPr>
            <a:lvl9pPr>
              <a:defRPr sz="9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p:cNvSpPr>
            <a:spLocks noGrp="1"/>
          </p:cNvSpPr>
          <p:nvPr>
            <p:ph type="title"/>
          </p:nvPr>
        </p:nvSpPr>
        <p:spPr/>
        <p:txBody>
          <a:bodyPr/>
          <a:lstStyle/>
          <a:p>
            <a:r>
              <a:rPr lang="en-US"/>
              <a:t>Click to edit Master title style</a:t>
            </a:r>
          </a:p>
        </p:txBody>
      </p:sp>
      <p:sp>
        <p:nvSpPr>
          <p:cNvPr id="4" name="Content Placeholder 3"/>
          <p:cNvSpPr>
            <a:spLocks noGrp="1"/>
          </p:cNvSpPr>
          <p:nvPr>
            <p:ph sz="half" idx="2"/>
          </p:nvPr>
        </p:nvSpPr>
        <p:spPr>
          <a:xfrm>
            <a:off x="16359720" y="3200403"/>
            <a:ext cx="14530916" cy="9051925"/>
          </a:xfrm>
        </p:spPr>
        <p:txBody>
          <a:bodyPr/>
          <a:lstStyle>
            <a:lvl1pPr>
              <a:defRPr sz="1400"/>
            </a:lvl1pPr>
            <a:lvl2pPr>
              <a:defRPr sz="1200"/>
            </a:lvl2pPr>
            <a:lvl3pPr>
              <a:defRPr sz="1000"/>
            </a:lvl3pPr>
            <a:lvl4pPr>
              <a:defRPr sz="900"/>
            </a:lvl4pPr>
            <a:lvl5pPr>
              <a:defRPr sz="900"/>
            </a:lvl5pPr>
            <a:lvl6pPr>
              <a:defRPr sz="900"/>
            </a:lvl6pPr>
            <a:lvl7pPr>
              <a:defRPr sz="900"/>
            </a:lvl7pPr>
            <a:lvl8pPr>
              <a:defRPr sz="900"/>
            </a:lvl8pPr>
            <a:lvl9pPr>
              <a:defRPr sz="9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lvl1pPr>
              <a:defRPr/>
            </a:lvl1pPr>
          </a:lstStyle>
          <a:p>
            <a:fld id="{DF74D03B-C1B7-4735-BC8A-E10CC7DE85A9}" type="datetime1">
              <a:rPr lang="en-US" smtClean="0"/>
              <a:pPr/>
              <a:t>7/6/2026</a:t>
            </a:fld>
            <a:endParaRPr lang="en-US" dirty="0"/>
          </a:p>
        </p:txBody>
      </p:sp>
      <p:sp>
        <p:nvSpPr>
          <p:cNvPr id="6" name="Footer Placeholder 5"/>
          <p:cNvSpPr>
            <a:spLocks noGrp="1"/>
          </p:cNvSpPr>
          <p:nvPr>
            <p:ph type="ftr" sz="quarter" idx="11"/>
          </p:nvPr>
        </p:nvSpPr>
        <p:spPr/>
        <p:txBody>
          <a:bodyPr/>
          <a:lstStyle>
            <a:lvl1pPr>
              <a:defRPr/>
            </a:lvl1pPr>
          </a:lstStyle>
          <a:p>
            <a:r>
              <a:rPr lang="en-US" dirty="0"/>
              <a:t>© </a:t>
            </a:r>
            <a:r>
              <a:rPr lang="en-US" dirty="0" err="1"/>
              <a:t>Aurigene</a:t>
            </a:r>
            <a:r>
              <a:rPr lang="en-US" dirty="0"/>
              <a:t> Discovery Technologies Limited.</a:t>
            </a:r>
          </a:p>
        </p:txBody>
      </p:sp>
      <p:sp>
        <p:nvSpPr>
          <p:cNvPr id="7" name="Slide Number Placeholder 6"/>
          <p:cNvSpPr>
            <a:spLocks noGrp="1"/>
          </p:cNvSpPr>
          <p:nvPr>
            <p:ph type="sldNum" sz="quarter" idx="12"/>
          </p:nvPr>
        </p:nvSpPr>
        <p:spPr/>
        <p:txBody>
          <a:bodyPr/>
          <a:lstStyle>
            <a:lvl1pPr>
              <a:defRPr/>
            </a:lvl1pPr>
          </a:lstStyle>
          <a:p>
            <a:fld id="{6D901E28-B783-45A5-934D-311B12C5CFDA}" type="slidenum">
              <a:rPr lang="en-US" smtClean="0"/>
              <a:pPr/>
              <a:t>‹#›</a:t>
            </a:fld>
            <a:endParaRPr lang="en-US" dirty="0"/>
          </a:p>
        </p:txBody>
      </p:sp>
    </p:spTree>
    <p:extLst>
      <p:ext uri="{BB962C8B-B14F-4D97-AF65-F5344CB8AC3E}">
        <p14:creationId xmlns:p14="http://schemas.microsoft.com/office/powerpoint/2010/main" val="1416644096"/>
      </p:ext>
    </p:extLst>
  </p:cSld>
  <p:clrMapOvr>
    <a:masterClrMapping/>
  </p:clrMapOvr>
</p:sldLayout>
</file>

<file path=ppt/slideLayouts/slideLayout16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8" cy="639762"/>
          </a:xfrm>
        </p:spPr>
        <p:txBody>
          <a:bodyPr anchor="b"/>
          <a:lstStyle>
            <a:lvl1pPr marL="0" indent="0">
              <a:buNone/>
              <a:defRPr sz="1200" b="1"/>
            </a:lvl1pPr>
            <a:lvl2pPr marL="228520" indent="0">
              <a:buNone/>
              <a:defRPr sz="1000" b="1"/>
            </a:lvl2pPr>
            <a:lvl3pPr marL="457039" indent="0">
              <a:buNone/>
              <a:defRPr sz="900" b="1"/>
            </a:lvl3pPr>
            <a:lvl4pPr marL="685559" indent="0">
              <a:buNone/>
              <a:defRPr sz="800" b="1"/>
            </a:lvl4pPr>
            <a:lvl5pPr marL="914078" indent="0">
              <a:buNone/>
              <a:defRPr sz="800" b="1"/>
            </a:lvl5pPr>
            <a:lvl6pPr marL="1142598" indent="0">
              <a:buNone/>
              <a:defRPr sz="800" b="1"/>
            </a:lvl6pPr>
            <a:lvl7pPr marL="1371117" indent="0">
              <a:buNone/>
              <a:defRPr sz="800" b="1"/>
            </a:lvl7pPr>
            <a:lvl8pPr marL="1599636" indent="0">
              <a:buNone/>
              <a:defRPr sz="800" b="1"/>
            </a:lvl8pPr>
            <a:lvl9pPr marL="1828156" indent="0">
              <a:buNone/>
              <a:defRPr sz="800" b="1"/>
            </a:lvl9pPr>
          </a:lstStyle>
          <a:p>
            <a:pPr lvl="0"/>
            <a:r>
              <a:rPr lang="en-US" dirty="0"/>
              <a:t>Click to edit Master text styles</a:t>
            </a:r>
          </a:p>
        </p:txBody>
      </p:sp>
      <p:sp>
        <p:nvSpPr>
          <p:cNvPr id="4" name="Content Placeholder 3"/>
          <p:cNvSpPr>
            <a:spLocks noGrp="1"/>
          </p:cNvSpPr>
          <p:nvPr>
            <p:ph sz="half" idx="2"/>
          </p:nvPr>
        </p:nvSpPr>
        <p:spPr>
          <a:xfrm>
            <a:off x="609600" y="2174875"/>
            <a:ext cx="5386918" cy="3951288"/>
          </a:xfrm>
        </p:spPr>
        <p:txBody>
          <a:bodyPr/>
          <a:lstStyle>
            <a:lvl1pPr>
              <a:defRPr sz="1200"/>
            </a:lvl1pPr>
            <a:lvl2pPr>
              <a:defRPr sz="1000"/>
            </a:lvl2pPr>
            <a:lvl3pPr>
              <a:defRPr sz="900"/>
            </a:lvl3pPr>
            <a:lvl4pPr>
              <a:defRPr sz="800"/>
            </a:lvl4pPr>
            <a:lvl5pPr>
              <a:defRPr sz="800"/>
            </a:lvl5pPr>
            <a:lvl6pPr>
              <a:defRPr sz="800"/>
            </a:lvl6pPr>
            <a:lvl7pPr>
              <a:defRPr sz="800"/>
            </a:lvl7pPr>
            <a:lvl8pPr>
              <a:defRPr sz="800"/>
            </a:lvl8pPr>
            <a:lvl9pPr>
              <a:defRPr sz="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193370" y="1535113"/>
            <a:ext cx="5389034" cy="639762"/>
          </a:xfrm>
        </p:spPr>
        <p:txBody>
          <a:bodyPr anchor="b"/>
          <a:lstStyle>
            <a:lvl1pPr marL="0" indent="0">
              <a:buNone/>
              <a:defRPr sz="1200" b="1"/>
            </a:lvl1pPr>
            <a:lvl2pPr marL="228520" indent="0">
              <a:buNone/>
              <a:defRPr sz="1000" b="1"/>
            </a:lvl2pPr>
            <a:lvl3pPr marL="457039" indent="0">
              <a:buNone/>
              <a:defRPr sz="900" b="1"/>
            </a:lvl3pPr>
            <a:lvl4pPr marL="685559" indent="0">
              <a:buNone/>
              <a:defRPr sz="800" b="1"/>
            </a:lvl4pPr>
            <a:lvl5pPr marL="914078" indent="0">
              <a:buNone/>
              <a:defRPr sz="800" b="1"/>
            </a:lvl5pPr>
            <a:lvl6pPr marL="1142598" indent="0">
              <a:buNone/>
              <a:defRPr sz="800" b="1"/>
            </a:lvl6pPr>
            <a:lvl7pPr marL="1371117" indent="0">
              <a:buNone/>
              <a:defRPr sz="800" b="1"/>
            </a:lvl7pPr>
            <a:lvl8pPr marL="1599636" indent="0">
              <a:buNone/>
              <a:defRPr sz="800" b="1"/>
            </a:lvl8pPr>
            <a:lvl9pPr marL="1828156" indent="0">
              <a:buNone/>
              <a:defRPr sz="800" b="1"/>
            </a:lvl9pPr>
          </a:lstStyle>
          <a:p>
            <a:pPr lvl="0"/>
            <a:r>
              <a:rPr lang="en-US" dirty="0"/>
              <a:t>Click to edit Master text styles</a:t>
            </a:r>
          </a:p>
        </p:txBody>
      </p:sp>
      <p:sp>
        <p:nvSpPr>
          <p:cNvPr id="6" name="Content Placeholder 5"/>
          <p:cNvSpPr>
            <a:spLocks noGrp="1"/>
          </p:cNvSpPr>
          <p:nvPr>
            <p:ph sz="quarter" idx="4"/>
          </p:nvPr>
        </p:nvSpPr>
        <p:spPr>
          <a:xfrm>
            <a:off x="6193370" y="2174875"/>
            <a:ext cx="5389034" cy="3951288"/>
          </a:xfrm>
        </p:spPr>
        <p:txBody>
          <a:bodyPr/>
          <a:lstStyle>
            <a:lvl1pPr>
              <a:defRPr sz="1200"/>
            </a:lvl1pPr>
            <a:lvl2pPr>
              <a:defRPr sz="1000"/>
            </a:lvl2pPr>
            <a:lvl3pPr>
              <a:defRPr sz="900"/>
            </a:lvl3pPr>
            <a:lvl4pPr>
              <a:defRPr sz="800"/>
            </a:lvl4pPr>
            <a:lvl5pPr>
              <a:defRPr sz="800"/>
            </a:lvl5pPr>
            <a:lvl6pPr>
              <a:defRPr sz="800"/>
            </a:lvl6pPr>
            <a:lvl7pPr>
              <a:defRPr sz="800"/>
            </a:lvl7pPr>
            <a:lvl8pPr>
              <a:defRPr sz="800"/>
            </a:lvl8pPr>
            <a:lvl9pPr>
              <a:defRPr sz="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lvl1pPr>
              <a:defRPr/>
            </a:lvl1pPr>
          </a:lstStyle>
          <a:p>
            <a:fld id="{63198B17-007E-4CB4-9F16-7D5D578F2DA3}" type="datetime1">
              <a:rPr lang="en-US" smtClean="0"/>
              <a:pPr/>
              <a:t>7/6/2026</a:t>
            </a:fld>
            <a:endParaRPr lang="en-US" dirty="0"/>
          </a:p>
        </p:txBody>
      </p:sp>
      <p:sp>
        <p:nvSpPr>
          <p:cNvPr id="8" name="Footer Placeholder 7"/>
          <p:cNvSpPr>
            <a:spLocks noGrp="1"/>
          </p:cNvSpPr>
          <p:nvPr>
            <p:ph type="ftr" sz="quarter" idx="11"/>
          </p:nvPr>
        </p:nvSpPr>
        <p:spPr/>
        <p:txBody>
          <a:bodyPr/>
          <a:lstStyle>
            <a:lvl1pPr>
              <a:defRPr/>
            </a:lvl1pPr>
          </a:lstStyle>
          <a:p>
            <a:r>
              <a:rPr lang="en-US" dirty="0"/>
              <a:t>© </a:t>
            </a:r>
            <a:r>
              <a:rPr lang="en-US" dirty="0" err="1"/>
              <a:t>Aurigene</a:t>
            </a:r>
            <a:r>
              <a:rPr lang="en-US" dirty="0"/>
              <a:t> Discovery Technologies Limited.</a:t>
            </a:r>
          </a:p>
        </p:txBody>
      </p:sp>
      <p:sp>
        <p:nvSpPr>
          <p:cNvPr id="9" name="Slide Number Placeholder 8"/>
          <p:cNvSpPr>
            <a:spLocks noGrp="1"/>
          </p:cNvSpPr>
          <p:nvPr>
            <p:ph type="sldNum" sz="quarter" idx="12"/>
          </p:nvPr>
        </p:nvSpPr>
        <p:spPr/>
        <p:txBody>
          <a:bodyPr/>
          <a:lstStyle>
            <a:lvl1pPr>
              <a:defRPr/>
            </a:lvl1pPr>
          </a:lstStyle>
          <a:p>
            <a:fld id="{6D901E28-B783-45A5-934D-311B12C5CFDA}" type="slidenum">
              <a:rPr lang="en-US" smtClean="0"/>
              <a:pPr/>
              <a:t>‹#›</a:t>
            </a:fld>
            <a:endParaRPr lang="en-US" dirty="0"/>
          </a:p>
        </p:txBody>
      </p:sp>
    </p:spTree>
    <p:extLst>
      <p:ext uri="{BB962C8B-B14F-4D97-AF65-F5344CB8AC3E}">
        <p14:creationId xmlns:p14="http://schemas.microsoft.com/office/powerpoint/2010/main" val="2362557910"/>
      </p:ext>
    </p:extLst>
  </p:cSld>
  <p:clrMapOvr>
    <a:masterClrMapping/>
  </p:clrMapOvr>
</p:sldLayout>
</file>

<file path=ppt/slideLayouts/slideLayout16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lvl1pPr>
              <a:defRPr/>
            </a:lvl1pPr>
          </a:lstStyle>
          <a:p>
            <a:fld id="{F2D501FD-8AB5-415D-B236-651335E8351E}" type="datetime1">
              <a:rPr lang="en-US" smtClean="0"/>
              <a:pPr/>
              <a:t>7/6/2026</a:t>
            </a:fld>
            <a:endParaRPr lang="en-US" dirty="0"/>
          </a:p>
        </p:txBody>
      </p:sp>
      <p:sp>
        <p:nvSpPr>
          <p:cNvPr id="4" name="Footer Placeholder 3"/>
          <p:cNvSpPr>
            <a:spLocks noGrp="1"/>
          </p:cNvSpPr>
          <p:nvPr>
            <p:ph type="ftr" sz="quarter" idx="11"/>
          </p:nvPr>
        </p:nvSpPr>
        <p:spPr/>
        <p:txBody>
          <a:bodyPr/>
          <a:lstStyle>
            <a:lvl1pPr>
              <a:defRPr/>
            </a:lvl1pPr>
          </a:lstStyle>
          <a:p>
            <a:r>
              <a:rPr lang="en-US" dirty="0"/>
              <a:t>© </a:t>
            </a:r>
            <a:r>
              <a:rPr lang="en-US" dirty="0" err="1"/>
              <a:t>Aurigene</a:t>
            </a:r>
            <a:r>
              <a:rPr lang="en-US" dirty="0"/>
              <a:t> Discovery Technologies Limited.</a:t>
            </a:r>
          </a:p>
        </p:txBody>
      </p:sp>
      <p:sp>
        <p:nvSpPr>
          <p:cNvPr id="5" name="Slide Number Placeholder 4"/>
          <p:cNvSpPr>
            <a:spLocks noGrp="1"/>
          </p:cNvSpPr>
          <p:nvPr>
            <p:ph type="sldNum" sz="quarter" idx="12"/>
          </p:nvPr>
        </p:nvSpPr>
        <p:spPr/>
        <p:txBody>
          <a:bodyPr/>
          <a:lstStyle>
            <a:lvl1pPr>
              <a:defRPr/>
            </a:lvl1pPr>
          </a:lstStyle>
          <a:p>
            <a:fld id="{6D901E28-B783-45A5-934D-311B12C5CFDA}" type="slidenum">
              <a:rPr lang="en-US" smtClean="0"/>
              <a:pPr/>
              <a:t>‹#›</a:t>
            </a:fld>
            <a:endParaRPr lang="en-US" dirty="0"/>
          </a:p>
        </p:txBody>
      </p:sp>
      <p:pic>
        <p:nvPicPr>
          <p:cNvPr id="6" name="Logo-01.png" descr="Logo-01.png">
            <a:extLst>
              <a:ext uri="{FF2B5EF4-FFF2-40B4-BE49-F238E27FC236}">
                <a16:creationId xmlns:a16="http://schemas.microsoft.com/office/drawing/2014/main" id="{DF5060EE-7787-4C40-BC57-3A48A10AA1F1}"/>
              </a:ext>
            </a:extLst>
          </p:cNvPr>
          <p:cNvPicPr>
            <a:picLocks noChangeAspect="1"/>
          </p:cNvPicPr>
          <p:nvPr userDrawn="1"/>
        </p:nvPicPr>
        <p:blipFill>
          <a:blip r:embed="rId2" cstate="print"/>
          <a:stretch>
            <a:fillRect/>
          </a:stretch>
        </p:blipFill>
        <p:spPr>
          <a:xfrm>
            <a:off x="10134790" y="5608976"/>
            <a:ext cx="1649095" cy="1005725"/>
          </a:xfrm>
          <a:prstGeom prst="rect">
            <a:avLst/>
          </a:prstGeom>
          <a:ln w="12700">
            <a:miter lim="400000"/>
          </a:ln>
        </p:spPr>
      </p:pic>
    </p:spTree>
    <p:extLst>
      <p:ext uri="{BB962C8B-B14F-4D97-AF65-F5344CB8AC3E}">
        <p14:creationId xmlns:p14="http://schemas.microsoft.com/office/powerpoint/2010/main" val="2026410654"/>
      </p:ext>
    </p:extLst>
  </p:cSld>
  <p:clrMapOvr>
    <a:masterClrMapping/>
  </p:clrMapOvr>
</p:sldLayout>
</file>

<file path=ppt/slideLayouts/slideLayout162.xml><?xml version="1.0" encoding="utf-8"?>
<p:sldLayout xmlns:a="http://schemas.openxmlformats.org/drawingml/2006/main" xmlns:r="http://schemas.openxmlformats.org/officeDocument/2006/relationships" xmlns:p="http://schemas.openxmlformats.org/presentationml/2006/main" preserve="1" userDrawn="1">
  <p:cSld name="Blank layout">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D531ED94-9B1C-472B-B9EB-4A52BAB59EBB}"/>
              </a:ext>
            </a:extLst>
          </p:cNvPr>
          <p:cNvSpPr>
            <a:spLocks noGrp="1"/>
          </p:cNvSpPr>
          <p:nvPr>
            <p:ph type="dt" sz="half" idx="10"/>
          </p:nvPr>
        </p:nvSpPr>
        <p:spPr/>
        <p:txBody>
          <a:bodyPr/>
          <a:lstStyle>
            <a:lvl1pPr>
              <a:defRPr/>
            </a:lvl1pPr>
          </a:lstStyle>
          <a:p>
            <a:fld id="{43D95715-F1B5-4B03-80BA-58B44C9FB0D2}" type="datetime1">
              <a:rPr lang="en-US" smtClean="0"/>
              <a:pPr/>
              <a:t>7/6/2026</a:t>
            </a:fld>
            <a:endParaRPr lang="en-US" dirty="0"/>
          </a:p>
        </p:txBody>
      </p:sp>
      <p:sp>
        <p:nvSpPr>
          <p:cNvPr id="4" name="Footer Placeholder 3">
            <a:extLst>
              <a:ext uri="{FF2B5EF4-FFF2-40B4-BE49-F238E27FC236}">
                <a16:creationId xmlns:a16="http://schemas.microsoft.com/office/drawing/2014/main" id="{4E0BAC5B-5C15-4B6A-BE49-7D9724384155}"/>
              </a:ext>
            </a:extLst>
          </p:cNvPr>
          <p:cNvSpPr>
            <a:spLocks noGrp="1"/>
          </p:cNvSpPr>
          <p:nvPr>
            <p:ph type="ftr" sz="quarter" idx="11"/>
          </p:nvPr>
        </p:nvSpPr>
        <p:spPr/>
        <p:txBody>
          <a:bodyPr/>
          <a:lstStyle>
            <a:lvl1pPr>
              <a:defRPr/>
            </a:lvl1pPr>
          </a:lstStyle>
          <a:p>
            <a:pPr>
              <a:defRPr/>
            </a:pPr>
            <a:r>
              <a:rPr lang="en-US" dirty="0"/>
              <a:t>© </a:t>
            </a:r>
            <a:r>
              <a:rPr lang="en-US" dirty="0" err="1"/>
              <a:t>Aurigene</a:t>
            </a:r>
            <a:r>
              <a:rPr lang="en-US" dirty="0"/>
              <a:t> Discovery Technologies Limited.</a:t>
            </a:r>
          </a:p>
        </p:txBody>
      </p:sp>
      <p:sp>
        <p:nvSpPr>
          <p:cNvPr id="5" name="Slide Number Placeholder 4">
            <a:extLst>
              <a:ext uri="{FF2B5EF4-FFF2-40B4-BE49-F238E27FC236}">
                <a16:creationId xmlns:a16="http://schemas.microsoft.com/office/drawing/2014/main" id="{BE0833AE-AC42-4271-B671-B0711CC6F895}"/>
              </a:ext>
            </a:extLst>
          </p:cNvPr>
          <p:cNvSpPr>
            <a:spLocks noGrp="1"/>
          </p:cNvSpPr>
          <p:nvPr>
            <p:ph type="sldNum" sz="quarter" idx="12"/>
          </p:nvPr>
        </p:nvSpPr>
        <p:spPr/>
        <p:txBody>
          <a:bodyPr/>
          <a:lstStyle>
            <a:lvl1pPr>
              <a:defRPr/>
            </a:lvl1pPr>
          </a:lstStyle>
          <a:p>
            <a:fld id="{6D901E28-B783-45A5-934D-311B12C5CFDA}" type="slidenum">
              <a:rPr lang="en-US" smtClean="0"/>
              <a:pPr/>
              <a:t>‹#›</a:t>
            </a:fld>
            <a:endParaRPr lang="en-US" dirty="0"/>
          </a:p>
        </p:txBody>
      </p:sp>
    </p:spTree>
    <p:extLst>
      <p:ext uri="{BB962C8B-B14F-4D97-AF65-F5344CB8AC3E}">
        <p14:creationId xmlns:p14="http://schemas.microsoft.com/office/powerpoint/2010/main" val="1431522063"/>
      </p:ext>
    </p:extLst>
  </p:cSld>
  <p:clrMapOvr>
    <a:masterClrMapping/>
  </p:clrMapOvr>
</p:sldLayout>
</file>

<file path=ppt/slideLayouts/slideLayout16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fld id="{346EEFFA-9069-48DF-B220-36C4B1A50686}" type="datetime1">
              <a:rPr lang="en-US" smtClean="0"/>
              <a:pPr/>
              <a:t>7/6/2026</a:t>
            </a:fld>
            <a:endParaRPr lang="en-US" dirty="0"/>
          </a:p>
        </p:txBody>
      </p:sp>
      <p:sp>
        <p:nvSpPr>
          <p:cNvPr id="3" name="Footer Placeholder 2"/>
          <p:cNvSpPr>
            <a:spLocks noGrp="1"/>
          </p:cNvSpPr>
          <p:nvPr>
            <p:ph type="ftr" sz="quarter" idx="11"/>
          </p:nvPr>
        </p:nvSpPr>
        <p:spPr/>
        <p:txBody>
          <a:bodyPr/>
          <a:lstStyle>
            <a:lvl1pPr>
              <a:defRPr/>
            </a:lvl1pPr>
          </a:lstStyle>
          <a:p>
            <a:r>
              <a:rPr lang="en-US" dirty="0"/>
              <a:t>© </a:t>
            </a:r>
            <a:r>
              <a:rPr lang="en-US" dirty="0" err="1"/>
              <a:t>Aurigene</a:t>
            </a:r>
            <a:r>
              <a:rPr lang="en-US" dirty="0"/>
              <a:t> Discovery Technologies Limited.</a:t>
            </a:r>
          </a:p>
        </p:txBody>
      </p:sp>
      <p:sp>
        <p:nvSpPr>
          <p:cNvPr id="4" name="Slide Number Placeholder 3"/>
          <p:cNvSpPr>
            <a:spLocks noGrp="1"/>
          </p:cNvSpPr>
          <p:nvPr>
            <p:ph type="sldNum" sz="quarter" idx="12"/>
          </p:nvPr>
        </p:nvSpPr>
        <p:spPr/>
        <p:txBody>
          <a:bodyPr/>
          <a:lstStyle>
            <a:lvl1pPr>
              <a:defRPr/>
            </a:lvl1pPr>
          </a:lstStyle>
          <a:p>
            <a:fld id="{6D901E28-B783-45A5-934D-311B12C5CFDA}" type="slidenum">
              <a:rPr lang="en-US" smtClean="0"/>
              <a:pPr/>
              <a:t>‹#›</a:t>
            </a:fld>
            <a:endParaRPr lang="en-US" dirty="0"/>
          </a:p>
        </p:txBody>
      </p:sp>
    </p:spTree>
    <p:extLst>
      <p:ext uri="{BB962C8B-B14F-4D97-AF65-F5344CB8AC3E}">
        <p14:creationId xmlns:p14="http://schemas.microsoft.com/office/powerpoint/2010/main" val="4252461752"/>
      </p:ext>
    </p:extLst>
  </p:cSld>
  <p:clrMapOvr>
    <a:masterClrMapping/>
  </p:clrMapOvr>
</p:sldLayout>
</file>

<file path=ppt/slideLayouts/slideLayout16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4" y="273050"/>
            <a:ext cx="4011084" cy="1162050"/>
          </a:xfrm>
        </p:spPr>
        <p:txBody>
          <a:bodyPr anchor="b"/>
          <a:lstStyle>
            <a:lvl1pPr algn="l">
              <a:defRPr sz="1000" b="1"/>
            </a:lvl1pPr>
          </a:lstStyle>
          <a:p>
            <a:r>
              <a:rPr lang="en-US"/>
              <a:t>Click to edit Master title style</a:t>
            </a:r>
          </a:p>
        </p:txBody>
      </p:sp>
      <p:sp>
        <p:nvSpPr>
          <p:cNvPr id="3" name="Content Placeholder 2"/>
          <p:cNvSpPr>
            <a:spLocks noGrp="1"/>
          </p:cNvSpPr>
          <p:nvPr>
            <p:ph idx="1"/>
          </p:nvPr>
        </p:nvSpPr>
        <p:spPr>
          <a:xfrm>
            <a:off x="4766734" y="273053"/>
            <a:ext cx="6815667" cy="5853113"/>
          </a:xfrm>
        </p:spPr>
        <p:txBody>
          <a:bodyPr/>
          <a:lstStyle>
            <a:lvl1pPr>
              <a:defRPr sz="1600"/>
            </a:lvl1pPr>
            <a:lvl2pPr>
              <a:defRPr sz="1400"/>
            </a:lvl2pPr>
            <a:lvl3pPr>
              <a:defRPr sz="1200"/>
            </a:lvl3pPr>
            <a:lvl4pPr>
              <a:defRPr sz="1000"/>
            </a:lvl4pPr>
            <a:lvl5pPr>
              <a:defRPr sz="1000"/>
            </a:lvl5pPr>
            <a:lvl6pPr>
              <a:defRPr sz="1000"/>
            </a:lvl6pPr>
            <a:lvl7pPr>
              <a:defRPr sz="1000"/>
            </a:lvl7pPr>
            <a:lvl8pPr>
              <a:defRPr sz="1000"/>
            </a:lvl8pPr>
            <a:lvl9pPr>
              <a:defRPr sz="1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609604" y="1435103"/>
            <a:ext cx="4011084" cy="4691063"/>
          </a:xfrm>
        </p:spPr>
        <p:txBody>
          <a:bodyPr/>
          <a:lstStyle>
            <a:lvl1pPr marL="0" indent="0">
              <a:buNone/>
              <a:defRPr sz="700"/>
            </a:lvl1pPr>
            <a:lvl2pPr marL="228520" indent="0">
              <a:buNone/>
              <a:defRPr sz="600"/>
            </a:lvl2pPr>
            <a:lvl3pPr marL="457039" indent="0">
              <a:buNone/>
              <a:defRPr sz="500"/>
            </a:lvl3pPr>
            <a:lvl4pPr marL="685559" indent="0">
              <a:buNone/>
              <a:defRPr sz="450"/>
            </a:lvl4pPr>
            <a:lvl5pPr marL="914078" indent="0">
              <a:buNone/>
              <a:defRPr sz="450"/>
            </a:lvl5pPr>
            <a:lvl6pPr marL="1142598" indent="0">
              <a:buNone/>
              <a:defRPr sz="450"/>
            </a:lvl6pPr>
            <a:lvl7pPr marL="1371117" indent="0">
              <a:buNone/>
              <a:defRPr sz="450"/>
            </a:lvl7pPr>
            <a:lvl8pPr marL="1599636" indent="0">
              <a:buNone/>
              <a:defRPr sz="450"/>
            </a:lvl8pPr>
            <a:lvl9pPr marL="1828156" indent="0">
              <a:buNone/>
              <a:defRPr sz="450"/>
            </a:lvl9pPr>
          </a:lstStyle>
          <a:p>
            <a:pPr lvl="0"/>
            <a:r>
              <a:rPr lang="en-US" dirty="0"/>
              <a:t>Click to edit Master text styles</a:t>
            </a:r>
          </a:p>
        </p:txBody>
      </p:sp>
      <p:sp>
        <p:nvSpPr>
          <p:cNvPr id="5" name="Date Placeholder 4"/>
          <p:cNvSpPr>
            <a:spLocks noGrp="1"/>
          </p:cNvSpPr>
          <p:nvPr>
            <p:ph type="dt" sz="half" idx="10"/>
          </p:nvPr>
        </p:nvSpPr>
        <p:spPr/>
        <p:txBody>
          <a:bodyPr/>
          <a:lstStyle>
            <a:lvl1pPr>
              <a:defRPr/>
            </a:lvl1pPr>
          </a:lstStyle>
          <a:p>
            <a:fld id="{F0FA23A1-0614-4B60-8903-CF77ADC902D2}" type="datetime1">
              <a:rPr lang="en-US" smtClean="0"/>
              <a:pPr/>
              <a:t>7/6/2026</a:t>
            </a:fld>
            <a:endParaRPr lang="en-US" dirty="0"/>
          </a:p>
        </p:txBody>
      </p:sp>
      <p:sp>
        <p:nvSpPr>
          <p:cNvPr id="6" name="Footer Placeholder 5"/>
          <p:cNvSpPr>
            <a:spLocks noGrp="1"/>
          </p:cNvSpPr>
          <p:nvPr>
            <p:ph type="ftr" sz="quarter" idx="11"/>
          </p:nvPr>
        </p:nvSpPr>
        <p:spPr/>
        <p:txBody>
          <a:bodyPr/>
          <a:lstStyle>
            <a:lvl1pPr>
              <a:defRPr/>
            </a:lvl1pPr>
          </a:lstStyle>
          <a:p>
            <a:r>
              <a:rPr lang="en-US" dirty="0"/>
              <a:t>© </a:t>
            </a:r>
            <a:r>
              <a:rPr lang="en-US" dirty="0" err="1"/>
              <a:t>Aurigene</a:t>
            </a:r>
            <a:r>
              <a:rPr lang="en-US" dirty="0"/>
              <a:t> Discovery Technologies Limited.</a:t>
            </a:r>
          </a:p>
        </p:txBody>
      </p:sp>
      <p:sp>
        <p:nvSpPr>
          <p:cNvPr id="7" name="Slide Number Placeholder 6"/>
          <p:cNvSpPr>
            <a:spLocks noGrp="1"/>
          </p:cNvSpPr>
          <p:nvPr>
            <p:ph type="sldNum" sz="quarter" idx="12"/>
          </p:nvPr>
        </p:nvSpPr>
        <p:spPr/>
        <p:txBody>
          <a:bodyPr/>
          <a:lstStyle>
            <a:lvl1pPr>
              <a:defRPr/>
            </a:lvl1pPr>
          </a:lstStyle>
          <a:p>
            <a:fld id="{6D901E28-B783-45A5-934D-311B12C5CFDA}" type="slidenum">
              <a:rPr lang="en-US" smtClean="0"/>
              <a:pPr/>
              <a:t>‹#›</a:t>
            </a:fld>
            <a:endParaRPr lang="en-US" dirty="0"/>
          </a:p>
        </p:txBody>
      </p:sp>
    </p:spTree>
    <p:extLst>
      <p:ext uri="{BB962C8B-B14F-4D97-AF65-F5344CB8AC3E}">
        <p14:creationId xmlns:p14="http://schemas.microsoft.com/office/powerpoint/2010/main" val="1015092884"/>
      </p:ext>
    </p:extLst>
  </p:cSld>
  <p:clrMapOvr>
    <a:masterClrMapping/>
  </p:clrMapOvr>
</p:sldLayout>
</file>

<file path=ppt/slideLayouts/slideLayout16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8" y="4800600"/>
            <a:ext cx="7315200" cy="566738"/>
          </a:xfrm>
        </p:spPr>
        <p:txBody>
          <a:bodyPr anchor="b"/>
          <a:lstStyle>
            <a:lvl1pPr algn="l">
              <a:defRPr sz="1000" b="1"/>
            </a:lvl1pPr>
          </a:lstStyle>
          <a:p>
            <a:r>
              <a:rPr lang="en-US"/>
              <a:t>Click to edit Master title style</a:t>
            </a:r>
          </a:p>
        </p:txBody>
      </p:sp>
      <p:sp>
        <p:nvSpPr>
          <p:cNvPr id="3" name="Picture Placeholder 2"/>
          <p:cNvSpPr>
            <a:spLocks noGrp="1"/>
          </p:cNvSpPr>
          <p:nvPr>
            <p:ph type="pic" idx="1"/>
          </p:nvPr>
        </p:nvSpPr>
        <p:spPr>
          <a:xfrm>
            <a:off x="2389718" y="612775"/>
            <a:ext cx="7315200" cy="4114800"/>
          </a:xfrm>
        </p:spPr>
        <p:txBody>
          <a:bodyPr/>
          <a:lstStyle>
            <a:lvl1pPr marL="0" indent="0">
              <a:buNone/>
              <a:defRPr sz="1600"/>
            </a:lvl1pPr>
            <a:lvl2pPr marL="228520" indent="0">
              <a:buNone/>
              <a:defRPr sz="1400"/>
            </a:lvl2pPr>
            <a:lvl3pPr marL="457039" indent="0">
              <a:buNone/>
              <a:defRPr sz="1200"/>
            </a:lvl3pPr>
            <a:lvl4pPr marL="685559" indent="0">
              <a:buNone/>
              <a:defRPr sz="1000"/>
            </a:lvl4pPr>
            <a:lvl5pPr marL="914078" indent="0">
              <a:buNone/>
              <a:defRPr sz="1000"/>
            </a:lvl5pPr>
            <a:lvl6pPr marL="1142598" indent="0">
              <a:buNone/>
              <a:defRPr sz="1000"/>
            </a:lvl6pPr>
            <a:lvl7pPr marL="1371117" indent="0">
              <a:buNone/>
              <a:defRPr sz="1000"/>
            </a:lvl7pPr>
            <a:lvl8pPr marL="1599636" indent="0">
              <a:buNone/>
              <a:defRPr sz="1000"/>
            </a:lvl8pPr>
            <a:lvl9pPr marL="1828156" indent="0">
              <a:buNone/>
              <a:defRPr sz="1000"/>
            </a:lvl9pPr>
          </a:lstStyle>
          <a:p>
            <a:r>
              <a:rPr lang="en-US" dirty="0"/>
              <a:t>Click icon to add picture</a:t>
            </a:r>
          </a:p>
        </p:txBody>
      </p:sp>
      <p:sp>
        <p:nvSpPr>
          <p:cNvPr id="4" name="Text Placeholder 3"/>
          <p:cNvSpPr>
            <a:spLocks noGrp="1"/>
          </p:cNvSpPr>
          <p:nvPr>
            <p:ph type="body" sz="half" idx="2"/>
          </p:nvPr>
        </p:nvSpPr>
        <p:spPr>
          <a:xfrm>
            <a:off x="2389718" y="5367338"/>
            <a:ext cx="7315200" cy="804862"/>
          </a:xfrm>
        </p:spPr>
        <p:txBody>
          <a:bodyPr/>
          <a:lstStyle>
            <a:lvl1pPr marL="0" indent="0">
              <a:buNone/>
              <a:defRPr sz="700"/>
            </a:lvl1pPr>
            <a:lvl2pPr marL="228520" indent="0">
              <a:buNone/>
              <a:defRPr sz="600"/>
            </a:lvl2pPr>
            <a:lvl3pPr marL="457039" indent="0">
              <a:buNone/>
              <a:defRPr sz="500"/>
            </a:lvl3pPr>
            <a:lvl4pPr marL="685559" indent="0">
              <a:buNone/>
              <a:defRPr sz="450"/>
            </a:lvl4pPr>
            <a:lvl5pPr marL="914078" indent="0">
              <a:buNone/>
              <a:defRPr sz="450"/>
            </a:lvl5pPr>
            <a:lvl6pPr marL="1142598" indent="0">
              <a:buNone/>
              <a:defRPr sz="450"/>
            </a:lvl6pPr>
            <a:lvl7pPr marL="1371117" indent="0">
              <a:buNone/>
              <a:defRPr sz="450"/>
            </a:lvl7pPr>
            <a:lvl8pPr marL="1599636" indent="0">
              <a:buNone/>
              <a:defRPr sz="450"/>
            </a:lvl8pPr>
            <a:lvl9pPr marL="1828156" indent="0">
              <a:buNone/>
              <a:defRPr sz="450"/>
            </a:lvl9pPr>
          </a:lstStyle>
          <a:p>
            <a:pPr lvl="0"/>
            <a:r>
              <a:rPr lang="en-US" dirty="0"/>
              <a:t>Click to edit Master text styles</a:t>
            </a:r>
          </a:p>
        </p:txBody>
      </p:sp>
      <p:sp>
        <p:nvSpPr>
          <p:cNvPr id="5" name="Date Placeholder 4"/>
          <p:cNvSpPr>
            <a:spLocks noGrp="1"/>
          </p:cNvSpPr>
          <p:nvPr>
            <p:ph type="dt" sz="half" idx="10"/>
          </p:nvPr>
        </p:nvSpPr>
        <p:spPr/>
        <p:txBody>
          <a:bodyPr/>
          <a:lstStyle>
            <a:lvl1pPr>
              <a:defRPr/>
            </a:lvl1pPr>
          </a:lstStyle>
          <a:p>
            <a:fld id="{633EE45C-FFAE-4266-9727-25C6629306DB}" type="datetime1">
              <a:rPr lang="en-US" smtClean="0"/>
              <a:pPr/>
              <a:t>7/6/2026</a:t>
            </a:fld>
            <a:endParaRPr lang="en-US" dirty="0"/>
          </a:p>
        </p:txBody>
      </p:sp>
      <p:sp>
        <p:nvSpPr>
          <p:cNvPr id="6" name="Footer Placeholder 5"/>
          <p:cNvSpPr>
            <a:spLocks noGrp="1"/>
          </p:cNvSpPr>
          <p:nvPr>
            <p:ph type="ftr" sz="quarter" idx="11"/>
          </p:nvPr>
        </p:nvSpPr>
        <p:spPr/>
        <p:txBody>
          <a:bodyPr/>
          <a:lstStyle>
            <a:lvl1pPr>
              <a:defRPr/>
            </a:lvl1pPr>
          </a:lstStyle>
          <a:p>
            <a:r>
              <a:rPr lang="en-US" dirty="0"/>
              <a:t>© </a:t>
            </a:r>
            <a:r>
              <a:rPr lang="en-US" dirty="0" err="1"/>
              <a:t>Aurigene</a:t>
            </a:r>
            <a:r>
              <a:rPr lang="en-US" dirty="0"/>
              <a:t> Discovery Technologies Limited.</a:t>
            </a:r>
          </a:p>
        </p:txBody>
      </p:sp>
      <p:sp>
        <p:nvSpPr>
          <p:cNvPr id="7" name="Slide Number Placeholder 6"/>
          <p:cNvSpPr>
            <a:spLocks noGrp="1"/>
          </p:cNvSpPr>
          <p:nvPr>
            <p:ph type="sldNum" sz="quarter" idx="12"/>
          </p:nvPr>
        </p:nvSpPr>
        <p:spPr/>
        <p:txBody>
          <a:bodyPr/>
          <a:lstStyle>
            <a:lvl1pPr>
              <a:defRPr/>
            </a:lvl1pPr>
          </a:lstStyle>
          <a:p>
            <a:fld id="{6D901E28-B783-45A5-934D-311B12C5CFDA}" type="slidenum">
              <a:rPr lang="en-US" smtClean="0"/>
              <a:pPr/>
              <a:t>‹#›</a:t>
            </a:fld>
            <a:endParaRPr lang="en-US" dirty="0"/>
          </a:p>
        </p:txBody>
      </p:sp>
    </p:spTree>
    <p:extLst>
      <p:ext uri="{BB962C8B-B14F-4D97-AF65-F5344CB8AC3E}">
        <p14:creationId xmlns:p14="http://schemas.microsoft.com/office/powerpoint/2010/main" val="2399690862"/>
      </p:ext>
    </p:extLst>
  </p:cSld>
  <p:clrMapOvr>
    <a:masterClrMapping/>
  </p:clrMapOvr>
</p:sldLayout>
</file>

<file path=ppt/slideLayouts/slideLayout16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lvl1pPr>
              <a:defRPr/>
            </a:lvl1pPr>
            <a:lvl2pPr>
              <a:defRPr/>
            </a:lvl2pPr>
            <a:lvl3pPr>
              <a:defRPr/>
            </a:lvl3pPr>
            <a:lvl4pPr>
              <a:defRPr/>
            </a:lvl4pPr>
            <a:lvl5pP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lvl1pPr>
              <a:defRPr/>
            </a:lvl1pPr>
          </a:lstStyle>
          <a:p>
            <a:fld id="{3AA24754-03C9-44AB-B5C8-862F07F6080C}" type="datetime1">
              <a:rPr lang="en-US" smtClean="0"/>
              <a:pPr/>
              <a:t>7/6/2026</a:t>
            </a:fld>
            <a:endParaRPr lang="en-US" dirty="0"/>
          </a:p>
        </p:txBody>
      </p:sp>
      <p:sp>
        <p:nvSpPr>
          <p:cNvPr id="5" name="Footer Placeholder 4"/>
          <p:cNvSpPr>
            <a:spLocks noGrp="1"/>
          </p:cNvSpPr>
          <p:nvPr>
            <p:ph type="ftr" sz="quarter" idx="11"/>
          </p:nvPr>
        </p:nvSpPr>
        <p:spPr/>
        <p:txBody>
          <a:bodyPr/>
          <a:lstStyle>
            <a:lvl1pPr>
              <a:defRPr/>
            </a:lvl1pPr>
          </a:lstStyle>
          <a:p>
            <a:r>
              <a:rPr lang="en-US" dirty="0"/>
              <a:t>© </a:t>
            </a:r>
            <a:r>
              <a:rPr lang="en-US" dirty="0" err="1"/>
              <a:t>Aurigene</a:t>
            </a:r>
            <a:r>
              <a:rPr lang="en-US" dirty="0"/>
              <a:t> Discovery Technologies Limited.</a:t>
            </a:r>
          </a:p>
        </p:txBody>
      </p:sp>
      <p:sp>
        <p:nvSpPr>
          <p:cNvPr id="6" name="Slide Number Placeholder 5"/>
          <p:cNvSpPr>
            <a:spLocks noGrp="1"/>
          </p:cNvSpPr>
          <p:nvPr>
            <p:ph type="sldNum" sz="quarter" idx="12"/>
          </p:nvPr>
        </p:nvSpPr>
        <p:spPr/>
        <p:txBody>
          <a:bodyPr/>
          <a:lstStyle>
            <a:lvl1pPr>
              <a:defRPr/>
            </a:lvl1pPr>
          </a:lstStyle>
          <a:p>
            <a:fld id="{6D901E28-B783-45A5-934D-311B12C5CFDA}" type="slidenum">
              <a:rPr lang="en-US" smtClean="0"/>
              <a:pPr/>
              <a:t>‹#›</a:t>
            </a:fld>
            <a:endParaRPr lang="en-US" dirty="0"/>
          </a:p>
        </p:txBody>
      </p:sp>
    </p:spTree>
    <p:extLst>
      <p:ext uri="{BB962C8B-B14F-4D97-AF65-F5344CB8AC3E}">
        <p14:creationId xmlns:p14="http://schemas.microsoft.com/office/powerpoint/2010/main" val="454084924"/>
      </p:ext>
    </p:extLst>
  </p:cSld>
  <p:clrMapOvr>
    <a:masterClrMapping/>
  </p:clrMapOvr>
</p:sldLayout>
</file>

<file path=ppt/slideLayouts/slideLayout16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3575434" y="549275"/>
            <a:ext cx="7315200" cy="1170305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625602" y="549275"/>
            <a:ext cx="21746634" cy="11703050"/>
          </a:xfrm>
        </p:spPr>
        <p:txBody>
          <a:bodyPr vert="eaVert"/>
          <a:lstStyle>
            <a:lvl1pPr>
              <a:defRPr/>
            </a:lvl1pPr>
            <a:lvl2pPr>
              <a:defRPr/>
            </a:lvl2pPr>
            <a:lvl3pPr>
              <a:defRPr/>
            </a:lvl3pPr>
            <a:lvl4pPr>
              <a:defRPr/>
            </a:lvl4pPr>
            <a:lvl5pP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lvl1pPr>
              <a:defRPr/>
            </a:lvl1pPr>
          </a:lstStyle>
          <a:p>
            <a:fld id="{E98B034A-35BD-4760-A267-07AF3BB19CA1}" type="datetime1">
              <a:rPr lang="en-US" smtClean="0"/>
              <a:pPr/>
              <a:t>7/6/2026</a:t>
            </a:fld>
            <a:endParaRPr lang="en-US" dirty="0"/>
          </a:p>
        </p:txBody>
      </p:sp>
      <p:sp>
        <p:nvSpPr>
          <p:cNvPr id="5" name="Footer Placeholder 4"/>
          <p:cNvSpPr>
            <a:spLocks noGrp="1"/>
          </p:cNvSpPr>
          <p:nvPr>
            <p:ph type="ftr" sz="quarter" idx="11"/>
          </p:nvPr>
        </p:nvSpPr>
        <p:spPr/>
        <p:txBody>
          <a:bodyPr/>
          <a:lstStyle>
            <a:lvl1pPr>
              <a:defRPr/>
            </a:lvl1pPr>
          </a:lstStyle>
          <a:p>
            <a:r>
              <a:rPr lang="en-US" dirty="0"/>
              <a:t>© </a:t>
            </a:r>
            <a:r>
              <a:rPr lang="en-US" dirty="0" err="1"/>
              <a:t>Aurigene</a:t>
            </a:r>
            <a:r>
              <a:rPr lang="en-US" dirty="0"/>
              <a:t> Discovery Technologies Limited.</a:t>
            </a:r>
          </a:p>
        </p:txBody>
      </p:sp>
      <p:sp>
        <p:nvSpPr>
          <p:cNvPr id="6" name="Slide Number Placeholder 5"/>
          <p:cNvSpPr>
            <a:spLocks noGrp="1"/>
          </p:cNvSpPr>
          <p:nvPr>
            <p:ph type="sldNum" sz="quarter" idx="12"/>
          </p:nvPr>
        </p:nvSpPr>
        <p:spPr/>
        <p:txBody>
          <a:bodyPr/>
          <a:lstStyle>
            <a:lvl1pPr>
              <a:defRPr/>
            </a:lvl1pPr>
          </a:lstStyle>
          <a:p>
            <a:fld id="{6D901E28-B783-45A5-934D-311B12C5CFDA}" type="slidenum">
              <a:rPr lang="en-US" smtClean="0"/>
              <a:pPr/>
              <a:t>‹#›</a:t>
            </a:fld>
            <a:endParaRPr lang="en-US" dirty="0"/>
          </a:p>
        </p:txBody>
      </p:sp>
    </p:spTree>
    <p:extLst>
      <p:ext uri="{BB962C8B-B14F-4D97-AF65-F5344CB8AC3E}">
        <p14:creationId xmlns:p14="http://schemas.microsoft.com/office/powerpoint/2010/main" val="531963642"/>
      </p:ext>
    </p:extLst>
  </p:cSld>
  <p:clrMapOvr>
    <a:masterClrMapping/>
  </p:clrMapOvr>
</p:sldLayout>
</file>

<file path=ppt/slideLayouts/slideLayout168.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cxnSp>
        <p:nvCxnSpPr>
          <p:cNvPr id="3" name="Straight Connector 2"/>
          <p:cNvCxnSpPr/>
          <p:nvPr userDrawn="1"/>
        </p:nvCxnSpPr>
        <p:spPr>
          <a:xfrm>
            <a:off x="412263" y="746125"/>
            <a:ext cx="11271738" cy="0"/>
          </a:xfrm>
          <a:prstGeom prst="line">
            <a:avLst/>
          </a:prstGeom>
          <a:ln w="12700">
            <a:solidFill>
              <a:srgbClr val="5225B5"/>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4" name="Rectangle 3"/>
          <p:cNvSpPr/>
          <p:nvPr userDrawn="1"/>
        </p:nvSpPr>
        <p:spPr>
          <a:xfrm>
            <a:off x="1" y="6640514"/>
            <a:ext cx="12229124" cy="230187"/>
          </a:xfrm>
          <a:prstGeom prst="rect">
            <a:avLst/>
          </a:prstGeom>
          <a:solidFill>
            <a:srgbClr val="5225B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sz="1800" dirty="0">
              <a:latin typeface="Avenir Next" panose="020B0503020202020204"/>
            </a:endParaRPr>
          </a:p>
        </p:txBody>
      </p:sp>
      <p:sp>
        <p:nvSpPr>
          <p:cNvPr id="5" name="TextBox 4"/>
          <p:cNvSpPr txBox="1">
            <a:spLocks noChangeArrowheads="1"/>
          </p:cNvSpPr>
          <p:nvPr userDrawn="1"/>
        </p:nvSpPr>
        <p:spPr bwMode="auto">
          <a:xfrm>
            <a:off x="11760202" y="6642100"/>
            <a:ext cx="402492" cy="195814"/>
          </a:xfrm>
          <a:prstGeom prst="rect">
            <a:avLst/>
          </a:prstGeom>
          <a:noFill/>
          <a:ln>
            <a:noFill/>
          </a:ln>
        </p:spPr>
        <p:txBody>
          <a:bodyPr lIns="36000" tIns="36000" rIns="36000" bIns="36000">
            <a:spAutoFit/>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algn="r" eaLnBrk="1" hangingPunct="1">
              <a:defRPr/>
            </a:pPr>
            <a:fld id="{A390292B-1EE1-45BA-9B7F-95FA99B5F10F}" type="slidenum">
              <a:rPr lang="en-IN" altLang="en-US" sz="800" smtClean="0">
                <a:solidFill>
                  <a:schemeClr val="bg1"/>
                </a:solidFill>
                <a:latin typeface="Avenir Next" panose="020B0503020202020204"/>
              </a:rPr>
              <a:pPr algn="r" eaLnBrk="1" hangingPunct="1">
                <a:defRPr/>
              </a:pPr>
              <a:t>‹#›</a:t>
            </a:fld>
            <a:endParaRPr lang="en-IN" altLang="en-US" sz="800" dirty="0">
              <a:solidFill>
                <a:schemeClr val="bg1"/>
              </a:solidFill>
              <a:latin typeface="Avenir Next" panose="020B0503020202020204"/>
            </a:endParaRPr>
          </a:p>
        </p:txBody>
      </p:sp>
      <p:sp>
        <p:nvSpPr>
          <p:cNvPr id="6" name="Text Box 20"/>
          <p:cNvSpPr txBox="1">
            <a:spLocks noChangeArrowheads="1"/>
          </p:cNvSpPr>
          <p:nvPr userDrawn="1"/>
        </p:nvSpPr>
        <p:spPr bwMode="auto">
          <a:xfrm>
            <a:off x="8083063" y="6659563"/>
            <a:ext cx="3874477" cy="180690"/>
          </a:xfrm>
          <a:prstGeom prst="rect">
            <a:avLst/>
          </a:prstGeom>
          <a:noFill/>
          <a:ln>
            <a:noFill/>
          </a:ln>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r" fontAlgn="auto">
              <a:lnSpc>
                <a:spcPct val="80000"/>
              </a:lnSpc>
              <a:spcBef>
                <a:spcPct val="50000"/>
              </a:spcBef>
              <a:spcAft>
                <a:spcPts val="0"/>
              </a:spcAft>
              <a:defRPr/>
            </a:pPr>
            <a:r>
              <a:rPr lang="en-US" sz="700" dirty="0">
                <a:solidFill>
                  <a:schemeClr val="bg1"/>
                </a:solidFill>
                <a:latin typeface="Avenir Next" panose="020B0503020202020204"/>
              </a:rPr>
              <a:t>Dr. Reddy’s Laboratories Ltd. </a:t>
            </a:r>
          </a:p>
        </p:txBody>
      </p:sp>
      <p:sp>
        <p:nvSpPr>
          <p:cNvPr id="19" name="Title 1"/>
          <p:cNvSpPr>
            <a:spLocks noGrp="1"/>
          </p:cNvSpPr>
          <p:nvPr>
            <p:ph type="title"/>
          </p:nvPr>
        </p:nvSpPr>
        <p:spPr>
          <a:xfrm>
            <a:off x="488463" y="365132"/>
            <a:ext cx="11271312" cy="681795"/>
          </a:xfrm>
          <a:prstGeom prst="rect">
            <a:avLst/>
          </a:prstGeom>
        </p:spPr>
        <p:txBody>
          <a:bodyPr/>
          <a:lstStyle>
            <a:lvl1pPr>
              <a:defRPr b="1"/>
            </a:lvl1pPr>
          </a:lstStyle>
          <a:p>
            <a:r>
              <a:rPr lang="en-US"/>
              <a:t>Click to edit Master title style</a:t>
            </a:r>
            <a:endParaRPr lang="en-US" dirty="0"/>
          </a:p>
        </p:txBody>
      </p:sp>
    </p:spTree>
    <p:extLst>
      <p:ext uri="{BB962C8B-B14F-4D97-AF65-F5344CB8AC3E}">
        <p14:creationId xmlns:p14="http://schemas.microsoft.com/office/powerpoint/2010/main" val="3078690085"/>
      </p:ext>
    </p:extLst>
  </p:cSld>
  <p:clrMapOvr>
    <a:masterClrMapping/>
  </p:clrMapOvr>
</p:sldLayout>
</file>

<file path=ppt/slideLayouts/slideLayout169.xml><?xml version="1.0" encoding="utf-8"?>
<p:sldLayout xmlns:a="http://schemas.openxmlformats.org/drawingml/2006/main" xmlns:r="http://schemas.openxmlformats.org/officeDocument/2006/relationships" xmlns:p="http://schemas.openxmlformats.org/presentationml/2006/main" preserve="1" userDrawn="1">
  <p:cSld name="Table Single">
    <p:spTree>
      <p:nvGrpSpPr>
        <p:cNvPr id="1" name=""/>
        <p:cNvGrpSpPr/>
        <p:nvPr/>
      </p:nvGrpSpPr>
      <p:grpSpPr>
        <a:xfrm>
          <a:off x="0" y="0"/>
          <a:ext cx="0" cy="0"/>
          <a:chOff x="0" y="0"/>
          <a:chExt cx="0" cy="0"/>
        </a:xfrm>
      </p:grpSpPr>
      <p:sp>
        <p:nvSpPr>
          <p:cNvPr id="2" name="Title 1"/>
          <p:cNvSpPr>
            <a:spLocks noGrp="1"/>
          </p:cNvSpPr>
          <p:nvPr>
            <p:ph type="title"/>
          </p:nvPr>
        </p:nvSpPr>
        <p:spPr>
          <a:xfrm>
            <a:off x="203204" y="30164"/>
            <a:ext cx="9535583" cy="798512"/>
          </a:xfrm>
          <a:prstGeom prst="rect">
            <a:avLst/>
          </a:prstGeom>
        </p:spPr>
        <p:txBody>
          <a:bodyPr/>
          <a:lstStyle/>
          <a:p>
            <a:r>
              <a:rPr lang="en-US"/>
              <a:t>Click to edit Master title style</a:t>
            </a:r>
          </a:p>
        </p:txBody>
      </p:sp>
      <p:sp>
        <p:nvSpPr>
          <p:cNvPr id="12" name="Table Placeholder 11"/>
          <p:cNvSpPr>
            <a:spLocks noGrp="1"/>
          </p:cNvSpPr>
          <p:nvPr>
            <p:ph type="tbl" sz="quarter" idx="10"/>
          </p:nvPr>
        </p:nvSpPr>
        <p:spPr>
          <a:xfrm>
            <a:off x="609600" y="1412876"/>
            <a:ext cx="10973125" cy="4387851"/>
          </a:xfrm>
          <a:prstGeom prst="rect">
            <a:avLst/>
          </a:prstGeom>
        </p:spPr>
        <p:txBody>
          <a:bodyPr/>
          <a:lstStyle>
            <a:lvl1pPr>
              <a:defRPr/>
            </a:lvl1pPr>
          </a:lstStyle>
          <a:p>
            <a:pPr lvl="0"/>
            <a:r>
              <a:rPr lang="en-US" noProof="0" dirty="0"/>
              <a:t>Click icon to add table</a:t>
            </a:r>
          </a:p>
        </p:txBody>
      </p:sp>
      <p:sp>
        <p:nvSpPr>
          <p:cNvPr id="4" name="Slide Number Placeholder 5"/>
          <p:cNvSpPr>
            <a:spLocks noGrp="1"/>
          </p:cNvSpPr>
          <p:nvPr>
            <p:ph type="sldNum" sz="quarter" idx="11"/>
          </p:nvPr>
        </p:nvSpPr>
        <p:spPr>
          <a:xfrm>
            <a:off x="101603" y="6661150"/>
            <a:ext cx="575733" cy="196850"/>
          </a:xfrm>
          <a:prstGeom prst="rect">
            <a:avLst/>
          </a:prstGeom>
        </p:spPr>
        <p:txBody>
          <a:bodyPr/>
          <a:lstStyle>
            <a:lvl1pPr>
              <a:defRPr/>
            </a:lvl1pPr>
          </a:lstStyle>
          <a:p>
            <a:pPr>
              <a:defRPr/>
            </a:pPr>
            <a:fld id="{57E8F31C-5BF1-4683-BEE6-995F2CBFEC93}" type="slidenum">
              <a:rPr lang="en-US" smtClean="0"/>
              <a:pPr>
                <a:defRPr/>
              </a:pPr>
              <a:t>‹#›</a:t>
            </a:fld>
            <a:endParaRPr lang="en-US" dirty="0"/>
          </a:p>
        </p:txBody>
      </p:sp>
    </p:spTree>
    <p:extLst>
      <p:ext uri="{BB962C8B-B14F-4D97-AF65-F5344CB8AC3E}">
        <p14:creationId xmlns:p14="http://schemas.microsoft.com/office/powerpoint/2010/main" val="666352782"/>
      </p:ext>
    </p:extLst>
  </p:cSld>
  <p:clrMapOvr>
    <a:masterClrMapping/>
  </p:clrMapOvr>
</p:sldLayout>
</file>

<file path=ppt/slideLayouts/slideLayout170.xml><?xml version="1.0" encoding="utf-8"?>
<p:sldLayout xmlns:a="http://schemas.openxmlformats.org/drawingml/2006/main" xmlns:r="http://schemas.openxmlformats.org/officeDocument/2006/relationships" xmlns:p="http://schemas.openxmlformats.org/presentationml/2006/main" preserve="1" userDrawn="1">
  <p:cSld name="3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405983122"/>
      </p:ext>
    </p:extLst>
  </p:cSld>
  <p:clrMapOvr>
    <a:masterClrMapping/>
  </p:clrMapOvr>
</p:sldLayout>
</file>

<file path=ppt/slideLayouts/slideLayout171.xml><?xml version="1.0" encoding="utf-8"?>
<p:sldLayout xmlns:a="http://schemas.openxmlformats.org/drawingml/2006/main" xmlns:r="http://schemas.openxmlformats.org/officeDocument/2006/relationships" xmlns:p="http://schemas.openxmlformats.org/presentationml/2006/main" preserve="1" userDrawn="1">
  <p:cSld name="Team ">
    <p:spTree>
      <p:nvGrpSpPr>
        <p:cNvPr id="1" name=""/>
        <p:cNvGrpSpPr/>
        <p:nvPr/>
      </p:nvGrpSpPr>
      <p:grpSpPr>
        <a:xfrm>
          <a:off x="0" y="0"/>
          <a:ext cx="0" cy="0"/>
          <a:chOff x="0" y="0"/>
          <a:chExt cx="0" cy="0"/>
        </a:xfrm>
      </p:grpSpPr>
      <p:sp>
        <p:nvSpPr>
          <p:cNvPr id="5" name="Rectangle: Top Corners Rounded 4">
            <a:extLst>
              <a:ext uri="{FF2B5EF4-FFF2-40B4-BE49-F238E27FC236}">
                <a16:creationId xmlns:a16="http://schemas.microsoft.com/office/drawing/2014/main" id="{B91A756A-3339-4A5E-B01D-FAAB9EFCAD95}"/>
              </a:ext>
            </a:extLst>
          </p:cNvPr>
          <p:cNvSpPr/>
          <p:nvPr userDrawn="1"/>
        </p:nvSpPr>
        <p:spPr>
          <a:xfrm>
            <a:off x="0" y="0"/>
            <a:ext cx="12191999" cy="4113036"/>
          </a:xfrm>
          <a:prstGeom prst="round2SameRect">
            <a:avLst>
              <a:gd name="adj1" fmla="val 0"/>
              <a:gd name="adj2" fmla="val 0"/>
            </a:avLst>
          </a:prstGeom>
          <a:solidFill>
            <a:srgbClr val="1AB587"/>
          </a:solidFill>
          <a:ln>
            <a:noFill/>
          </a:ln>
          <a:effectLst>
            <a:outerShdw blurRad="444500" sx="102000" sy="102000" algn="ctr" rotWithShape="0">
              <a:prstClr val="black">
                <a:alpha val="6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dirty="0">
              <a:solidFill>
                <a:schemeClr val="bg1"/>
              </a:solidFill>
              <a:latin typeface="Quicksand SemiBold" pitchFamily="2" charset="0"/>
              <a:ea typeface="Open Sans" panose="020B0606030504020204" pitchFamily="34" charset="0"/>
              <a:cs typeface="Poppins" panose="00000500000000000000" pitchFamily="2" charset="0"/>
            </a:endParaRPr>
          </a:p>
        </p:txBody>
      </p:sp>
    </p:spTree>
    <p:extLst>
      <p:ext uri="{BB962C8B-B14F-4D97-AF65-F5344CB8AC3E}">
        <p14:creationId xmlns:p14="http://schemas.microsoft.com/office/powerpoint/2010/main" val="1642593617"/>
      </p:ext>
    </p:extLst>
  </p:cSld>
  <p:clrMapOvr>
    <a:masterClrMapping/>
  </p:clrMapOvr>
</p:sldLayout>
</file>

<file path=ppt/slideLayouts/slideLayout172.xml><?xml version="1.0" encoding="utf-8"?>
<p:sldLayout xmlns:a="http://schemas.openxmlformats.org/drawingml/2006/main" xmlns:r="http://schemas.openxmlformats.org/officeDocument/2006/relationships" xmlns:p="http://schemas.openxmlformats.org/presentationml/2006/main" type="tx">
  <p:cSld name="1_Blank">
    <p:bg>
      <p:bgPr>
        <a:solidFill>
          <a:schemeClr val="bg1"/>
        </a:solidFill>
        <a:effectLst/>
      </p:bgPr>
    </p:bg>
    <p:spTree>
      <p:nvGrpSpPr>
        <p:cNvPr id="1" name=""/>
        <p:cNvGrpSpPr/>
        <p:nvPr/>
      </p:nvGrpSpPr>
      <p:grpSpPr>
        <a:xfrm>
          <a:off x="0" y="0"/>
          <a:ext cx="0" cy="0"/>
          <a:chOff x="0" y="0"/>
          <a:chExt cx="0" cy="0"/>
        </a:xfrm>
      </p:grpSpPr>
      <p:sp>
        <p:nvSpPr>
          <p:cNvPr id="110" name="Slide Number"/>
          <p:cNvSpPr txBox="1">
            <a:spLocks noGrp="1"/>
          </p:cNvSpPr>
          <p:nvPr>
            <p:ph type="sldNum" sz="quarter" idx="2"/>
          </p:nvPr>
        </p:nvSpPr>
        <p:spPr>
          <a:xfrm>
            <a:off x="11760779" y="6400094"/>
            <a:ext cx="247664" cy="243657"/>
          </a:xfrm>
          <a:prstGeom prst="rect">
            <a:avLst/>
          </a:prstGeom>
        </p:spPr>
        <p:txBody>
          <a:bodyPr/>
          <a:lstStyle>
            <a:lvl1pPr>
              <a:defRPr sz="1250" b="1" i="0">
                <a:latin typeface="Avenir Next" panose="020B0503020202020204"/>
                <a:ea typeface="Avenir Next" panose="020B0503020202020204"/>
                <a:cs typeface="Arial" panose="020B0604020202020204" pitchFamily="34" charset="0"/>
                <a:sym typeface="Avenir Next Demi Bold"/>
              </a:defRPr>
            </a:lvl1pPr>
          </a:lstStyle>
          <a:p>
            <a:fld id="{86CB4B4D-7CA3-9044-876B-883B54F8677D}" type="slidenum">
              <a:rPr lang="en-IN" smtClean="0"/>
              <a:pPr/>
              <a:t>‹#›</a:t>
            </a:fld>
            <a:endParaRPr lang="en-IN" dirty="0"/>
          </a:p>
        </p:txBody>
      </p:sp>
      <p:sp>
        <p:nvSpPr>
          <p:cNvPr id="111" name="Aurigene Pharmaceutical Services | Lorem Ipsum Dolor"/>
          <p:cNvSpPr txBox="1">
            <a:spLocks noGrp="1"/>
          </p:cNvSpPr>
          <p:nvPr>
            <p:ph type="body" sz="quarter" idx="13"/>
          </p:nvPr>
        </p:nvSpPr>
        <p:spPr>
          <a:xfrm>
            <a:off x="418295" y="6430851"/>
            <a:ext cx="3055580" cy="246189"/>
          </a:xfrm>
          <a:prstGeom prst="rect">
            <a:avLst/>
          </a:prstGeom>
        </p:spPr>
        <p:txBody>
          <a:bodyPr wrap="none">
            <a:spAutoFit/>
          </a:bodyPr>
          <a:lstStyle>
            <a:lvl1pPr marL="0" indent="0" algn="ctr">
              <a:spcBef>
                <a:spcPts val="0"/>
              </a:spcBef>
              <a:buSzTx/>
              <a:buNone/>
              <a:defRPr sz="1000" b="0" i="0">
                <a:latin typeface="Avenir Next" panose="020B0503020202020204"/>
                <a:ea typeface="Avenir Next" panose="020B0503020202020204"/>
                <a:cs typeface="Arial" panose="020B0604020202020204" pitchFamily="34" charset="0"/>
                <a:sym typeface="Avenir Next Medium"/>
              </a:defRPr>
            </a:lvl1pPr>
          </a:lstStyle>
          <a:p>
            <a:r>
              <a:rPr dirty="0" err="1"/>
              <a:t>Aurigene</a:t>
            </a:r>
            <a:r>
              <a:rPr dirty="0"/>
              <a:t> Pharmaceutical Services | Lorem Ipsum Dolor</a:t>
            </a:r>
          </a:p>
        </p:txBody>
      </p:sp>
    </p:spTree>
    <p:extLst>
      <p:ext uri="{BB962C8B-B14F-4D97-AF65-F5344CB8AC3E}">
        <p14:creationId xmlns:p14="http://schemas.microsoft.com/office/powerpoint/2010/main" val="3038850785"/>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3.xml"/><Relationship Id="rId13" Type="http://schemas.openxmlformats.org/officeDocument/2006/relationships/slideLayout" Target="../slideLayouts/slideLayout28.xml"/><Relationship Id="rId18" Type="http://schemas.openxmlformats.org/officeDocument/2006/relationships/slideLayout" Target="../slideLayouts/slideLayout33.xml"/><Relationship Id="rId3" Type="http://schemas.openxmlformats.org/officeDocument/2006/relationships/slideLayout" Target="../slideLayouts/slideLayout18.xml"/><Relationship Id="rId21" Type="http://schemas.openxmlformats.org/officeDocument/2006/relationships/slideLayout" Target="../slideLayouts/slideLayout36.xml"/><Relationship Id="rId7" Type="http://schemas.openxmlformats.org/officeDocument/2006/relationships/slideLayout" Target="../slideLayouts/slideLayout22.xml"/><Relationship Id="rId12" Type="http://schemas.openxmlformats.org/officeDocument/2006/relationships/slideLayout" Target="../slideLayouts/slideLayout27.xml"/><Relationship Id="rId17" Type="http://schemas.openxmlformats.org/officeDocument/2006/relationships/slideLayout" Target="../slideLayouts/slideLayout32.xml"/><Relationship Id="rId2" Type="http://schemas.openxmlformats.org/officeDocument/2006/relationships/slideLayout" Target="../slideLayouts/slideLayout17.xml"/><Relationship Id="rId16" Type="http://schemas.openxmlformats.org/officeDocument/2006/relationships/slideLayout" Target="../slideLayouts/slideLayout31.xml"/><Relationship Id="rId20" Type="http://schemas.openxmlformats.org/officeDocument/2006/relationships/slideLayout" Target="../slideLayouts/slideLayout35.xml"/><Relationship Id="rId1" Type="http://schemas.openxmlformats.org/officeDocument/2006/relationships/slideLayout" Target="../slideLayouts/slideLayout16.xml"/><Relationship Id="rId6" Type="http://schemas.openxmlformats.org/officeDocument/2006/relationships/slideLayout" Target="../slideLayouts/slideLayout21.xml"/><Relationship Id="rId11" Type="http://schemas.openxmlformats.org/officeDocument/2006/relationships/slideLayout" Target="../slideLayouts/slideLayout26.xml"/><Relationship Id="rId5" Type="http://schemas.openxmlformats.org/officeDocument/2006/relationships/slideLayout" Target="../slideLayouts/slideLayout20.xml"/><Relationship Id="rId15" Type="http://schemas.openxmlformats.org/officeDocument/2006/relationships/slideLayout" Target="../slideLayouts/slideLayout30.xml"/><Relationship Id="rId23" Type="http://schemas.openxmlformats.org/officeDocument/2006/relationships/image" Target="../media/image2.png"/><Relationship Id="rId10" Type="http://schemas.openxmlformats.org/officeDocument/2006/relationships/slideLayout" Target="../slideLayouts/slideLayout25.xml"/><Relationship Id="rId19" Type="http://schemas.openxmlformats.org/officeDocument/2006/relationships/slideLayout" Target="../slideLayouts/slideLayout34.xml"/><Relationship Id="rId4" Type="http://schemas.openxmlformats.org/officeDocument/2006/relationships/slideLayout" Target="../slideLayouts/slideLayout19.xml"/><Relationship Id="rId9" Type="http://schemas.openxmlformats.org/officeDocument/2006/relationships/slideLayout" Target="../slideLayouts/slideLayout24.xml"/><Relationship Id="rId14" Type="http://schemas.openxmlformats.org/officeDocument/2006/relationships/slideLayout" Target="../slideLayouts/slideLayout29.xml"/><Relationship Id="rId22"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44.xml"/><Relationship Id="rId13" Type="http://schemas.openxmlformats.org/officeDocument/2006/relationships/slideLayout" Target="../slideLayouts/slideLayout49.xml"/><Relationship Id="rId18" Type="http://schemas.openxmlformats.org/officeDocument/2006/relationships/slideLayout" Target="../slideLayouts/slideLayout54.xml"/><Relationship Id="rId3" Type="http://schemas.openxmlformats.org/officeDocument/2006/relationships/slideLayout" Target="../slideLayouts/slideLayout39.xml"/><Relationship Id="rId21" Type="http://schemas.openxmlformats.org/officeDocument/2006/relationships/slideLayout" Target="../slideLayouts/slideLayout57.xml"/><Relationship Id="rId7" Type="http://schemas.openxmlformats.org/officeDocument/2006/relationships/slideLayout" Target="../slideLayouts/slideLayout43.xml"/><Relationship Id="rId12" Type="http://schemas.openxmlformats.org/officeDocument/2006/relationships/slideLayout" Target="../slideLayouts/slideLayout48.xml"/><Relationship Id="rId17" Type="http://schemas.openxmlformats.org/officeDocument/2006/relationships/slideLayout" Target="../slideLayouts/slideLayout53.xml"/><Relationship Id="rId2" Type="http://schemas.openxmlformats.org/officeDocument/2006/relationships/slideLayout" Target="../slideLayouts/slideLayout38.xml"/><Relationship Id="rId16" Type="http://schemas.openxmlformats.org/officeDocument/2006/relationships/slideLayout" Target="../slideLayouts/slideLayout52.xml"/><Relationship Id="rId20" Type="http://schemas.openxmlformats.org/officeDocument/2006/relationships/slideLayout" Target="../slideLayouts/slideLayout56.xml"/><Relationship Id="rId1" Type="http://schemas.openxmlformats.org/officeDocument/2006/relationships/slideLayout" Target="../slideLayouts/slideLayout37.xml"/><Relationship Id="rId6" Type="http://schemas.openxmlformats.org/officeDocument/2006/relationships/slideLayout" Target="../slideLayouts/slideLayout42.xml"/><Relationship Id="rId11" Type="http://schemas.openxmlformats.org/officeDocument/2006/relationships/slideLayout" Target="../slideLayouts/slideLayout47.xml"/><Relationship Id="rId5" Type="http://schemas.openxmlformats.org/officeDocument/2006/relationships/slideLayout" Target="../slideLayouts/slideLayout41.xml"/><Relationship Id="rId15" Type="http://schemas.openxmlformats.org/officeDocument/2006/relationships/slideLayout" Target="../slideLayouts/slideLayout51.xml"/><Relationship Id="rId10" Type="http://schemas.openxmlformats.org/officeDocument/2006/relationships/slideLayout" Target="../slideLayouts/slideLayout46.xml"/><Relationship Id="rId19" Type="http://schemas.openxmlformats.org/officeDocument/2006/relationships/slideLayout" Target="../slideLayouts/slideLayout55.xml"/><Relationship Id="rId4" Type="http://schemas.openxmlformats.org/officeDocument/2006/relationships/slideLayout" Target="../slideLayouts/slideLayout40.xml"/><Relationship Id="rId9" Type="http://schemas.openxmlformats.org/officeDocument/2006/relationships/slideLayout" Target="../slideLayouts/slideLayout45.xml"/><Relationship Id="rId14" Type="http://schemas.openxmlformats.org/officeDocument/2006/relationships/slideLayout" Target="../slideLayouts/slideLayout50.xml"/><Relationship Id="rId22"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65.xml"/><Relationship Id="rId13" Type="http://schemas.openxmlformats.org/officeDocument/2006/relationships/slideLayout" Target="../slideLayouts/slideLayout70.xml"/><Relationship Id="rId18" Type="http://schemas.openxmlformats.org/officeDocument/2006/relationships/slideLayout" Target="../slideLayouts/slideLayout75.xml"/><Relationship Id="rId3" Type="http://schemas.openxmlformats.org/officeDocument/2006/relationships/slideLayout" Target="../slideLayouts/slideLayout60.xml"/><Relationship Id="rId21" Type="http://schemas.openxmlformats.org/officeDocument/2006/relationships/slideLayout" Target="../slideLayouts/slideLayout78.xml"/><Relationship Id="rId7" Type="http://schemas.openxmlformats.org/officeDocument/2006/relationships/slideLayout" Target="../slideLayouts/slideLayout64.xml"/><Relationship Id="rId12" Type="http://schemas.openxmlformats.org/officeDocument/2006/relationships/slideLayout" Target="../slideLayouts/slideLayout69.xml"/><Relationship Id="rId17" Type="http://schemas.openxmlformats.org/officeDocument/2006/relationships/slideLayout" Target="../slideLayouts/slideLayout74.xml"/><Relationship Id="rId2" Type="http://schemas.openxmlformats.org/officeDocument/2006/relationships/slideLayout" Target="../slideLayouts/slideLayout59.xml"/><Relationship Id="rId16" Type="http://schemas.openxmlformats.org/officeDocument/2006/relationships/slideLayout" Target="../slideLayouts/slideLayout73.xml"/><Relationship Id="rId20" Type="http://schemas.openxmlformats.org/officeDocument/2006/relationships/slideLayout" Target="../slideLayouts/slideLayout77.xml"/><Relationship Id="rId1" Type="http://schemas.openxmlformats.org/officeDocument/2006/relationships/slideLayout" Target="../slideLayouts/slideLayout58.xml"/><Relationship Id="rId6" Type="http://schemas.openxmlformats.org/officeDocument/2006/relationships/slideLayout" Target="../slideLayouts/slideLayout63.xml"/><Relationship Id="rId11" Type="http://schemas.openxmlformats.org/officeDocument/2006/relationships/slideLayout" Target="../slideLayouts/slideLayout68.xml"/><Relationship Id="rId5" Type="http://schemas.openxmlformats.org/officeDocument/2006/relationships/slideLayout" Target="../slideLayouts/slideLayout62.xml"/><Relationship Id="rId15" Type="http://schemas.openxmlformats.org/officeDocument/2006/relationships/slideLayout" Target="../slideLayouts/slideLayout72.xml"/><Relationship Id="rId23" Type="http://schemas.openxmlformats.org/officeDocument/2006/relationships/theme" Target="../theme/theme4.xml"/><Relationship Id="rId10" Type="http://schemas.openxmlformats.org/officeDocument/2006/relationships/slideLayout" Target="../slideLayouts/slideLayout67.xml"/><Relationship Id="rId19" Type="http://schemas.openxmlformats.org/officeDocument/2006/relationships/slideLayout" Target="../slideLayouts/slideLayout76.xml"/><Relationship Id="rId4" Type="http://schemas.openxmlformats.org/officeDocument/2006/relationships/slideLayout" Target="../slideLayouts/slideLayout61.xml"/><Relationship Id="rId9" Type="http://schemas.openxmlformats.org/officeDocument/2006/relationships/slideLayout" Target="../slideLayouts/slideLayout66.xml"/><Relationship Id="rId14" Type="http://schemas.openxmlformats.org/officeDocument/2006/relationships/slideLayout" Target="../slideLayouts/slideLayout71.xml"/><Relationship Id="rId22" Type="http://schemas.openxmlformats.org/officeDocument/2006/relationships/slideLayout" Target="../slideLayouts/slideLayout79.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87.xml"/><Relationship Id="rId13" Type="http://schemas.openxmlformats.org/officeDocument/2006/relationships/slideLayout" Target="../slideLayouts/slideLayout92.xml"/><Relationship Id="rId18" Type="http://schemas.openxmlformats.org/officeDocument/2006/relationships/slideLayout" Target="../slideLayouts/slideLayout97.xml"/><Relationship Id="rId3" Type="http://schemas.openxmlformats.org/officeDocument/2006/relationships/slideLayout" Target="../slideLayouts/slideLayout82.xml"/><Relationship Id="rId21" Type="http://schemas.openxmlformats.org/officeDocument/2006/relationships/slideLayout" Target="../slideLayouts/slideLayout100.xml"/><Relationship Id="rId7" Type="http://schemas.openxmlformats.org/officeDocument/2006/relationships/slideLayout" Target="../slideLayouts/slideLayout86.xml"/><Relationship Id="rId12" Type="http://schemas.openxmlformats.org/officeDocument/2006/relationships/slideLayout" Target="../slideLayouts/slideLayout91.xml"/><Relationship Id="rId17" Type="http://schemas.openxmlformats.org/officeDocument/2006/relationships/slideLayout" Target="../slideLayouts/slideLayout96.xml"/><Relationship Id="rId2" Type="http://schemas.openxmlformats.org/officeDocument/2006/relationships/slideLayout" Target="../slideLayouts/slideLayout81.xml"/><Relationship Id="rId16" Type="http://schemas.openxmlformats.org/officeDocument/2006/relationships/slideLayout" Target="../slideLayouts/slideLayout95.xml"/><Relationship Id="rId20" Type="http://schemas.openxmlformats.org/officeDocument/2006/relationships/slideLayout" Target="../slideLayouts/slideLayout99.xml"/><Relationship Id="rId1" Type="http://schemas.openxmlformats.org/officeDocument/2006/relationships/slideLayout" Target="../slideLayouts/slideLayout80.xml"/><Relationship Id="rId6" Type="http://schemas.openxmlformats.org/officeDocument/2006/relationships/slideLayout" Target="../slideLayouts/slideLayout85.xml"/><Relationship Id="rId11" Type="http://schemas.openxmlformats.org/officeDocument/2006/relationships/slideLayout" Target="../slideLayouts/slideLayout90.xml"/><Relationship Id="rId5" Type="http://schemas.openxmlformats.org/officeDocument/2006/relationships/slideLayout" Target="../slideLayouts/slideLayout84.xml"/><Relationship Id="rId15" Type="http://schemas.openxmlformats.org/officeDocument/2006/relationships/slideLayout" Target="../slideLayouts/slideLayout94.xml"/><Relationship Id="rId23" Type="http://schemas.openxmlformats.org/officeDocument/2006/relationships/theme" Target="../theme/theme5.xml"/><Relationship Id="rId10" Type="http://schemas.openxmlformats.org/officeDocument/2006/relationships/slideLayout" Target="../slideLayouts/slideLayout89.xml"/><Relationship Id="rId19" Type="http://schemas.openxmlformats.org/officeDocument/2006/relationships/slideLayout" Target="../slideLayouts/slideLayout98.xml"/><Relationship Id="rId4" Type="http://schemas.openxmlformats.org/officeDocument/2006/relationships/slideLayout" Target="../slideLayouts/slideLayout83.xml"/><Relationship Id="rId9" Type="http://schemas.openxmlformats.org/officeDocument/2006/relationships/slideLayout" Target="../slideLayouts/slideLayout88.xml"/><Relationship Id="rId14" Type="http://schemas.openxmlformats.org/officeDocument/2006/relationships/slideLayout" Target="../slideLayouts/slideLayout93.xml"/><Relationship Id="rId22" Type="http://schemas.openxmlformats.org/officeDocument/2006/relationships/slideLayout" Target="../slideLayouts/slideLayout101.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109.xml"/><Relationship Id="rId13" Type="http://schemas.openxmlformats.org/officeDocument/2006/relationships/slideLayout" Target="../slideLayouts/slideLayout114.xml"/><Relationship Id="rId18" Type="http://schemas.openxmlformats.org/officeDocument/2006/relationships/tags" Target="../tags/tag2.xml"/><Relationship Id="rId3" Type="http://schemas.openxmlformats.org/officeDocument/2006/relationships/slideLayout" Target="../slideLayouts/slideLayout104.xml"/><Relationship Id="rId7" Type="http://schemas.openxmlformats.org/officeDocument/2006/relationships/slideLayout" Target="../slideLayouts/slideLayout108.xml"/><Relationship Id="rId12" Type="http://schemas.openxmlformats.org/officeDocument/2006/relationships/slideLayout" Target="../slideLayouts/slideLayout113.xml"/><Relationship Id="rId17" Type="http://schemas.openxmlformats.org/officeDocument/2006/relationships/theme" Target="../theme/theme6.xml"/><Relationship Id="rId2" Type="http://schemas.openxmlformats.org/officeDocument/2006/relationships/slideLayout" Target="../slideLayouts/slideLayout103.xml"/><Relationship Id="rId16" Type="http://schemas.openxmlformats.org/officeDocument/2006/relationships/slideLayout" Target="../slideLayouts/slideLayout117.xml"/><Relationship Id="rId1" Type="http://schemas.openxmlformats.org/officeDocument/2006/relationships/slideLayout" Target="../slideLayouts/slideLayout102.xml"/><Relationship Id="rId6" Type="http://schemas.openxmlformats.org/officeDocument/2006/relationships/slideLayout" Target="../slideLayouts/slideLayout107.xml"/><Relationship Id="rId11" Type="http://schemas.openxmlformats.org/officeDocument/2006/relationships/slideLayout" Target="../slideLayouts/slideLayout112.xml"/><Relationship Id="rId5" Type="http://schemas.openxmlformats.org/officeDocument/2006/relationships/slideLayout" Target="../slideLayouts/slideLayout106.xml"/><Relationship Id="rId15" Type="http://schemas.openxmlformats.org/officeDocument/2006/relationships/slideLayout" Target="../slideLayouts/slideLayout116.xml"/><Relationship Id="rId10" Type="http://schemas.openxmlformats.org/officeDocument/2006/relationships/slideLayout" Target="../slideLayouts/slideLayout111.xml"/><Relationship Id="rId4" Type="http://schemas.openxmlformats.org/officeDocument/2006/relationships/slideLayout" Target="../slideLayouts/slideLayout105.xml"/><Relationship Id="rId9" Type="http://schemas.openxmlformats.org/officeDocument/2006/relationships/slideLayout" Target="../slideLayouts/slideLayout110.xml"/><Relationship Id="rId14" Type="http://schemas.openxmlformats.org/officeDocument/2006/relationships/slideLayout" Target="../slideLayouts/slideLayout115.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125.xml"/><Relationship Id="rId13" Type="http://schemas.openxmlformats.org/officeDocument/2006/relationships/slideLayout" Target="../slideLayouts/slideLayout130.xml"/><Relationship Id="rId18" Type="http://schemas.openxmlformats.org/officeDocument/2006/relationships/tags" Target="../tags/tag17.xml"/><Relationship Id="rId3" Type="http://schemas.openxmlformats.org/officeDocument/2006/relationships/slideLayout" Target="../slideLayouts/slideLayout120.xml"/><Relationship Id="rId7" Type="http://schemas.openxmlformats.org/officeDocument/2006/relationships/slideLayout" Target="../slideLayouts/slideLayout124.xml"/><Relationship Id="rId12" Type="http://schemas.openxmlformats.org/officeDocument/2006/relationships/slideLayout" Target="../slideLayouts/slideLayout129.xml"/><Relationship Id="rId17" Type="http://schemas.openxmlformats.org/officeDocument/2006/relationships/theme" Target="../theme/theme7.xml"/><Relationship Id="rId2" Type="http://schemas.openxmlformats.org/officeDocument/2006/relationships/slideLayout" Target="../slideLayouts/slideLayout119.xml"/><Relationship Id="rId16" Type="http://schemas.openxmlformats.org/officeDocument/2006/relationships/slideLayout" Target="../slideLayouts/slideLayout133.xml"/><Relationship Id="rId1" Type="http://schemas.openxmlformats.org/officeDocument/2006/relationships/slideLayout" Target="../slideLayouts/slideLayout118.xml"/><Relationship Id="rId6" Type="http://schemas.openxmlformats.org/officeDocument/2006/relationships/slideLayout" Target="../slideLayouts/slideLayout123.xml"/><Relationship Id="rId11" Type="http://schemas.openxmlformats.org/officeDocument/2006/relationships/slideLayout" Target="../slideLayouts/slideLayout128.xml"/><Relationship Id="rId5" Type="http://schemas.openxmlformats.org/officeDocument/2006/relationships/slideLayout" Target="../slideLayouts/slideLayout122.xml"/><Relationship Id="rId15" Type="http://schemas.openxmlformats.org/officeDocument/2006/relationships/slideLayout" Target="../slideLayouts/slideLayout132.xml"/><Relationship Id="rId10" Type="http://schemas.openxmlformats.org/officeDocument/2006/relationships/slideLayout" Target="../slideLayouts/slideLayout127.xml"/><Relationship Id="rId4" Type="http://schemas.openxmlformats.org/officeDocument/2006/relationships/slideLayout" Target="../slideLayouts/slideLayout121.xml"/><Relationship Id="rId9" Type="http://schemas.openxmlformats.org/officeDocument/2006/relationships/slideLayout" Target="../slideLayouts/slideLayout126.xml"/><Relationship Id="rId14" Type="http://schemas.openxmlformats.org/officeDocument/2006/relationships/slideLayout" Target="../slideLayouts/slideLayout131.xml"/></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141.xml"/><Relationship Id="rId13" Type="http://schemas.openxmlformats.org/officeDocument/2006/relationships/slideLayout" Target="../slideLayouts/slideLayout146.xml"/><Relationship Id="rId18" Type="http://schemas.openxmlformats.org/officeDocument/2006/relationships/tags" Target="../tags/tag34.xml"/><Relationship Id="rId3" Type="http://schemas.openxmlformats.org/officeDocument/2006/relationships/slideLayout" Target="../slideLayouts/slideLayout136.xml"/><Relationship Id="rId7" Type="http://schemas.openxmlformats.org/officeDocument/2006/relationships/slideLayout" Target="../slideLayouts/slideLayout140.xml"/><Relationship Id="rId12" Type="http://schemas.openxmlformats.org/officeDocument/2006/relationships/slideLayout" Target="../slideLayouts/slideLayout145.xml"/><Relationship Id="rId17" Type="http://schemas.openxmlformats.org/officeDocument/2006/relationships/theme" Target="../theme/theme8.xml"/><Relationship Id="rId2" Type="http://schemas.openxmlformats.org/officeDocument/2006/relationships/slideLayout" Target="../slideLayouts/slideLayout135.xml"/><Relationship Id="rId16" Type="http://schemas.openxmlformats.org/officeDocument/2006/relationships/slideLayout" Target="../slideLayouts/slideLayout149.xml"/><Relationship Id="rId1" Type="http://schemas.openxmlformats.org/officeDocument/2006/relationships/slideLayout" Target="../slideLayouts/slideLayout134.xml"/><Relationship Id="rId6" Type="http://schemas.openxmlformats.org/officeDocument/2006/relationships/slideLayout" Target="../slideLayouts/slideLayout139.xml"/><Relationship Id="rId11" Type="http://schemas.openxmlformats.org/officeDocument/2006/relationships/slideLayout" Target="../slideLayouts/slideLayout144.xml"/><Relationship Id="rId5" Type="http://schemas.openxmlformats.org/officeDocument/2006/relationships/slideLayout" Target="../slideLayouts/slideLayout138.xml"/><Relationship Id="rId15" Type="http://schemas.openxmlformats.org/officeDocument/2006/relationships/slideLayout" Target="../slideLayouts/slideLayout148.xml"/><Relationship Id="rId10" Type="http://schemas.openxmlformats.org/officeDocument/2006/relationships/slideLayout" Target="../slideLayouts/slideLayout143.xml"/><Relationship Id="rId4" Type="http://schemas.openxmlformats.org/officeDocument/2006/relationships/slideLayout" Target="../slideLayouts/slideLayout137.xml"/><Relationship Id="rId9" Type="http://schemas.openxmlformats.org/officeDocument/2006/relationships/slideLayout" Target="../slideLayouts/slideLayout142.xml"/><Relationship Id="rId14" Type="http://schemas.openxmlformats.org/officeDocument/2006/relationships/slideLayout" Target="../slideLayouts/slideLayout147.xml"/></Relationships>
</file>

<file path=ppt/slideMasters/_rels/slideMaster9.xml.rels><?xml version="1.0" encoding="UTF-8" standalone="yes"?>
<Relationships xmlns="http://schemas.openxmlformats.org/package/2006/relationships"><Relationship Id="rId8" Type="http://schemas.openxmlformats.org/officeDocument/2006/relationships/slideLayout" Target="../slideLayouts/slideLayout157.xml"/><Relationship Id="rId13" Type="http://schemas.openxmlformats.org/officeDocument/2006/relationships/slideLayout" Target="../slideLayouts/slideLayout162.xml"/><Relationship Id="rId18" Type="http://schemas.openxmlformats.org/officeDocument/2006/relationships/slideLayout" Target="../slideLayouts/slideLayout167.xml"/><Relationship Id="rId3" Type="http://schemas.openxmlformats.org/officeDocument/2006/relationships/slideLayout" Target="../slideLayouts/slideLayout152.xml"/><Relationship Id="rId21" Type="http://schemas.openxmlformats.org/officeDocument/2006/relationships/slideLayout" Target="../slideLayouts/slideLayout170.xml"/><Relationship Id="rId7" Type="http://schemas.openxmlformats.org/officeDocument/2006/relationships/slideLayout" Target="../slideLayouts/slideLayout156.xml"/><Relationship Id="rId12" Type="http://schemas.openxmlformats.org/officeDocument/2006/relationships/slideLayout" Target="../slideLayouts/slideLayout161.xml"/><Relationship Id="rId17" Type="http://schemas.openxmlformats.org/officeDocument/2006/relationships/slideLayout" Target="../slideLayouts/slideLayout166.xml"/><Relationship Id="rId2" Type="http://schemas.openxmlformats.org/officeDocument/2006/relationships/slideLayout" Target="../slideLayouts/slideLayout151.xml"/><Relationship Id="rId16" Type="http://schemas.openxmlformats.org/officeDocument/2006/relationships/slideLayout" Target="../slideLayouts/slideLayout165.xml"/><Relationship Id="rId20" Type="http://schemas.openxmlformats.org/officeDocument/2006/relationships/slideLayout" Target="../slideLayouts/slideLayout169.xml"/><Relationship Id="rId1" Type="http://schemas.openxmlformats.org/officeDocument/2006/relationships/slideLayout" Target="../slideLayouts/slideLayout150.xml"/><Relationship Id="rId6" Type="http://schemas.openxmlformats.org/officeDocument/2006/relationships/slideLayout" Target="../slideLayouts/slideLayout155.xml"/><Relationship Id="rId11" Type="http://schemas.openxmlformats.org/officeDocument/2006/relationships/slideLayout" Target="../slideLayouts/slideLayout160.xml"/><Relationship Id="rId24" Type="http://schemas.openxmlformats.org/officeDocument/2006/relationships/theme" Target="../theme/theme9.xml"/><Relationship Id="rId5" Type="http://schemas.openxmlformats.org/officeDocument/2006/relationships/slideLayout" Target="../slideLayouts/slideLayout154.xml"/><Relationship Id="rId15" Type="http://schemas.openxmlformats.org/officeDocument/2006/relationships/slideLayout" Target="../slideLayouts/slideLayout164.xml"/><Relationship Id="rId23" Type="http://schemas.openxmlformats.org/officeDocument/2006/relationships/slideLayout" Target="../slideLayouts/slideLayout172.xml"/><Relationship Id="rId10" Type="http://schemas.openxmlformats.org/officeDocument/2006/relationships/slideLayout" Target="../slideLayouts/slideLayout159.xml"/><Relationship Id="rId19" Type="http://schemas.openxmlformats.org/officeDocument/2006/relationships/slideLayout" Target="../slideLayouts/slideLayout168.xml"/><Relationship Id="rId4" Type="http://schemas.openxmlformats.org/officeDocument/2006/relationships/slideLayout" Target="../slideLayouts/slideLayout153.xml"/><Relationship Id="rId9" Type="http://schemas.openxmlformats.org/officeDocument/2006/relationships/slideLayout" Target="../slideLayouts/slideLayout158.xml"/><Relationship Id="rId14" Type="http://schemas.openxmlformats.org/officeDocument/2006/relationships/slideLayout" Target="../slideLayouts/slideLayout163.xml"/><Relationship Id="rId22" Type="http://schemas.openxmlformats.org/officeDocument/2006/relationships/slideLayout" Target="../slideLayouts/slideLayout17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46C4AAC-E1C2-ADC8-5DA9-8136CD23D92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54ACFBA0-08C5-8772-8AF7-C56CD583BC2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8FC89B34-EE0A-0FB4-3831-512C498D221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Avenir Next" panose="020B0503020202020204"/>
              </a:defRPr>
            </a:lvl1pPr>
          </a:lstStyle>
          <a:p>
            <a:fld id="{17A254F3-891A-4FAE-BFC3-095FBF08A302}" type="datetimeFigureOut">
              <a:rPr lang="en-US" smtClean="0"/>
              <a:pPr/>
              <a:t>7/6/2026</a:t>
            </a:fld>
            <a:endParaRPr lang="en-US" dirty="0"/>
          </a:p>
        </p:txBody>
      </p:sp>
      <p:sp>
        <p:nvSpPr>
          <p:cNvPr id="5" name="Footer Placeholder 4">
            <a:extLst>
              <a:ext uri="{FF2B5EF4-FFF2-40B4-BE49-F238E27FC236}">
                <a16:creationId xmlns:a16="http://schemas.microsoft.com/office/drawing/2014/main" id="{08B8E780-16B0-BAB0-B560-05705C3027A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Avenir Next" panose="020B0503020202020204"/>
              </a:defRPr>
            </a:lvl1pPr>
          </a:lstStyle>
          <a:p>
            <a:endParaRPr lang="en-US" dirty="0"/>
          </a:p>
        </p:txBody>
      </p:sp>
      <p:sp>
        <p:nvSpPr>
          <p:cNvPr id="6" name="Slide Number Placeholder 5">
            <a:extLst>
              <a:ext uri="{FF2B5EF4-FFF2-40B4-BE49-F238E27FC236}">
                <a16:creationId xmlns:a16="http://schemas.microsoft.com/office/drawing/2014/main" id="{F3A6BB51-85D3-6BC6-DE23-75FC8E3FB06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Avenir Next" panose="020B0503020202020204"/>
              </a:defRPr>
            </a:lvl1pPr>
          </a:lstStyle>
          <a:p>
            <a:fld id="{0BA6C484-4593-4398-892A-29D659C24092}" type="slidenum">
              <a:rPr lang="en-US" smtClean="0"/>
              <a:pPr/>
              <a:t>‹#›</a:t>
            </a:fld>
            <a:endParaRPr lang="en-US" dirty="0"/>
          </a:p>
        </p:txBody>
      </p:sp>
    </p:spTree>
    <p:extLst>
      <p:ext uri="{BB962C8B-B14F-4D97-AF65-F5344CB8AC3E}">
        <p14:creationId xmlns:p14="http://schemas.microsoft.com/office/powerpoint/2010/main" val="103515349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Lst>
  <p:txStyles>
    <p:titleStyle>
      <a:lvl1pPr algn="l" defTabSz="914400" rtl="0" eaLnBrk="1" latinLnBrk="0" hangingPunct="1">
        <a:lnSpc>
          <a:spcPct val="90000"/>
        </a:lnSpc>
        <a:spcBef>
          <a:spcPct val="0"/>
        </a:spcBef>
        <a:buNone/>
        <a:defRPr sz="4400" kern="1200">
          <a:solidFill>
            <a:schemeClr val="tx1"/>
          </a:solidFill>
          <a:latin typeface="Avenir Next" panose="020B0503020202020204"/>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venir Next" panose="020B0503020202020204"/>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venir Next" panose="020B0503020202020204"/>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venir Next" panose="020B0503020202020204"/>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venir Next" panose="020B0503020202020204"/>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venir Next" panose="020B0503020202020204"/>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
        <p:nvSpPr>
          <p:cNvPr id="2" name="Slide Number"/>
          <p:cNvSpPr txBox="1">
            <a:spLocks noGrp="1"/>
          </p:cNvSpPr>
          <p:nvPr>
            <p:ph type="sldNum" sz="quarter" idx="2"/>
          </p:nvPr>
        </p:nvSpPr>
        <p:spPr>
          <a:xfrm>
            <a:off x="9901429" y="6423518"/>
            <a:ext cx="233363" cy="230798"/>
          </a:xfrm>
          <a:prstGeom prst="rect">
            <a:avLst/>
          </a:prstGeom>
          <a:ln w="12700">
            <a:miter lim="400000"/>
          </a:ln>
        </p:spPr>
        <p:txBody>
          <a:bodyPr wrap="none" lIns="45703" tIns="45703" rIns="45703" bIns="45703" anchor="ctr">
            <a:spAutoFit/>
          </a:bodyPr>
          <a:lstStyle>
            <a:lvl1pPr algn="r">
              <a:defRPr sz="900">
                <a:solidFill>
                  <a:srgbClr val="A6A6A6"/>
                </a:solidFill>
                <a:latin typeface="Avenir Next" panose="020B0503020202020204"/>
                <a:ea typeface="Avenir Next" panose="020B0503020202020204"/>
                <a:cs typeface="Arial"/>
                <a:sym typeface="Arial"/>
              </a:defRPr>
            </a:lvl1pPr>
          </a:lstStyle>
          <a:p>
            <a:fld id="{86CB4B4D-7CA3-9044-876B-883B54F8677D}" type="slidenum">
              <a:rPr lang="en-US" smtClean="0"/>
              <a:pPr/>
              <a:t>‹#›</a:t>
            </a:fld>
            <a:endParaRPr lang="en-US" dirty="0"/>
          </a:p>
        </p:txBody>
      </p:sp>
      <p:sp>
        <p:nvSpPr>
          <p:cNvPr id="3" name="Title Text"/>
          <p:cNvSpPr txBox="1">
            <a:spLocks noGrp="1"/>
          </p:cNvSpPr>
          <p:nvPr>
            <p:ph type="title"/>
          </p:nvPr>
        </p:nvSpPr>
        <p:spPr>
          <a:xfrm>
            <a:off x="609600" y="274639"/>
            <a:ext cx="10972800" cy="1143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03" tIns="45703" rIns="45703" bIns="45703" anchor="ctr">
            <a:normAutofit/>
          </a:bodyPr>
          <a:lstStyle/>
          <a:p>
            <a:r>
              <a:t>Title Text</a:t>
            </a:r>
          </a:p>
        </p:txBody>
      </p:sp>
      <p:sp>
        <p:nvSpPr>
          <p:cNvPr id="4" name="Body Level One…"/>
          <p:cNvSpPr txBox="1">
            <a:spLocks noGrp="1"/>
          </p:cNvSpPr>
          <p:nvPr>
            <p:ph type="body" idx="1" hasCustomPrompt="1"/>
          </p:nvPr>
        </p:nvSpPr>
        <p:spPr>
          <a:xfrm>
            <a:off x="609600" y="1600204"/>
            <a:ext cx="10972800" cy="452596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03" tIns="45703" rIns="45703" bIns="45703">
            <a:normAutofit/>
          </a:bodyPr>
          <a:lstStyle/>
          <a:p>
            <a:r>
              <a:rPr dirty="0"/>
              <a:t>Click to edit Master text styles</a:t>
            </a:r>
          </a:p>
          <a:p>
            <a:pPr lvl="1"/>
            <a:endParaRPr dirty="0"/>
          </a:p>
          <a:p>
            <a:pPr lvl="2"/>
            <a:endParaRPr dirty="0"/>
          </a:p>
          <a:p>
            <a:pPr lvl="3"/>
            <a:endParaRPr dirty="0"/>
          </a:p>
          <a:p>
            <a:pPr lvl="4"/>
            <a:endParaRPr dirty="0"/>
          </a:p>
        </p:txBody>
      </p:sp>
      <p:pic>
        <p:nvPicPr>
          <p:cNvPr id="5" name="Logo-01.png" descr="Logo-01.png"/>
          <p:cNvPicPr>
            <a:picLocks noChangeAspect="1"/>
          </p:cNvPicPr>
          <p:nvPr/>
        </p:nvPicPr>
        <p:blipFill>
          <a:blip r:embed="rId23"/>
          <a:stretch>
            <a:fillRect/>
          </a:stretch>
        </p:blipFill>
        <p:spPr>
          <a:xfrm>
            <a:off x="10134789" y="5608975"/>
            <a:ext cx="1649096" cy="1005726"/>
          </a:xfrm>
          <a:prstGeom prst="rect">
            <a:avLst/>
          </a:prstGeom>
          <a:ln w="12700">
            <a:miter lim="400000"/>
          </a:ln>
        </p:spPr>
      </p:pic>
    </p:spTree>
    <p:extLst>
      <p:ext uri="{BB962C8B-B14F-4D97-AF65-F5344CB8AC3E}">
        <p14:creationId xmlns:p14="http://schemas.microsoft.com/office/powerpoint/2010/main" val="773137598"/>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 id="2147483689" r:id="rId12"/>
    <p:sldLayoutId id="2147483690" r:id="rId13"/>
    <p:sldLayoutId id="2147483691" r:id="rId14"/>
    <p:sldLayoutId id="2147483692" r:id="rId15"/>
    <p:sldLayoutId id="2147483693" r:id="rId16"/>
    <p:sldLayoutId id="2147483694" r:id="rId17"/>
    <p:sldLayoutId id="2147483695" r:id="rId18"/>
    <p:sldLayoutId id="2147483696" r:id="rId19"/>
    <p:sldLayoutId id="2147483697" r:id="rId20"/>
    <p:sldLayoutId id="2147483698" r:id="rId21"/>
  </p:sldLayoutIdLst>
  <p:transition spd="med"/>
  <p:txStyles>
    <p:titleStyle>
      <a:lvl1pPr marL="0" marR="0" indent="0" algn="l" defTabSz="412750" rtl="0" eaLnBrk="1" latinLnBrk="0" hangingPunct="1">
        <a:lnSpc>
          <a:spcPct val="100000"/>
        </a:lnSpc>
        <a:spcBef>
          <a:spcPts val="0"/>
        </a:spcBef>
        <a:spcAft>
          <a:spcPts val="0"/>
        </a:spcAft>
        <a:buClrTx/>
        <a:buSzTx/>
        <a:buFontTx/>
        <a:buNone/>
        <a:tabLst/>
        <a:defRPr sz="3300" b="1" i="0" u="none" strike="noStrike" cap="none" spc="0" baseline="0">
          <a:solidFill>
            <a:srgbClr val="1F3FB7"/>
          </a:solidFill>
          <a:uFillTx/>
          <a:latin typeface="Raleway Black"/>
          <a:ea typeface="Raleway Black"/>
          <a:cs typeface="Raleway Black"/>
          <a:sym typeface="Raleway Black"/>
        </a:defRPr>
      </a:lvl1pPr>
      <a:lvl2pPr marL="0" marR="0" indent="0" algn="l" defTabSz="412750" rtl="0" eaLnBrk="1" latinLnBrk="0" hangingPunct="1">
        <a:lnSpc>
          <a:spcPct val="100000"/>
        </a:lnSpc>
        <a:spcBef>
          <a:spcPts val="0"/>
        </a:spcBef>
        <a:spcAft>
          <a:spcPts val="0"/>
        </a:spcAft>
        <a:buClrTx/>
        <a:buSzTx/>
        <a:buFontTx/>
        <a:buNone/>
        <a:tabLst/>
        <a:defRPr sz="3300" b="1" i="0" u="none" strike="noStrike" cap="none" spc="0" baseline="0">
          <a:solidFill>
            <a:srgbClr val="1F3FB7"/>
          </a:solidFill>
          <a:uFillTx/>
          <a:latin typeface="Raleway Black"/>
          <a:ea typeface="Raleway Black"/>
          <a:cs typeface="Raleway Black"/>
          <a:sym typeface="Raleway Black"/>
        </a:defRPr>
      </a:lvl2pPr>
      <a:lvl3pPr marL="0" marR="0" indent="0" algn="l" defTabSz="412750" rtl="0" eaLnBrk="1" latinLnBrk="0" hangingPunct="1">
        <a:lnSpc>
          <a:spcPct val="100000"/>
        </a:lnSpc>
        <a:spcBef>
          <a:spcPts val="0"/>
        </a:spcBef>
        <a:spcAft>
          <a:spcPts val="0"/>
        </a:spcAft>
        <a:buClrTx/>
        <a:buSzTx/>
        <a:buFontTx/>
        <a:buNone/>
        <a:tabLst/>
        <a:defRPr sz="3300" b="1" i="0" u="none" strike="noStrike" cap="none" spc="0" baseline="0">
          <a:solidFill>
            <a:srgbClr val="1F3FB7"/>
          </a:solidFill>
          <a:uFillTx/>
          <a:latin typeface="Raleway Black"/>
          <a:ea typeface="Raleway Black"/>
          <a:cs typeface="Raleway Black"/>
          <a:sym typeface="Raleway Black"/>
        </a:defRPr>
      </a:lvl3pPr>
      <a:lvl4pPr marL="0" marR="0" indent="0" algn="l" defTabSz="412750" rtl="0" eaLnBrk="1" latinLnBrk="0" hangingPunct="1">
        <a:lnSpc>
          <a:spcPct val="100000"/>
        </a:lnSpc>
        <a:spcBef>
          <a:spcPts val="0"/>
        </a:spcBef>
        <a:spcAft>
          <a:spcPts val="0"/>
        </a:spcAft>
        <a:buClrTx/>
        <a:buSzTx/>
        <a:buFontTx/>
        <a:buNone/>
        <a:tabLst/>
        <a:defRPr sz="3300" b="1" i="0" u="none" strike="noStrike" cap="none" spc="0" baseline="0">
          <a:solidFill>
            <a:srgbClr val="1F3FB7"/>
          </a:solidFill>
          <a:uFillTx/>
          <a:latin typeface="Raleway Black"/>
          <a:ea typeface="Raleway Black"/>
          <a:cs typeface="Raleway Black"/>
          <a:sym typeface="Raleway Black"/>
        </a:defRPr>
      </a:lvl4pPr>
      <a:lvl5pPr marL="0" marR="0" indent="0" algn="l" defTabSz="412750" rtl="0" eaLnBrk="1" latinLnBrk="0" hangingPunct="1">
        <a:lnSpc>
          <a:spcPct val="100000"/>
        </a:lnSpc>
        <a:spcBef>
          <a:spcPts val="0"/>
        </a:spcBef>
        <a:spcAft>
          <a:spcPts val="0"/>
        </a:spcAft>
        <a:buClrTx/>
        <a:buSzTx/>
        <a:buFontTx/>
        <a:buNone/>
        <a:tabLst/>
        <a:defRPr sz="3300" b="1" i="0" u="none" strike="noStrike" cap="none" spc="0" baseline="0">
          <a:solidFill>
            <a:srgbClr val="1F3FB7"/>
          </a:solidFill>
          <a:uFillTx/>
          <a:latin typeface="Raleway Black"/>
          <a:ea typeface="Raleway Black"/>
          <a:cs typeface="Raleway Black"/>
          <a:sym typeface="Raleway Black"/>
        </a:defRPr>
      </a:lvl5pPr>
      <a:lvl6pPr marL="0" marR="0" indent="0" algn="l" defTabSz="412750" rtl="0" eaLnBrk="1" latinLnBrk="0" hangingPunct="1">
        <a:lnSpc>
          <a:spcPct val="100000"/>
        </a:lnSpc>
        <a:spcBef>
          <a:spcPts val="0"/>
        </a:spcBef>
        <a:spcAft>
          <a:spcPts val="0"/>
        </a:spcAft>
        <a:buClrTx/>
        <a:buSzTx/>
        <a:buFontTx/>
        <a:buNone/>
        <a:tabLst/>
        <a:defRPr sz="3300" b="1" i="0" u="none" strike="noStrike" cap="none" spc="0" baseline="0">
          <a:solidFill>
            <a:srgbClr val="1F3FB7"/>
          </a:solidFill>
          <a:uFillTx/>
          <a:latin typeface="Raleway Black"/>
          <a:ea typeface="Raleway Black"/>
          <a:cs typeface="Raleway Black"/>
          <a:sym typeface="Raleway Black"/>
        </a:defRPr>
      </a:lvl6pPr>
      <a:lvl7pPr marL="0" marR="0" indent="0" algn="l" defTabSz="412750" rtl="0" eaLnBrk="1" latinLnBrk="0" hangingPunct="1">
        <a:lnSpc>
          <a:spcPct val="100000"/>
        </a:lnSpc>
        <a:spcBef>
          <a:spcPts val="0"/>
        </a:spcBef>
        <a:spcAft>
          <a:spcPts val="0"/>
        </a:spcAft>
        <a:buClrTx/>
        <a:buSzTx/>
        <a:buFontTx/>
        <a:buNone/>
        <a:tabLst/>
        <a:defRPr sz="3300" b="1" i="0" u="none" strike="noStrike" cap="none" spc="0" baseline="0">
          <a:solidFill>
            <a:srgbClr val="1F3FB7"/>
          </a:solidFill>
          <a:uFillTx/>
          <a:latin typeface="Raleway Black"/>
          <a:ea typeface="Raleway Black"/>
          <a:cs typeface="Raleway Black"/>
          <a:sym typeface="Raleway Black"/>
        </a:defRPr>
      </a:lvl7pPr>
      <a:lvl8pPr marL="0" marR="0" indent="0" algn="l" defTabSz="412750" rtl="0" eaLnBrk="1" latinLnBrk="0" hangingPunct="1">
        <a:lnSpc>
          <a:spcPct val="100000"/>
        </a:lnSpc>
        <a:spcBef>
          <a:spcPts val="0"/>
        </a:spcBef>
        <a:spcAft>
          <a:spcPts val="0"/>
        </a:spcAft>
        <a:buClrTx/>
        <a:buSzTx/>
        <a:buFontTx/>
        <a:buNone/>
        <a:tabLst/>
        <a:defRPr sz="3300" b="1" i="0" u="none" strike="noStrike" cap="none" spc="0" baseline="0">
          <a:solidFill>
            <a:srgbClr val="1F3FB7"/>
          </a:solidFill>
          <a:uFillTx/>
          <a:latin typeface="Raleway Black"/>
          <a:ea typeface="Raleway Black"/>
          <a:cs typeface="Raleway Black"/>
          <a:sym typeface="Raleway Black"/>
        </a:defRPr>
      </a:lvl8pPr>
      <a:lvl9pPr marL="0" marR="0" indent="0" algn="l" defTabSz="412750" rtl="0" eaLnBrk="1" latinLnBrk="0" hangingPunct="1">
        <a:lnSpc>
          <a:spcPct val="100000"/>
        </a:lnSpc>
        <a:spcBef>
          <a:spcPts val="0"/>
        </a:spcBef>
        <a:spcAft>
          <a:spcPts val="0"/>
        </a:spcAft>
        <a:buClrTx/>
        <a:buSzTx/>
        <a:buFontTx/>
        <a:buNone/>
        <a:tabLst/>
        <a:defRPr sz="3300" b="1" i="0" u="none" strike="noStrike" cap="none" spc="0" baseline="0">
          <a:solidFill>
            <a:srgbClr val="1F3FB7"/>
          </a:solidFill>
          <a:uFillTx/>
          <a:latin typeface="Raleway Black"/>
          <a:ea typeface="Raleway Black"/>
          <a:cs typeface="Raleway Black"/>
          <a:sym typeface="Raleway Black"/>
        </a:defRPr>
      </a:lvl9pPr>
    </p:titleStyle>
    <p:bodyStyle>
      <a:lvl1pPr marL="0" marR="0" indent="0" algn="l" defTabSz="412750" rtl="0" eaLnBrk="1" latinLnBrk="0" hangingPunct="1">
        <a:lnSpc>
          <a:spcPct val="100000"/>
        </a:lnSpc>
        <a:spcBef>
          <a:spcPts val="0"/>
        </a:spcBef>
        <a:spcAft>
          <a:spcPts val="0"/>
        </a:spcAft>
        <a:buClrTx/>
        <a:buSzTx/>
        <a:buFontTx/>
        <a:buNone/>
        <a:tabLst/>
        <a:defRPr sz="2100" b="0" i="0" u="none" strike="noStrike" cap="none" spc="0" baseline="0">
          <a:solidFill>
            <a:srgbClr val="4CAAAD"/>
          </a:solidFill>
          <a:uFillTx/>
          <a:latin typeface="Avenir Next" panose="020B0503020202020204"/>
          <a:ea typeface="Avenir Next" panose="020B0503020202020204"/>
          <a:cs typeface="Avenir Next" panose="020B0503020202020204"/>
          <a:sym typeface="Avenir Next Demi Bold"/>
        </a:defRPr>
      </a:lvl1pPr>
      <a:lvl2pPr marL="333375" marR="0" indent="-333375" algn="l" defTabSz="412750" rtl="0" eaLnBrk="1" latinLnBrk="0" hangingPunct="1">
        <a:lnSpc>
          <a:spcPct val="100000"/>
        </a:lnSpc>
        <a:spcBef>
          <a:spcPts val="0"/>
        </a:spcBef>
        <a:spcAft>
          <a:spcPts val="0"/>
        </a:spcAft>
        <a:buClrTx/>
        <a:buSzPct val="100000"/>
        <a:buFontTx/>
        <a:buChar char="●"/>
        <a:tabLst/>
        <a:defRPr sz="2100" b="0" i="0" u="none" strike="noStrike" cap="none" spc="0" baseline="0">
          <a:solidFill>
            <a:srgbClr val="4CAAAD"/>
          </a:solidFill>
          <a:uFillTx/>
          <a:latin typeface="Avenir Next" panose="020B0503020202020204"/>
          <a:ea typeface="Avenir Next" panose="020B0503020202020204"/>
          <a:cs typeface="Avenir Next" panose="020B0503020202020204"/>
          <a:sym typeface="Avenir Next Demi Bold"/>
        </a:defRPr>
      </a:lvl2pPr>
      <a:lvl3pPr marL="826476" marR="0" indent="-369276" algn="l" defTabSz="412750" rtl="0" eaLnBrk="1" latinLnBrk="0" hangingPunct="1">
        <a:lnSpc>
          <a:spcPct val="100000"/>
        </a:lnSpc>
        <a:spcBef>
          <a:spcPts val="0"/>
        </a:spcBef>
        <a:spcAft>
          <a:spcPts val="0"/>
        </a:spcAft>
        <a:buClrTx/>
        <a:buSzPct val="100000"/>
        <a:buFontTx/>
        <a:buChar char="•"/>
        <a:tabLst/>
        <a:defRPr sz="2100" b="0" i="0" u="none" strike="noStrike" cap="none" spc="0" baseline="0">
          <a:solidFill>
            <a:srgbClr val="4CAAAD"/>
          </a:solidFill>
          <a:uFillTx/>
          <a:latin typeface="Avenir Next" panose="020B0503020202020204"/>
          <a:ea typeface="Avenir Next" panose="020B0503020202020204"/>
          <a:cs typeface="Avenir Next" panose="020B0503020202020204"/>
          <a:sym typeface="Avenir Next Demi Bold"/>
        </a:defRPr>
      </a:lvl3pPr>
      <a:lvl4pPr marL="870131" marR="0" indent="-184573" algn="l" defTabSz="412750" rtl="0" eaLnBrk="1" latinLnBrk="0" hangingPunct="1">
        <a:lnSpc>
          <a:spcPct val="100000"/>
        </a:lnSpc>
        <a:spcBef>
          <a:spcPts val="0"/>
        </a:spcBef>
        <a:spcAft>
          <a:spcPts val="0"/>
        </a:spcAft>
        <a:buClrTx/>
        <a:buSzPct val="100000"/>
        <a:buFontTx/>
        <a:buChar char="•"/>
        <a:tabLst/>
        <a:defRPr sz="2100" b="0" i="0" u="none" strike="noStrike" cap="none" spc="0" baseline="0">
          <a:solidFill>
            <a:srgbClr val="4CAAAD"/>
          </a:solidFill>
          <a:uFillTx/>
          <a:latin typeface="Avenir Next" panose="020B0503020202020204"/>
          <a:ea typeface="Avenir Next" panose="020B0503020202020204"/>
          <a:cs typeface="Avenir Next" panose="020B0503020202020204"/>
          <a:sym typeface="Avenir Next Demi Bold"/>
        </a:defRPr>
      </a:lvl4pPr>
      <a:lvl5pPr marL="1098651" marR="0" indent="-184573" algn="l" defTabSz="412750" rtl="0" eaLnBrk="1" latinLnBrk="0" hangingPunct="1">
        <a:lnSpc>
          <a:spcPct val="100000"/>
        </a:lnSpc>
        <a:spcBef>
          <a:spcPts val="0"/>
        </a:spcBef>
        <a:spcAft>
          <a:spcPts val="0"/>
        </a:spcAft>
        <a:buClrTx/>
        <a:buSzPct val="100000"/>
        <a:buFontTx/>
        <a:buChar char="•"/>
        <a:tabLst/>
        <a:defRPr sz="2100" b="0" i="0" u="none" strike="noStrike" cap="none" spc="0" baseline="0">
          <a:solidFill>
            <a:srgbClr val="4CAAAD"/>
          </a:solidFill>
          <a:uFillTx/>
          <a:latin typeface="Avenir Next" panose="020B0503020202020204"/>
          <a:ea typeface="Avenir Next" panose="020B0503020202020204"/>
          <a:cs typeface="Avenir Next" panose="020B0503020202020204"/>
          <a:sym typeface="Avenir Next Demi Bold"/>
        </a:defRPr>
      </a:lvl5pPr>
      <a:lvl6pPr marL="1382542" marR="0" indent="-239945" algn="l" defTabSz="412750" rtl="0" eaLnBrk="1" latinLnBrk="0" hangingPunct="1">
        <a:lnSpc>
          <a:spcPct val="100000"/>
        </a:lnSpc>
        <a:spcBef>
          <a:spcPts val="0"/>
        </a:spcBef>
        <a:spcAft>
          <a:spcPts val="0"/>
        </a:spcAft>
        <a:buClrTx/>
        <a:buSzPct val="100000"/>
        <a:buFontTx/>
        <a:buChar char="•"/>
        <a:tabLst/>
        <a:defRPr sz="2100" b="0" i="0" u="none" strike="noStrike" cap="none" spc="0" baseline="0">
          <a:solidFill>
            <a:srgbClr val="4CAAAD"/>
          </a:solidFill>
          <a:uFillTx/>
          <a:latin typeface="Avenir Next Demi Bold"/>
          <a:ea typeface="Avenir Next Demi Bold"/>
          <a:cs typeface="Avenir Next Demi Bold"/>
          <a:sym typeface="Avenir Next Demi Bold"/>
        </a:defRPr>
      </a:lvl6pPr>
      <a:lvl7pPr marL="1611062" marR="0" indent="-239945" algn="l" defTabSz="412750" rtl="0" eaLnBrk="1" latinLnBrk="0" hangingPunct="1">
        <a:lnSpc>
          <a:spcPct val="100000"/>
        </a:lnSpc>
        <a:spcBef>
          <a:spcPts val="0"/>
        </a:spcBef>
        <a:spcAft>
          <a:spcPts val="0"/>
        </a:spcAft>
        <a:buClrTx/>
        <a:buSzPct val="100000"/>
        <a:buFontTx/>
        <a:buChar char="•"/>
        <a:tabLst/>
        <a:defRPr sz="2100" b="0" i="0" u="none" strike="noStrike" cap="none" spc="0" baseline="0">
          <a:solidFill>
            <a:srgbClr val="4CAAAD"/>
          </a:solidFill>
          <a:uFillTx/>
          <a:latin typeface="Avenir Next Demi Bold"/>
          <a:ea typeface="Avenir Next Demi Bold"/>
          <a:cs typeface="Avenir Next Demi Bold"/>
          <a:sym typeface="Avenir Next Demi Bold"/>
        </a:defRPr>
      </a:lvl7pPr>
      <a:lvl8pPr marL="1839581" marR="0" indent="-239945" algn="l" defTabSz="412750" rtl="0" eaLnBrk="1" latinLnBrk="0" hangingPunct="1">
        <a:lnSpc>
          <a:spcPct val="100000"/>
        </a:lnSpc>
        <a:spcBef>
          <a:spcPts val="0"/>
        </a:spcBef>
        <a:spcAft>
          <a:spcPts val="0"/>
        </a:spcAft>
        <a:buClrTx/>
        <a:buSzPct val="100000"/>
        <a:buFontTx/>
        <a:buChar char="•"/>
        <a:tabLst/>
        <a:defRPr sz="2100" b="0" i="0" u="none" strike="noStrike" cap="none" spc="0" baseline="0">
          <a:solidFill>
            <a:srgbClr val="4CAAAD"/>
          </a:solidFill>
          <a:uFillTx/>
          <a:latin typeface="Avenir Next Demi Bold"/>
          <a:ea typeface="Avenir Next Demi Bold"/>
          <a:cs typeface="Avenir Next Demi Bold"/>
          <a:sym typeface="Avenir Next Demi Bold"/>
        </a:defRPr>
      </a:lvl8pPr>
      <a:lvl9pPr marL="2068102" marR="0" indent="-239946" algn="l" defTabSz="412750" rtl="0" eaLnBrk="1" latinLnBrk="0" hangingPunct="1">
        <a:lnSpc>
          <a:spcPct val="100000"/>
        </a:lnSpc>
        <a:spcBef>
          <a:spcPts val="0"/>
        </a:spcBef>
        <a:spcAft>
          <a:spcPts val="0"/>
        </a:spcAft>
        <a:buClrTx/>
        <a:buSzPct val="100000"/>
        <a:buFontTx/>
        <a:buChar char="•"/>
        <a:tabLst/>
        <a:defRPr sz="2100" b="0" i="0" u="none" strike="noStrike" cap="none" spc="0" baseline="0">
          <a:solidFill>
            <a:srgbClr val="4CAAAD"/>
          </a:solidFill>
          <a:uFillTx/>
          <a:latin typeface="Avenir Next Demi Bold"/>
          <a:ea typeface="Avenir Next Demi Bold"/>
          <a:cs typeface="Avenir Next Demi Bold"/>
          <a:sym typeface="Avenir Next Demi Bold"/>
        </a:defRPr>
      </a:lvl9pPr>
    </p:bodyStyle>
    <p:otherStyle>
      <a:lvl1pPr marL="0" marR="0" indent="0" algn="r" defTabSz="914400" rtl="0" eaLnBrk="1" latinLnBrk="0" hangingPunct="1">
        <a:lnSpc>
          <a:spcPct val="100000"/>
        </a:lnSpc>
        <a:spcBef>
          <a:spcPts val="0"/>
        </a:spcBef>
        <a:spcAft>
          <a:spcPts val="0"/>
        </a:spcAft>
        <a:buClrTx/>
        <a:buSzTx/>
        <a:buFontTx/>
        <a:buNone/>
        <a:tabLst/>
        <a:defRPr sz="900" b="0" i="0" u="none" strike="noStrike" cap="none" spc="0" baseline="0">
          <a:solidFill>
            <a:schemeClr val="tx1"/>
          </a:solidFill>
          <a:uFillTx/>
          <a:latin typeface="+mn-lt"/>
          <a:ea typeface="+mn-ea"/>
          <a:cs typeface="+mn-cs"/>
          <a:sym typeface="Arial"/>
        </a:defRPr>
      </a:lvl1pPr>
      <a:lvl2pPr marL="0" marR="0" indent="457200" algn="r" defTabSz="914400" rtl="0" eaLnBrk="1" latinLnBrk="0" hangingPunct="1">
        <a:lnSpc>
          <a:spcPct val="100000"/>
        </a:lnSpc>
        <a:spcBef>
          <a:spcPts val="0"/>
        </a:spcBef>
        <a:spcAft>
          <a:spcPts val="0"/>
        </a:spcAft>
        <a:buClrTx/>
        <a:buSzTx/>
        <a:buFontTx/>
        <a:buNone/>
        <a:tabLst/>
        <a:defRPr sz="900" b="0" i="0" u="none" strike="noStrike" cap="none" spc="0" baseline="0">
          <a:solidFill>
            <a:schemeClr val="tx1"/>
          </a:solidFill>
          <a:uFillTx/>
          <a:latin typeface="+mn-lt"/>
          <a:ea typeface="+mn-ea"/>
          <a:cs typeface="+mn-cs"/>
          <a:sym typeface="Arial"/>
        </a:defRPr>
      </a:lvl2pPr>
      <a:lvl3pPr marL="0" marR="0" indent="914400" algn="r" defTabSz="914400" rtl="0" eaLnBrk="1" latinLnBrk="0" hangingPunct="1">
        <a:lnSpc>
          <a:spcPct val="100000"/>
        </a:lnSpc>
        <a:spcBef>
          <a:spcPts val="0"/>
        </a:spcBef>
        <a:spcAft>
          <a:spcPts val="0"/>
        </a:spcAft>
        <a:buClrTx/>
        <a:buSzTx/>
        <a:buFontTx/>
        <a:buNone/>
        <a:tabLst/>
        <a:defRPr sz="900" b="0" i="0" u="none" strike="noStrike" cap="none" spc="0" baseline="0">
          <a:solidFill>
            <a:schemeClr val="tx1"/>
          </a:solidFill>
          <a:uFillTx/>
          <a:latin typeface="+mn-lt"/>
          <a:ea typeface="+mn-ea"/>
          <a:cs typeface="+mn-cs"/>
          <a:sym typeface="Arial"/>
        </a:defRPr>
      </a:lvl3pPr>
      <a:lvl4pPr marL="0" marR="0" indent="1371600" algn="r" defTabSz="914400" rtl="0" eaLnBrk="1" latinLnBrk="0" hangingPunct="1">
        <a:lnSpc>
          <a:spcPct val="100000"/>
        </a:lnSpc>
        <a:spcBef>
          <a:spcPts val="0"/>
        </a:spcBef>
        <a:spcAft>
          <a:spcPts val="0"/>
        </a:spcAft>
        <a:buClrTx/>
        <a:buSzTx/>
        <a:buFontTx/>
        <a:buNone/>
        <a:tabLst/>
        <a:defRPr sz="900" b="0" i="0" u="none" strike="noStrike" cap="none" spc="0" baseline="0">
          <a:solidFill>
            <a:schemeClr val="tx1"/>
          </a:solidFill>
          <a:uFillTx/>
          <a:latin typeface="+mn-lt"/>
          <a:ea typeface="+mn-ea"/>
          <a:cs typeface="+mn-cs"/>
          <a:sym typeface="Arial"/>
        </a:defRPr>
      </a:lvl4pPr>
      <a:lvl5pPr marL="0" marR="0" indent="1828800" algn="r" defTabSz="914400" rtl="0" eaLnBrk="1" latinLnBrk="0" hangingPunct="1">
        <a:lnSpc>
          <a:spcPct val="100000"/>
        </a:lnSpc>
        <a:spcBef>
          <a:spcPts val="0"/>
        </a:spcBef>
        <a:spcAft>
          <a:spcPts val="0"/>
        </a:spcAft>
        <a:buClrTx/>
        <a:buSzTx/>
        <a:buFontTx/>
        <a:buNone/>
        <a:tabLst/>
        <a:defRPr sz="900" b="0" i="0" u="none" strike="noStrike" cap="none" spc="0" baseline="0">
          <a:solidFill>
            <a:schemeClr val="tx1"/>
          </a:solidFill>
          <a:uFillTx/>
          <a:latin typeface="+mn-lt"/>
          <a:ea typeface="+mn-ea"/>
          <a:cs typeface="+mn-cs"/>
          <a:sym typeface="Arial"/>
        </a:defRPr>
      </a:lvl5pPr>
      <a:lvl6pPr marL="0" marR="0" indent="2286000" algn="r" defTabSz="914400" rtl="0" eaLnBrk="1" latinLnBrk="0" hangingPunct="1">
        <a:lnSpc>
          <a:spcPct val="100000"/>
        </a:lnSpc>
        <a:spcBef>
          <a:spcPts val="0"/>
        </a:spcBef>
        <a:spcAft>
          <a:spcPts val="0"/>
        </a:spcAft>
        <a:buClrTx/>
        <a:buSzTx/>
        <a:buFontTx/>
        <a:buNone/>
        <a:tabLst/>
        <a:defRPr sz="900" b="0" i="0" u="none" strike="noStrike" cap="none" spc="0" baseline="0">
          <a:solidFill>
            <a:schemeClr val="tx1"/>
          </a:solidFill>
          <a:uFillTx/>
          <a:latin typeface="+mn-lt"/>
          <a:ea typeface="+mn-ea"/>
          <a:cs typeface="+mn-cs"/>
          <a:sym typeface="Arial"/>
        </a:defRPr>
      </a:lvl6pPr>
      <a:lvl7pPr marL="0" marR="0" indent="2743200" algn="r" defTabSz="914400" rtl="0" eaLnBrk="1" latinLnBrk="0" hangingPunct="1">
        <a:lnSpc>
          <a:spcPct val="100000"/>
        </a:lnSpc>
        <a:spcBef>
          <a:spcPts val="0"/>
        </a:spcBef>
        <a:spcAft>
          <a:spcPts val="0"/>
        </a:spcAft>
        <a:buClrTx/>
        <a:buSzTx/>
        <a:buFontTx/>
        <a:buNone/>
        <a:tabLst/>
        <a:defRPr sz="900" b="0" i="0" u="none" strike="noStrike" cap="none" spc="0" baseline="0">
          <a:solidFill>
            <a:schemeClr val="tx1"/>
          </a:solidFill>
          <a:uFillTx/>
          <a:latin typeface="+mn-lt"/>
          <a:ea typeface="+mn-ea"/>
          <a:cs typeface="+mn-cs"/>
          <a:sym typeface="Arial"/>
        </a:defRPr>
      </a:lvl7pPr>
      <a:lvl8pPr marL="0" marR="0" indent="3200400" algn="r" defTabSz="914400" rtl="0" eaLnBrk="1" latinLnBrk="0" hangingPunct="1">
        <a:lnSpc>
          <a:spcPct val="100000"/>
        </a:lnSpc>
        <a:spcBef>
          <a:spcPts val="0"/>
        </a:spcBef>
        <a:spcAft>
          <a:spcPts val="0"/>
        </a:spcAft>
        <a:buClrTx/>
        <a:buSzTx/>
        <a:buFontTx/>
        <a:buNone/>
        <a:tabLst/>
        <a:defRPr sz="900" b="0" i="0" u="none" strike="noStrike" cap="none" spc="0" baseline="0">
          <a:solidFill>
            <a:schemeClr val="tx1"/>
          </a:solidFill>
          <a:uFillTx/>
          <a:latin typeface="+mn-lt"/>
          <a:ea typeface="+mn-ea"/>
          <a:cs typeface="+mn-cs"/>
          <a:sym typeface="Arial"/>
        </a:defRPr>
      </a:lvl8pPr>
      <a:lvl9pPr marL="0" marR="0" indent="3657600" algn="r" defTabSz="914400" rtl="0" eaLnBrk="1" latinLnBrk="0" hangingPunct="1">
        <a:lnSpc>
          <a:spcPct val="100000"/>
        </a:lnSpc>
        <a:spcBef>
          <a:spcPts val="0"/>
        </a:spcBef>
        <a:spcAft>
          <a:spcPts val="0"/>
        </a:spcAft>
        <a:buClrTx/>
        <a:buSzTx/>
        <a:buFontTx/>
        <a:buNone/>
        <a:tabLst/>
        <a:defRPr sz="900" b="0" i="0" u="none" strike="noStrike" cap="none" spc="0" baseline="0">
          <a:solidFill>
            <a:schemeClr val="tx1"/>
          </a:solidFill>
          <a:uFillTx/>
          <a:latin typeface="+mn-lt"/>
          <a:ea typeface="+mn-ea"/>
          <a:cs typeface="+mn-cs"/>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08" tIns="45704" rIns="91408" bIns="45704" rtlCol="0" anchor="ctr">
            <a:normAutofit/>
          </a:bodyPr>
          <a:lstStyle/>
          <a:p>
            <a:r>
              <a:rPr lang="en-US" dirty="0"/>
              <a:t>Click to edit Master title style</a:t>
            </a:r>
          </a:p>
        </p:txBody>
      </p:sp>
      <p:sp>
        <p:nvSpPr>
          <p:cNvPr id="3" name="Text Placeholder 2"/>
          <p:cNvSpPr>
            <a:spLocks noGrp="1"/>
          </p:cNvSpPr>
          <p:nvPr>
            <p:ph type="body" idx="1"/>
          </p:nvPr>
        </p:nvSpPr>
        <p:spPr>
          <a:xfrm>
            <a:off x="609600" y="1600204"/>
            <a:ext cx="10972800" cy="4525963"/>
          </a:xfrm>
          <a:prstGeom prst="rect">
            <a:avLst/>
          </a:prstGeom>
        </p:spPr>
        <p:txBody>
          <a:bodyPr vert="horz" lIns="91408" tIns="45704" rIns="91408" bIns="45704"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76983" y="6356354"/>
            <a:ext cx="876900" cy="365125"/>
          </a:xfrm>
          <a:prstGeom prst="rect">
            <a:avLst/>
          </a:prstGeom>
        </p:spPr>
        <p:txBody>
          <a:bodyPr vert="horz" lIns="91408" tIns="45704" rIns="91408" bIns="45704" rtlCol="0" anchor="ctr"/>
          <a:lstStyle>
            <a:lvl1pPr algn="l">
              <a:defRPr sz="900">
                <a:solidFill>
                  <a:schemeClr val="bg1">
                    <a:lumMod val="65000"/>
                  </a:schemeClr>
                </a:solidFill>
                <a:latin typeface="Avenir Next" panose="020B0503020202020204"/>
                <a:cs typeface="Arial" pitchFamily="34" charset="0"/>
              </a:defRPr>
            </a:lvl1pPr>
          </a:lstStyle>
          <a:p>
            <a:endParaRPr lang="en-US" dirty="0"/>
          </a:p>
        </p:txBody>
      </p:sp>
      <p:sp>
        <p:nvSpPr>
          <p:cNvPr id="5" name="Footer Placeholder 4"/>
          <p:cNvSpPr>
            <a:spLocks noGrp="1"/>
          </p:cNvSpPr>
          <p:nvPr>
            <p:ph type="ftr" sz="quarter" idx="3"/>
          </p:nvPr>
        </p:nvSpPr>
        <p:spPr>
          <a:xfrm>
            <a:off x="4165600" y="6356354"/>
            <a:ext cx="3860800" cy="365125"/>
          </a:xfrm>
          <a:prstGeom prst="rect">
            <a:avLst/>
          </a:prstGeom>
        </p:spPr>
        <p:txBody>
          <a:bodyPr vert="horz" lIns="91408" tIns="45704" rIns="91408" bIns="45704" rtlCol="0" anchor="ctr"/>
          <a:lstStyle>
            <a:lvl1pPr algn="ctr">
              <a:defRPr sz="900">
                <a:solidFill>
                  <a:schemeClr val="bg1">
                    <a:lumMod val="65000"/>
                  </a:schemeClr>
                </a:solidFill>
                <a:latin typeface="Avenir Next" panose="020B0503020202020204"/>
                <a:cs typeface="Arial" pitchFamily="34" charset="0"/>
              </a:defRPr>
            </a:lvl1pPr>
          </a:lstStyle>
          <a:p>
            <a:endParaRPr lang="en-IN" dirty="0"/>
          </a:p>
        </p:txBody>
      </p:sp>
      <p:sp>
        <p:nvSpPr>
          <p:cNvPr id="6" name="Slide Number Placeholder 5"/>
          <p:cNvSpPr>
            <a:spLocks noGrp="1"/>
          </p:cNvSpPr>
          <p:nvPr>
            <p:ph type="sldNum" sz="quarter" idx="4"/>
          </p:nvPr>
        </p:nvSpPr>
        <p:spPr>
          <a:xfrm>
            <a:off x="9448365" y="6356354"/>
            <a:ext cx="686425" cy="365125"/>
          </a:xfrm>
          <a:prstGeom prst="rect">
            <a:avLst/>
          </a:prstGeom>
        </p:spPr>
        <p:txBody>
          <a:bodyPr vert="horz" lIns="91408" tIns="45704" rIns="91408" bIns="45704" rtlCol="0" anchor="ctr"/>
          <a:lstStyle>
            <a:lvl1pPr algn="r">
              <a:defRPr sz="900">
                <a:solidFill>
                  <a:schemeClr val="bg1">
                    <a:lumMod val="65000"/>
                  </a:schemeClr>
                </a:solidFill>
                <a:latin typeface="Avenir Next" panose="020B0503020202020204"/>
                <a:cs typeface="Arial" pitchFamily="34" charset="0"/>
              </a:defRPr>
            </a:lvl1pPr>
          </a:lstStyle>
          <a:p>
            <a:fld id="{3721AB97-5405-487B-A2FE-96650DCCAB78}" type="slidenum">
              <a:rPr lang="en-IN" smtClean="0"/>
              <a:pPr/>
              <a:t>‹#›</a:t>
            </a:fld>
            <a:endParaRPr lang="en-IN" dirty="0"/>
          </a:p>
        </p:txBody>
      </p:sp>
    </p:spTree>
    <p:extLst>
      <p:ext uri="{BB962C8B-B14F-4D97-AF65-F5344CB8AC3E}">
        <p14:creationId xmlns:p14="http://schemas.microsoft.com/office/powerpoint/2010/main" val="985783477"/>
      </p:ext>
    </p:extLst>
  </p:cSld>
  <p:clrMap bg1="lt1" tx1="dk1" bg2="lt2" tx2="dk2" accent1="accent1" accent2="accent2" accent3="accent3" accent4="accent4" accent5="accent5" accent6="accent6" hlink="hlink" folHlink="folHlink"/>
  <p:sldLayoutIdLst>
    <p:sldLayoutId id="2147483700" r:id="rId1"/>
    <p:sldLayoutId id="2147483701" r:id="rId2"/>
    <p:sldLayoutId id="2147483702" r:id="rId3"/>
    <p:sldLayoutId id="2147483703" r:id="rId4"/>
    <p:sldLayoutId id="2147483704" r:id="rId5"/>
    <p:sldLayoutId id="2147483705" r:id="rId6"/>
    <p:sldLayoutId id="2147483706" r:id="rId7"/>
    <p:sldLayoutId id="2147483707" r:id="rId8"/>
    <p:sldLayoutId id="2147483708" r:id="rId9"/>
    <p:sldLayoutId id="2147483709" r:id="rId10"/>
    <p:sldLayoutId id="2147483710" r:id="rId11"/>
    <p:sldLayoutId id="2147483711" r:id="rId12"/>
    <p:sldLayoutId id="2147483712" r:id="rId13"/>
    <p:sldLayoutId id="2147483713" r:id="rId14"/>
    <p:sldLayoutId id="2147483714" r:id="rId15"/>
    <p:sldLayoutId id="2147483715" r:id="rId16"/>
    <p:sldLayoutId id="2147483716" r:id="rId17"/>
    <p:sldLayoutId id="2147483717" r:id="rId18"/>
    <p:sldLayoutId id="2147483718" r:id="rId19"/>
    <p:sldLayoutId id="2147483719" r:id="rId20"/>
    <p:sldLayoutId id="2147483720" r:id="rId21"/>
  </p:sldLayoutIdLst>
  <p:hf hdr="0" ftr="0" dt="0"/>
  <p:txStyles>
    <p:titleStyle>
      <a:lvl1pPr marL="0" marR="0" indent="0" algn="l" defTabSz="412667" rtl="0" eaLnBrk="1" fontAlgn="auto" latinLnBrk="0" hangingPunct="1">
        <a:lnSpc>
          <a:spcPct val="100000"/>
        </a:lnSpc>
        <a:spcBef>
          <a:spcPts val="0"/>
        </a:spcBef>
        <a:spcAft>
          <a:spcPts val="0"/>
        </a:spcAft>
        <a:buClrTx/>
        <a:buSzTx/>
        <a:buFontTx/>
        <a:buNone/>
        <a:tabLst/>
        <a:defRPr kumimoji="0" lang="en-US" sz="3299" b="1" i="0" u="none" strike="noStrike" kern="1200" cap="none" spc="0" normalizeH="0" baseline="0" dirty="0">
          <a:ln>
            <a:noFill/>
          </a:ln>
          <a:solidFill>
            <a:srgbClr val="1F3FB7"/>
          </a:solidFill>
          <a:effectLst/>
          <a:uFillTx/>
          <a:latin typeface="Avenir Next" panose="020B0503020202020204"/>
          <a:ea typeface="+mj-ea"/>
          <a:cs typeface="+mj-cs"/>
          <a:sym typeface="Raleway Black"/>
        </a:defRPr>
      </a:lvl1pPr>
    </p:titleStyle>
    <p:bodyStyle>
      <a:lvl1pPr marL="0" marR="0" indent="0" algn="l" defTabSz="412667" rtl="0" eaLnBrk="1" fontAlgn="auto" latinLnBrk="0" hangingPunct="1">
        <a:lnSpc>
          <a:spcPct val="100000"/>
        </a:lnSpc>
        <a:spcBef>
          <a:spcPts val="0"/>
        </a:spcBef>
        <a:spcAft>
          <a:spcPts val="0"/>
        </a:spcAft>
        <a:buClrTx/>
        <a:buSzTx/>
        <a:buFont typeface="Arial" pitchFamily="34" charset="0"/>
        <a:buNone/>
        <a:tabLst/>
        <a:defRPr kumimoji="0" lang="en-US" sz="2100" b="1" i="0" u="none" strike="noStrike" kern="1200" cap="none" spc="0" normalizeH="0" baseline="0" dirty="0" smtClean="0">
          <a:ln>
            <a:noFill/>
          </a:ln>
          <a:solidFill>
            <a:srgbClr val="000000"/>
          </a:solidFill>
          <a:effectLst/>
          <a:uFillTx/>
          <a:latin typeface="Avenir Next" panose="020B0503020202020204"/>
          <a:ea typeface="+mn-ea"/>
          <a:cs typeface="Arial" panose="020B0604020202020204" pitchFamily="34" charset="0"/>
          <a:sym typeface="Avenir Next Demi Bold"/>
        </a:defRPr>
      </a:lvl1pPr>
      <a:lvl2pPr marL="0" marR="0" indent="253949" algn="l" defTabSz="228554" rtl="0" eaLnBrk="1" fontAlgn="auto" latinLnBrk="0" hangingPunct="1">
        <a:lnSpc>
          <a:spcPts val="1800"/>
        </a:lnSpc>
        <a:spcBef>
          <a:spcPts val="1000"/>
        </a:spcBef>
        <a:spcAft>
          <a:spcPts val="0"/>
        </a:spcAft>
        <a:buClrTx/>
        <a:buSzTx/>
        <a:buFont typeface="Arial" pitchFamily="34" charset="0"/>
        <a:buChar char="●"/>
        <a:tabLst/>
        <a:defRPr kumimoji="0" lang="en-US" sz="1600" b="0" i="0" u="none" strike="noStrike" kern="1200" cap="none" spc="0" normalizeH="0" baseline="0" dirty="0" smtClean="0">
          <a:ln>
            <a:noFill/>
          </a:ln>
          <a:solidFill>
            <a:srgbClr val="000000"/>
          </a:solidFill>
          <a:effectLst/>
          <a:uFillTx/>
          <a:latin typeface="Avenir Next" panose="020B0503020202020204"/>
          <a:ea typeface="+mn-ea"/>
          <a:cs typeface="Arial" panose="020B0604020202020204" pitchFamily="34" charset="0"/>
          <a:sym typeface="Avenir Next Medium"/>
        </a:defRPr>
      </a:lvl2pPr>
      <a:lvl3pPr marL="685663" indent="-228554" algn="l" defTabSz="456948" rtl="0" eaLnBrk="1" latinLnBrk="0" hangingPunct="1">
        <a:lnSpc>
          <a:spcPts val="1800"/>
        </a:lnSpc>
        <a:spcBef>
          <a:spcPts val="1000"/>
        </a:spcBef>
        <a:buFont typeface="Arial" pitchFamily="34" charset="0"/>
        <a:buChar char="•"/>
        <a:defRPr sz="1300" kern="1200">
          <a:solidFill>
            <a:schemeClr val="tx1"/>
          </a:solidFill>
          <a:latin typeface="Avenir Next" panose="020B0503020202020204"/>
          <a:ea typeface="+mn-ea"/>
          <a:cs typeface="Arial" pitchFamily="34" charset="0"/>
        </a:defRPr>
      </a:lvl3pPr>
      <a:lvl4pPr marL="799658" indent="-114237" algn="l" defTabSz="456948" rtl="0" eaLnBrk="1" latinLnBrk="0" hangingPunct="1">
        <a:lnSpc>
          <a:spcPts val="1800"/>
        </a:lnSpc>
        <a:spcBef>
          <a:spcPts val="1000"/>
        </a:spcBef>
        <a:buFont typeface="Arial" pitchFamily="34" charset="0"/>
        <a:buChar char="•"/>
        <a:defRPr sz="1300" kern="1200">
          <a:solidFill>
            <a:schemeClr val="tx1"/>
          </a:solidFill>
          <a:latin typeface="Avenir Next" panose="020B0503020202020204"/>
          <a:ea typeface="+mn-ea"/>
          <a:cs typeface="Arial" pitchFamily="34" charset="0"/>
        </a:defRPr>
      </a:lvl4pPr>
      <a:lvl5pPr marL="1028132" indent="-114237" algn="l" defTabSz="456948" rtl="0" eaLnBrk="1" latinLnBrk="0" hangingPunct="1">
        <a:lnSpc>
          <a:spcPts val="1800"/>
        </a:lnSpc>
        <a:spcBef>
          <a:spcPts val="1000"/>
        </a:spcBef>
        <a:buFont typeface="Arial" pitchFamily="34" charset="0"/>
        <a:buChar char="•"/>
        <a:defRPr sz="1300" kern="1200">
          <a:solidFill>
            <a:schemeClr val="tx1"/>
          </a:solidFill>
          <a:latin typeface="Avenir Next" panose="020B0503020202020204"/>
          <a:ea typeface="+mn-ea"/>
          <a:cs typeface="Arial" pitchFamily="34" charset="0"/>
        </a:defRPr>
      </a:lvl5pPr>
      <a:lvl6pPr marL="1256606" indent="-114237" algn="l" defTabSz="456948" rtl="0" eaLnBrk="1" latinLnBrk="0" hangingPunct="1">
        <a:spcBef>
          <a:spcPct val="20000"/>
        </a:spcBef>
        <a:buFont typeface="Arial" pitchFamily="34" charset="0"/>
        <a:buChar char="•"/>
        <a:defRPr sz="1000" kern="1200">
          <a:solidFill>
            <a:schemeClr val="tx1"/>
          </a:solidFill>
          <a:latin typeface="+mn-lt"/>
          <a:ea typeface="+mn-ea"/>
          <a:cs typeface="+mn-cs"/>
        </a:defRPr>
      </a:lvl6pPr>
      <a:lvl7pPr marL="1485080" indent="-114237" algn="l" defTabSz="456948" rtl="0" eaLnBrk="1" latinLnBrk="0" hangingPunct="1">
        <a:spcBef>
          <a:spcPct val="20000"/>
        </a:spcBef>
        <a:buFont typeface="Arial" pitchFamily="34" charset="0"/>
        <a:buChar char="•"/>
        <a:defRPr sz="1000" kern="1200">
          <a:solidFill>
            <a:schemeClr val="tx1"/>
          </a:solidFill>
          <a:latin typeface="+mn-lt"/>
          <a:ea typeface="+mn-ea"/>
          <a:cs typeface="+mn-cs"/>
        </a:defRPr>
      </a:lvl7pPr>
      <a:lvl8pPr marL="1713553" indent="-114237" algn="l" defTabSz="456948" rtl="0" eaLnBrk="1" latinLnBrk="0" hangingPunct="1">
        <a:spcBef>
          <a:spcPct val="20000"/>
        </a:spcBef>
        <a:buFont typeface="Arial" pitchFamily="34" charset="0"/>
        <a:buChar char="•"/>
        <a:defRPr sz="1000" kern="1200">
          <a:solidFill>
            <a:schemeClr val="tx1"/>
          </a:solidFill>
          <a:latin typeface="+mn-lt"/>
          <a:ea typeface="+mn-ea"/>
          <a:cs typeface="+mn-cs"/>
        </a:defRPr>
      </a:lvl8pPr>
      <a:lvl9pPr marL="1942028" indent="-114237" algn="l" defTabSz="456948" rtl="0" eaLnBrk="1" latinLnBrk="0" hangingPunct="1">
        <a:spcBef>
          <a:spcPct val="20000"/>
        </a:spcBef>
        <a:buFont typeface="Arial" pitchFamily="34" charset="0"/>
        <a:buChar char="•"/>
        <a:defRPr sz="1000" kern="1200">
          <a:solidFill>
            <a:schemeClr val="tx1"/>
          </a:solidFill>
          <a:latin typeface="+mn-lt"/>
          <a:ea typeface="+mn-ea"/>
          <a:cs typeface="+mn-cs"/>
        </a:defRPr>
      </a:lvl9pPr>
    </p:bodyStyle>
    <p:otherStyle>
      <a:defPPr>
        <a:defRPr lang="en-US"/>
      </a:defPPr>
      <a:lvl1pPr marL="0" algn="l" defTabSz="456948" rtl="0" eaLnBrk="1" latinLnBrk="0" hangingPunct="1">
        <a:defRPr sz="900" kern="1200">
          <a:solidFill>
            <a:schemeClr val="tx1"/>
          </a:solidFill>
          <a:latin typeface="+mn-lt"/>
          <a:ea typeface="+mn-ea"/>
          <a:cs typeface="+mn-cs"/>
        </a:defRPr>
      </a:lvl1pPr>
      <a:lvl2pPr marL="228474" algn="l" defTabSz="456948" rtl="0" eaLnBrk="1" latinLnBrk="0" hangingPunct="1">
        <a:defRPr sz="900" kern="1200">
          <a:solidFill>
            <a:schemeClr val="tx1"/>
          </a:solidFill>
          <a:latin typeface="+mn-lt"/>
          <a:ea typeface="+mn-ea"/>
          <a:cs typeface="+mn-cs"/>
        </a:defRPr>
      </a:lvl2pPr>
      <a:lvl3pPr marL="456948" algn="l" defTabSz="456948" rtl="0" eaLnBrk="1" latinLnBrk="0" hangingPunct="1">
        <a:defRPr sz="900" kern="1200">
          <a:solidFill>
            <a:schemeClr val="tx1"/>
          </a:solidFill>
          <a:latin typeface="+mn-lt"/>
          <a:ea typeface="+mn-ea"/>
          <a:cs typeface="+mn-cs"/>
        </a:defRPr>
      </a:lvl3pPr>
      <a:lvl4pPr marL="685422" algn="l" defTabSz="456948" rtl="0" eaLnBrk="1" latinLnBrk="0" hangingPunct="1">
        <a:defRPr sz="900" kern="1200">
          <a:solidFill>
            <a:schemeClr val="tx1"/>
          </a:solidFill>
          <a:latin typeface="+mn-lt"/>
          <a:ea typeface="+mn-ea"/>
          <a:cs typeface="+mn-cs"/>
        </a:defRPr>
      </a:lvl4pPr>
      <a:lvl5pPr marL="913895" algn="l" defTabSz="456948" rtl="0" eaLnBrk="1" latinLnBrk="0" hangingPunct="1">
        <a:defRPr sz="900" kern="1200">
          <a:solidFill>
            <a:schemeClr val="tx1"/>
          </a:solidFill>
          <a:latin typeface="+mn-lt"/>
          <a:ea typeface="+mn-ea"/>
          <a:cs typeface="+mn-cs"/>
        </a:defRPr>
      </a:lvl5pPr>
      <a:lvl6pPr marL="1142369" algn="l" defTabSz="456948" rtl="0" eaLnBrk="1" latinLnBrk="0" hangingPunct="1">
        <a:defRPr sz="900" kern="1200">
          <a:solidFill>
            <a:schemeClr val="tx1"/>
          </a:solidFill>
          <a:latin typeface="+mn-lt"/>
          <a:ea typeface="+mn-ea"/>
          <a:cs typeface="+mn-cs"/>
        </a:defRPr>
      </a:lvl6pPr>
      <a:lvl7pPr marL="1370843" algn="l" defTabSz="456948" rtl="0" eaLnBrk="1" latinLnBrk="0" hangingPunct="1">
        <a:defRPr sz="900" kern="1200">
          <a:solidFill>
            <a:schemeClr val="tx1"/>
          </a:solidFill>
          <a:latin typeface="+mn-lt"/>
          <a:ea typeface="+mn-ea"/>
          <a:cs typeface="+mn-cs"/>
        </a:defRPr>
      </a:lvl7pPr>
      <a:lvl8pPr marL="1599316" algn="l" defTabSz="456948" rtl="0" eaLnBrk="1" latinLnBrk="0" hangingPunct="1">
        <a:defRPr sz="900" kern="1200">
          <a:solidFill>
            <a:schemeClr val="tx1"/>
          </a:solidFill>
          <a:latin typeface="+mn-lt"/>
          <a:ea typeface="+mn-ea"/>
          <a:cs typeface="+mn-cs"/>
        </a:defRPr>
      </a:lvl8pPr>
      <a:lvl9pPr marL="1827790" algn="l" defTabSz="456948" rtl="0" eaLnBrk="1" latinLnBrk="0" hangingPunct="1">
        <a:defRPr sz="9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08" tIns="45704" rIns="91408" bIns="45704"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09600" y="1600203"/>
            <a:ext cx="10972800" cy="4525963"/>
          </a:xfrm>
          <a:prstGeom prst="rect">
            <a:avLst/>
          </a:prstGeom>
        </p:spPr>
        <p:txBody>
          <a:bodyPr vert="horz" lIns="91408" tIns="45704" rIns="91408" bIns="45704"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76984" y="6356353"/>
            <a:ext cx="876900" cy="365125"/>
          </a:xfrm>
          <a:prstGeom prst="rect">
            <a:avLst/>
          </a:prstGeom>
        </p:spPr>
        <p:txBody>
          <a:bodyPr vert="horz" lIns="91408" tIns="45704" rIns="91408" bIns="45704" rtlCol="0" anchor="ctr"/>
          <a:lstStyle>
            <a:lvl1pPr algn="l">
              <a:defRPr sz="900">
                <a:solidFill>
                  <a:schemeClr val="bg1">
                    <a:lumMod val="65000"/>
                  </a:schemeClr>
                </a:solidFill>
                <a:latin typeface="Avenir Next" panose="020B0503020202020204"/>
                <a:cs typeface="Arial" pitchFamily="34" charset="0"/>
              </a:defRPr>
            </a:lvl1pPr>
          </a:lstStyle>
          <a:p>
            <a:fld id="{43D95715-F1B5-4B03-80BA-58B44C9FB0D2}" type="datetime1">
              <a:rPr lang="en-US" smtClean="0"/>
              <a:pPr/>
              <a:t>7/6/2026</a:t>
            </a:fld>
            <a:endParaRPr lang="en-US" dirty="0"/>
          </a:p>
        </p:txBody>
      </p:sp>
      <p:sp>
        <p:nvSpPr>
          <p:cNvPr id="5" name="Footer Placeholder 4"/>
          <p:cNvSpPr>
            <a:spLocks noGrp="1"/>
          </p:cNvSpPr>
          <p:nvPr>
            <p:ph type="ftr" sz="quarter" idx="3"/>
          </p:nvPr>
        </p:nvSpPr>
        <p:spPr>
          <a:xfrm>
            <a:off x="4165600" y="6356353"/>
            <a:ext cx="3860800" cy="365125"/>
          </a:xfrm>
          <a:prstGeom prst="rect">
            <a:avLst/>
          </a:prstGeom>
        </p:spPr>
        <p:txBody>
          <a:bodyPr vert="horz" lIns="91408" tIns="45704" rIns="91408" bIns="45704" rtlCol="0" anchor="ctr"/>
          <a:lstStyle>
            <a:lvl1pPr algn="ctr">
              <a:defRPr sz="900">
                <a:solidFill>
                  <a:schemeClr val="bg1">
                    <a:lumMod val="65000"/>
                  </a:schemeClr>
                </a:solidFill>
                <a:latin typeface="Avenir Next" panose="020B0503020202020204"/>
                <a:cs typeface="Arial" pitchFamily="34" charset="0"/>
              </a:defRPr>
            </a:lvl1pPr>
          </a:lstStyle>
          <a:p>
            <a:pPr>
              <a:defRPr/>
            </a:pPr>
            <a:r>
              <a:rPr lang="en-US" dirty="0"/>
              <a:t>© </a:t>
            </a:r>
            <a:r>
              <a:rPr lang="en-US" dirty="0" err="1"/>
              <a:t>Aurigene</a:t>
            </a:r>
            <a:r>
              <a:rPr lang="en-US" dirty="0"/>
              <a:t> Discovery Technologies Limited.</a:t>
            </a:r>
          </a:p>
        </p:txBody>
      </p:sp>
      <p:sp>
        <p:nvSpPr>
          <p:cNvPr id="6" name="Slide Number Placeholder 5"/>
          <p:cNvSpPr>
            <a:spLocks noGrp="1"/>
          </p:cNvSpPr>
          <p:nvPr>
            <p:ph type="sldNum" sz="quarter" idx="4"/>
          </p:nvPr>
        </p:nvSpPr>
        <p:spPr>
          <a:xfrm>
            <a:off x="9448364" y="6356353"/>
            <a:ext cx="686426" cy="365125"/>
          </a:xfrm>
          <a:prstGeom prst="rect">
            <a:avLst/>
          </a:prstGeom>
        </p:spPr>
        <p:txBody>
          <a:bodyPr vert="horz" lIns="91408" tIns="45704" rIns="91408" bIns="45704" rtlCol="0" anchor="ctr"/>
          <a:lstStyle>
            <a:lvl1pPr algn="r">
              <a:defRPr sz="900">
                <a:solidFill>
                  <a:schemeClr val="bg1">
                    <a:lumMod val="65000"/>
                  </a:schemeClr>
                </a:solidFill>
                <a:latin typeface="Avenir Next" panose="020B0503020202020204"/>
                <a:cs typeface="Arial" pitchFamily="34" charset="0"/>
              </a:defRPr>
            </a:lvl1pPr>
          </a:lstStyle>
          <a:p>
            <a:fld id="{6D901E28-B783-45A5-934D-311B12C5CFDA}" type="slidenum">
              <a:rPr lang="en-US" smtClean="0"/>
              <a:pPr/>
              <a:t>‹#›</a:t>
            </a:fld>
            <a:endParaRPr lang="en-US" dirty="0"/>
          </a:p>
        </p:txBody>
      </p:sp>
    </p:spTree>
    <p:extLst>
      <p:ext uri="{BB962C8B-B14F-4D97-AF65-F5344CB8AC3E}">
        <p14:creationId xmlns:p14="http://schemas.microsoft.com/office/powerpoint/2010/main" val="3380178546"/>
      </p:ext>
    </p:extLst>
  </p:cSld>
  <p:clrMap bg1="lt1" tx1="dk1" bg2="lt2" tx2="dk2" accent1="accent1" accent2="accent2" accent3="accent3" accent4="accent4" accent5="accent5" accent6="accent6" hlink="hlink" folHlink="folHlink"/>
  <p:sldLayoutIdLst>
    <p:sldLayoutId id="2147483722" r:id="rId1"/>
    <p:sldLayoutId id="2147483723" r:id="rId2"/>
    <p:sldLayoutId id="2147483724" r:id="rId3"/>
    <p:sldLayoutId id="2147483725" r:id="rId4"/>
    <p:sldLayoutId id="2147483726" r:id="rId5"/>
    <p:sldLayoutId id="2147483727" r:id="rId6"/>
    <p:sldLayoutId id="2147483728" r:id="rId7"/>
    <p:sldLayoutId id="2147483729" r:id="rId8"/>
    <p:sldLayoutId id="2147483730" r:id="rId9"/>
    <p:sldLayoutId id="2147483731" r:id="rId10"/>
    <p:sldLayoutId id="2147483732" r:id="rId11"/>
    <p:sldLayoutId id="2147483733" r:id="rId12"/>
    <p:sldLayoutId id="2147483734" r:id="rId13"/>
    <p:sldLayoutId id="2147483735" r:id="rId14"/>
    <p:sldLayoutId id="2147483736" r:id="rId15"/>
    <p:sldLayoutId id="2147483737" r:id="rId16"/>
    <p:sldLayoutId id="2147483738" r:id="rId17"/>
    <p:sldLayoutId id="2147483739" r:id="rId18"/>
    <p:sldLayoutId id="2147483740" r:id="rId19"/>
    <p:sldLayoutId id="2147483741" r:id="rId20"/>
    <p:sldLayoutId id="2147483742" r:id="rId21"/>
    <p:sldLayoutId id="2147483743" r:id="rId22"/>
  </p:sldLayoutIdLst>
  <p:hf hdr="0" dt="0"/>
  <p:txStyles>
    <p:titleStyle>
      <a:lvl1pPr marL="0" marR="0" indent="0" algn="l" defTabSz="412750" rtl="0" eaLnBrk="1" fontAlgn="auto" latinLnBrk="0" hangingPunct="1">
        <a:lnSpc>
          <a:spcPct val="100000"/>
        </a:lnSpc>
        <a:spcBef>
          <a:spcPts val="0"/>
        </a:spcBef>
        <a:spcAft>
          <a:spcPts val="0"/>
        </a:spcAft>
        <a:buClrTx/>
        <a:buSzTx/>
        <a:buFontTx/>
        <a:buNone/>
        <a:tabLst/>
        <a:defRPr kumimoji="0" lang="en-US" sz="3300" b="1" i="0" u="none" strike="noStrike" kern="1200" cap="none" spc="0" normalizeH="0" baseline="0" dirty="0">
          <a:ln>
            <a:noFill/>
          </a:ln>
          <a:solidFill>
            <a:srgbClr val="1F3FB7"/>
          </a:solidFill>
          <a:effectLst/>
          <a:uFillTx/>
          <a:latin typeface="Raleway Black" pitchFamily="2" charset="0"/>
          <a:ea typeface="+mj-ea"/>
          <a:cs typeface="+mj-cs"/>
          <a:sym typeface="Raleway Black"/>
        </a:defRPr>
      </a:lvl1pPr>
    </p:titleStyle>
    <p:bodyStyle>
      <a:lvl1pPr marL="0" marR="0" indent="0" algn="l" defTabSz="412750" rtl="0" eaLnBrk="1" fontAlgn="auto" latinLnBrk="0" hangingPunct="1">
        <a:lnSpc>
          <a:spcPct val="100000"/>
        </a:lnSpc>
        <a:spcBef>
          <a:spcPts val="0"/>
        </a:spcBef>
        <a:spcAft>
          <a:spcPts val="0"/>
        </a:spcAft>
        <a:buClrTx/>
        <a:buSzTx/>
        <a:buFont typeface="Arial" pitchFamily="34" charset="0"/>
        <a:buNone/>
        <a:tabLst/>
        <a:defRPr kumimoji="0" lang="en-US" sz="2100" b="1" i="0" u="none" strike="noStrike" kern="1200" cap="none" spc="0" normalizeH="0" baseline="0" dirty="0" smtClean="0">
          <a:ln>
            <a:noFill/>
          </a:ln>
          <a:solidFill>
            <a:srgbClr val="4CAAAD"/>
          </a:solidFill>
          <a:effectLst/>
          <a:uFillTx/>
          <a:latin typeface="Avenir Next" panose="020B0503020202020204"/>
          <a:ea typeface="+mn-ea"/>
          <a:cs typeface="Arial" panose="020B0604020202020204" pitchFamily="34" charset="0"/>
          <a:sym typeface="Avenir Next Demi Bold"/>
        </a:defRPr>
      </a:lvl1pPr>
      <a:lvl2pPr marL="0" marR="0" indent="254000" algn="l" defTabSz="228600" rtl="0" eaLnBrk="1" fontAlgn="auto" latinLnBrk="0" hangingPunct="1">
        <a:lnSpc>
          <a:spcPts val="1800"/>
        </a:lnSpc>
        <a:spcBef>
          <a:spcPts val="1000"/>
        </a:spcBef>
        <a:spcAft>
          <a:spcPts val="0"/>
        </a:spcAft>
        <a:buClrTx/>
        <a:buSzTx/>
        <a:buFont typeface="Arial" pitchFamily="34" charset="0"/>
        <a:buChar char="●"/>
        <a:tabLst/>
        <a:defRPr kumimoji="0" lang="en-US" sz="1600" b="0" i="0" u="none" strike="noStrike" kern="1200" cap="none" spc="0" normalizeH="0" baseline="0" dirty="0" smtClean="0">
          <a:ln>
            <a:noFill/>
          </a:ln>
          <a:solidFill>
            <a:srgbClr val="000000"/>
          </a:solidFill>
          <a:effectLst/>
          <a:uFillTx/>
          <a:latin typeface="Avenir Next" panose="020B0503020202020204"/>
          <a:ea typeface="+mn-ea"/>
          <a:cs typeface="Arial" panose="020B0604020202020204" pitchFamily="34" charset="0"/>
          <a:sym typeface="Avenir Next Medium"/>
        </a:defRPr>
      </a:lvl2pPr>
      <a:lvl3pPr marL="685800" indent="-228600" algn="l" defTabSz="457039" rtl="0" eaLnBrk="1" latinLnBrk="0" hangingPunct="1">
        <a:lnSpc>
          <a:spcPts val="1800"/>
        </a:lnSpc>
        <a:spcBef>
          <a:spcPts val="1000"/>
        </a:spcBef>
        <a:buFont typeface="Arial" pitchFamily="34" charset="0"/>
        <a:buChar char="•"/>
        <a:defRPr sz="1300" kern="1200">
          <a:solidFill>
            <a:schemeClr val="tx1"/>
          </a:solidFill>
          <a:latin typeface="Avenir Next" panose="020B0503020202020204"/>
          <a:ea typeface="+mn-ea"/>
          <a:cs typeface="Arial" pitchFamily="34" charset="0"/>
        </a:defRPr>
      </a:lvl3pPr>
      <a:lvl4pPr marL="799818" indent="-114260" algn="l" defTabSz="457039" rtl="0" eaLnBrk="1" latinLnBrk="0" hangingPunct="1">
        <a:lnSpc>
          <a:spcPts val="1800"/>
        </a:lnSpc>
        <a:spcBef>
          <a:spcPts val="1000"/>
        </a:spcBef>
        <a:buFont typeface="Arial" pitchFamily="34" charset="0"/>
        <a:buChar char="•"/>
        <a:defRPr sz="1300" kern="1200">
          <a:solidFill>
            <a:schemeClr val="tx1"/>
          </a:solidFill>
          <a:latin typeface="Avenir Next" panose="020B0503020202020204"/>
          <a:ea typeface="+mn-ea"/>
          <a:cs typeface="Arial" pitchFamily="34" charset="0"/>
        </a:defRPr>
      </a:lvl4pPr>
      <a:lvl5pPr marL="1028338" indent="-114260" algn="l" defTabSz="457039" rtl="0" eaLnBrk="1" latinLnBrk="0" hangingPunct="1">
        <a:lnSpc>
          <a:spcPts val="1800"/>
        </a:lnSpc>
        <a:spcBef>
          <a:spcPts val="1000"/>
        </a:spcBef>
        <a:buFont typeface="Arial" pitchFamily="34" charset="0"/>
        <a:buChar char="•"/>
        <a:defRPr sz="1300" kern="1200">
          <a:solidFill>
            <a:schemeClr val="tx1"/>
          </a:solidFill>
          <a:latin typeface="Avenir Next" panose="020B0503020202020204"/>
          <a:ea typeface="+mn-ea"/>
          <a:cs typeface="Arial" pitchFamily="34" charset="0"/>
        </a:defRPr>
      </a:lvl5pPr>
      <a:lvl6pPr marL="1256857" indent="-114260" algn="l" defTabSz="457039" rtl="0" eaLnBrk="1" latinLnBrk="0" hangingPunct="1">
        <a:spcBef>
          <a:spcPct val="20000"/>
        </a:spcBef>
        <a:buFont typeface="Arial" pitchFamily="34" charset="0"/>
        <a:buChar char="•"/>
        <a:defRPr sz="1000" kern="1200">
          <a:solidFill>
            <a:schemeClr val="tx1"/>
          </a:solidFill>
          <a:latin typeface="+mn-lt"/>
          <a:ea typeface="+mn-ea"/>
          <a:cs typeface="+mn-cs"/>
        </a:defRPr>
      </a:lvl6pPr>
      <a:lvl7pPr marL="1485377" indent="-114260" algn="l" defTabSz="457039" rtl="0" eaLnBrk="1" latinLnBrk="0" hangingPunct="1">
        <a:spcBef>
          <a:spcPct val="20000"/>
        </a:spcBef>
        <a:buFont typeface="Arial" pitchFamily="34" charset="0"/>
        <a:buChar char="•"/>
        <a:defRPr sz="1000" kern="1200">
          <a:solidFill>
            <a:schemeClr val="tx1"/>
          </a:solidFill>
          <a:latin typeface="+mn-lt"/>
          <a:ea typeface="+mn-ea"/>
          <a:cs typeface="+mn-cs"/>
        </a:defRPr>
      </a:lvl7pPr>
      <a:lvl8pPr marL="1713896" indent="-114260" algn="l" defTabSz="457039" rtl="0" eaLnBrk="1" latinLnBrk="0" hangingPunct="1">
        <a:spcBef>
          <a:spcPct val="20000"/>
        </a:spcBef>
        <a:buFont typeface="Arial" pitchFamily="34" charset="0"/>
        <a:buChar char="•"/>
        <a:defRPr sz="1000" kern="1200">
          <a:solidFill>
            <a:schemeClr val="tx1"/>
          </a:solidFill>
          <a:latin typeface="+mn-lt"/>
          <a:ea typeface="+mn-ea"/>
          <a:cs typeface="+mn-cs"/>
        </a:defRPr>
      </a:lvl8pPr>
      <a:lvl9pPr marL="1942416" indent="-114260" algn="l" defTabSz="457039" rtl="0" eaLnBrk="1" latinLnBrk="0" hangingPunct="1">
        <a:spcBef>
          <a:spcPct val="20000"/>
        </a:spcBef>
        <a:buFont typeface="Arial" pitchFamily="34" charset="0"/>
        <a:buChar char="•"/>
        <a:defRPr sz="1000" kern="1200">
          <a:solidFill>
            <a:schemeClr val="tx1"/>
          </a:solidFill>
          <a:latin typeface="+mn-lt"/>
          <a:ea typeface="+mn-ea"/>
          <a:cs typeface="+mn-cs"/>
        </a:defRPr>
      </a:lvl9pPr>
    </p:bodyStyle>
    <p:otherStyle>
      <a:defPPr>
        <a:defRPr lang="en-US"/>
      </a:defPPr>
      <a:lvl1pPr marL="0" algn="l" defTabSz="457039" rtl="0" eaLnBrk="1" latinLnBrk="0" hangingPunct="1">
        <a:defRPr sz="900" kern="1200">
          <a:solidFill>
            <a:schemeClr val="tx1"/>
          </a:solidFill>
          <a:latin typeface="+mn-lt"/>
          <a:ea typeface="+mn-ea"/>
          <a:cs typeface="+mn-cs"/>
        </a:defRPr>
      </a:lvl1pPr>
      <a:lvl2pPr marL="228520" algn="l" defTabSz="457039" rtl="0" eaLnBrk="1" latinLnBrk="0" hangingPunct="1">
        <a:defRPr sz="900" kern="1200">
          <a:solidFill>
            <a:schemeClr val="tx1"/>
          </a:solidFill>
          <a:latin typeface="+mn-lt"/>
          <a:ea typeface="+mn-ea"/>
          <a:cs typeface="+mn-cs"/>
        </a:defRPr>
      </a:lvl2pPr>
      <a:lvl3pPr marL="457039" algn="l" defTabSz="457039" rtl="0" eaLnBrk="1" latinLnBrk="0" hangingPunct="1">
        <a:defRPr sz="900" kern="1200">
          <a:solidFill>
            <a:schemeClr val="tx1"/>
          </a:solidFill>
          <a:latin typeface="+mn-lt"/>
          <a:ea typeface="+mn-ea"/>
          <a:cs typeface="+mn-cs"/>
        </a:defRPr>
      </a:lvl3pPr>
      <a:lvl4pPr marL="685559" algn="l" defTabSz="457039" rtl="0" eaLnBrk="1" latinLnBrk="0" hangingPunct="1">
        <a:defRPr sz="900" kern="1200">
          <a:solidFill>
            <a:schemeClr val="tx1"/>
          </a:solidFill>
          <a:latin typeface="+mn-lt"/>
          <a:ea typeface="+mn-ea"/>
          <a:cs typeface="+mn-cs"/>
        </a:defRPr>
      </a:lvl4pPr>
      <a:lvl5pPr marL="914078" algn="l" defTabSz="457039" rtl="0" eaLnBrk="1" latinLnBrk="0" hangingPunct="1">
        <a:defRPr sz="900" kern="1200">
          <a:solidFill>
            <a:schemeClr val="tx1"/>
          </a:solidFill>
          <a:latin typeface="+mn-lt"/>
          <a:ea typeface="+mn-ea"/>
          <a:cs typeface="+mn-cs"/>
        </a:defRPr>
      </a:lvl5pPr>
      <a:lvl6pPr marL="1142598" algn="l" defTabSz="457039" rtl="0" eaLnBrk="1" latinLnBrk="0" hangingPunct="1">
        <a:defRPr sz="900" kern="1200">
          <a:solidFill>
            <a:schemeClr val="tx1"/>
          </a:solidFill>
          <a:latin typeface="+mn-lt"/>
          <a:ea typeface="+mn-ea"/>
          <a:cs typeface="+mn-cs"/>
        </a:defRPr>
      </a:lvl6pPr>
      <a:lvl7pPr marL="1371117" algn="l" defTabSz="457039" rtl="0" eaLnBrk="1" latinLnBrk="0" hangingPunct="1">
        <a:defRPr sz="900" kern="1200">
          <a:solidFill>
            <a:schemeClr val="tx1"/>
          </a:solidFill>
          <a:latin typeface="+mn-lt"/>
          <a:ea typeface="+mn-ea"/>
          <a:cs typeface="+mn-cs"/>
        </a:defRPr>
      </a:lvl7pPr>
      <a:lvl8pPr marL="1599636" algn="l" defTabSz="457039" rtl="0" eaLnBrk="1" latinLnBrk="0" hangingPunct="1">
        <a:defRPr sz="900" kern="1200">
          <a:solidFill>
            <a:schemeClr val="tx1"/>
          </a:solidFill>
          <a:latin typeface="+mn-lt"/>
          <a:ea typeface="+mn-ea"/>
          <a:cs typeface="+mn-cs"/>
        </a:defRPr>
      </a:lvl8pPr>
      <a:lvl9pPr marL="1828156" algn="l" defTabSz="457039" rtl="0" eaLnBrk="1" latinLnBrk="0" hangingPunct="1">
        <a:defRPr sz="9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08" tIns="45704" rIns="91408" bIns="45704"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09600" y="1600203"/>
            <a:ext cx="10972800" cy="4525963"/>
          </a:xfrm>
          <a:prstGeom prst="rect">
            <a:avLst/>
          </a:prstGeom>
        </p:spPr>
        <p:txBody>
          <a:bodyPr vert="horz" lIns="91408" tIns="45704" rIns="91408" bIns="45704"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76984" y="6356353"/>
            <a:ext cx="876900" cy="365125"/>
          </a:xfrm>
          <a:prstGeom prst="rect">
            <a:avLst/>
          </a:prstGeom>
        </p:spPr>
        <p:txBody>
          <a:bodyPr vert="horz" lIns="91408" tIns="45704" rIns="91408" bIns="45704" rtlCol="0" anchor="ctr"/>
          <a:lstStyle>
            <a:lvl1pPr algn="l">
              <a:defRPr sz="900">
                <a:solidFill>
                  <a:schemeClr val="bg1">
                    <a:lumMod val="65000"/>
                  </a:schemeClr>
                </a:solidFill>
                <a:latin typeface="Avenir Next" panose="020B0503020202020204"/>
                <a:cs typeface="Arial" pitchFamily="34" charset="0"/>
              </a:defRPr>
            </a:lvl1pPr>
          </a:lstStyle>
          <a:p>
            <a:fld id="{17A254F3-891A-4FAE-BFC3-095FBF08A302}" type="datetimeFigureOut">
              <a:rPr lang="en-US" smtClean="0"/>
              <a:pPr/>
              <a:t>7/6/2026</a:t>
            </a:fld>
            <a:endParaRPr lang="en-US" dirty="0"/>
          </a:p>
        </p:txBody>
      </p:sp>
      <p:sp>
        <p:nvSpPr>
          <p:cNvPr id="5" name="Footer Placeholder 4"/>
          <p:cNvSpPr>
            <a:spLocks noGrp="1"/>
          </p:cNvSpPr>
          <p:nvPr>
            <p:ph type="ftr" sz="quarter" idx="3"/>
          </p:nvPr>
        </p:nvSpPr>
        <p:spPr>
          <a:xfrm>
            <a:off x="4165600" y="6356353"/>
            <a:ext cx="3860800" cy="365125"/>
          </a:xfrm>
          <a:prstGeom prst="rect">
            <a:avLst/>
          </a:prstGeom>
        </p:spPr>
        <p:txBody>
          <a:bodyPr vert="horz" lIns="91408" tIns="45704" rIns="91408" bIns="45704" rtlCol="0" anchor="ctr"/>
          <a:lstStyle>
            <a:lvl1pPr algn="ctr">
              <a:defRPr sz="900">
                <a:solidFill>
                  <a:schemeClr val="bg1">
                    <a:lumMod val="65000"/>
                  </a:schemeClr>
                </a:solidFill>
                <a:latin typeface="Avenir Next" panose="020B0503020202020204"/>
                <a:cs typeface="Arial" pitchFamily="34" charset="0"/>
              </a:defRPr>
            </a:lvl1pPr>
          </a:lstStyle>
          <a:p>
            <a:endParaRPr lang="en-US" dirty="0"/>
          </a:p>
        </p:txBody>
      </p:sp>
      <p:sp>
        <p:nvSpPr>
          <p:cNvPr id="6" name="Slide Number Placeholder 5"/>
          <p:cNvSpPr>
            <a:spLocks noGrp="1"/>
          </p:cNvSpPr>
          <p:nvPr>
            <p:ph type="sldNum" sz="quarter" idx="4"/>
          </p:nvPr>
        </p:nvSpPr>
        <p:spPr>
          <a:xfrm>
            <a:off x="9448364" y="6356353"/>
            <a:ext cx="686426" cy="365125"/>
          </a:xfrm>
          <a:prstGeom prst="rect">
            <a:avLst/>
          </a:prstGeom>
        </p:spPr>
        <p:txBody>
          <a:bodyPr vert="horz" lIns="91408" tIns="45704" rIns="91408" bIns="45704" rtlCol="0" anchor="ctr"/>
          <a:lstStyle>
            <a:lvl1pPr algn="r">
              <a:defRPr sz="900">
                <a:solidFill>
                  <a:schemeClr val="bg1">
                    <a:lumMod val="65000"/>
                  </a:schemeClr>
                </a:solidFill>
                <a:latin typeface="Avenir Next" panose="020B0503020202020204"/>
                <a:cs typeface="Arial" pitchFamily="34" charset="0"/>
              </a:defRPr>
            </a:lvl1pPr>
          </a:lstStyle>
          <a:p>
            <a:fld id="{0BA6C484-4593-4398-892A-29D659C24092}" type="slidenum">
              <a:rPr lang="en-US" smtClean="0"/>
              <a:pPr/>
              <a:t>‹#›</a:t>
            </a:fld>
            <a:endParaRPr lang="en-US" dirty="0"/>
          </a:p>
        </p:txBody>
      </p:sp>
    </p:spTree>
    <p:extLst>
      <p:ext uri="{BB962C8B-B14F-4D97-AF65-F5344CB8AC3E}">
        <p14:creationId xmlns:p14="http://schemas.microsoft.com/office/powerpoint/2010/main" val="4058190508"/>
      </p:ext>
    </p:extLst>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 id="2147483756" r:id="rId12"/>
    <p:sldLayoutId id="2147483757" r:id="rId13"/>
    <p:sldLayoutId id="2147483758" r:id="rId14"/>
    <p:sldLayoutId id="2147483759" r:id="rId15"/>
    <p:sldLayoutId id="2147483760" r:id="rId16"/>
    <p:sldLayoutId id="2147483761" r:id="rId17"/>
    <p:sldLayoutId id="2147483762" r:id="rId18"/>
    <p:sldLayoutId id="2147483763" r:id="rId19"/>
    <p:sldLayoutId id="2147483764" r:id="rId20"/>
    <p:sldLayoutId id="2147484316" r:id="rId21"/>
    <p:sldLayoutId id="2147484317" r:id="rId22"/>
  </p:sldLayoutIdLst>
  <p:txStyles>
    <p:titleStyle>
      <a:lvl1pPr marL="0" marR="0" indent="0" algn="l" defTabSz="412750" rtl="0" eaLnBrk="1" fontAlgn="auto" latinLnBrk="0" hangingPunct="1">
        <a:lnSpc>
          <a:spcPct val="100000"/>
        </a:lnSpc>
        <a:spcBef>
          <a:spcPts val="0"/>
        </a:spcBef>
        <a:spcAft>
          <a:spcPts val="0"/>
        </a:spcAft>
        <a:buClrTx/>
        <a:buSzTx/>
        <a:buFontTx/>
        <a:buNone/>
        <a:tabLst/>
        <a:defRPr kumimoji="0" lang="en-US" sz="3300" b="1" i="0" u="none" strike="noStrike" kern="1200" cap="none" spc="0" normalizeH="0" baseline="0" dirty="0">
          <a:ln>
            <a:noFill/>
          </a:ln>
          <a:solidFill>
            <a:srgbClr val="1F3FB7"/>
          </a:solidFill>
          <a:effectLst/>
          <a:uFillTx/>
          <a:latin typeface="Raleway Black" pitchFamily="2" charset="0"/>
          <a:ea typeface="+mj-ea"/>
          <a:cs typeface="+mj-cs"/>
          <a:sym typeface="Raleway Black"/>
        </a:defRPr>
      </a:lvl1pPr>
    </p:titleStyle>
    <p:bodyStyle>
      <a:lvl1pPr marL="0" marR="0" indent="0" algn="l" defTabSz="412750" rtl="0" eaLnBrk="1" fontAlgn="auto" latinLnBrk="0" hangingPunct="1">
        <a:lnSpc>
          <a:spcPct val="100000"/>
        </a:lnSpc>
        <a:spcBef>
          <a:spcPts val="0"/>
        </a:spcBef>
        <a:spcAft>
          <a:spcPts val="0"/>
        </a:spcAft>
        <a:buClrTx/>
        <a:buSzTx/>
        <a:buFont typeface="Arial" pitchFamily="34" charset="0"/>
        <a:buNone/>
        <a:tabLst/>
        <a:defRPr kumimoji="0" lang="en-US" sz="2100" b="1" i="0" u="none" strike="noStrike" kern="1200" cap="none" spc="0" normalizeH="0" baseline="0" dirty="0" smtClean="0">
          <a:ln>
            <a:noFill/>
          </a:ln>
          <a:solidFill>
            <a:srgbClr val="4CAAAD"/>
          </a:solidFill>
          <a:effectLst/>
          <a:uFillTx/>
          <a:latin typeface="Avenir Next" panose="020B0503020202020204"/>
          <a:ea typeface="+mn-ea"/>
          <a:cs typeface="Arial" panose="020B0604020202020204" pitchFamily="34" charset="0"/>
          <a:sym typeface="Avenir Next Demi Bold"/>
        </a:defRPr>
      </a:lvl1pPr>
      <a:lvl2pPr marL="0" marR="0" indent="254000" algn="l" defTabSz="228600" rtl="0" eaLnBrk="1" fontAlgn="auto" latinLnBrk="0" hangingPunct="1">
        <a:lnSpc>
          <a:spcPts val="1800"/>
        </a:lnSpc>
        <a:spcBef>
          <a:spcPts val="1000"/>
        </a:spcBef>
        <a:spcAft>
          <a:spcPts val="0"/>
        </a:spcAft>
        <a:buClrTx/>
        <a:buSzTx/>
        <a:buFont typeface="Arial" pitchFamily="34" charset="0"/>
        <a:buChar char="●"/>
        <a:tabLst/>
        <a:defRPr kumimoji="0" lang="en-US" sz="1600" b="0" i="0" u="none" strike="noStrike" kern="1200" cap="none" spc="0" normalizeH="0" baseline="0" dirty="0" smtClean="0">
          <a:ln>
            <a:noFill/>
          </a:ln>
          <a:solidFill>
            <a:srgbClr val="000000"/>
          </a:solidFill>
          <a:effectLst/>
          <a:uFillTx/>
          <a:latin typeface="Avenir Next" panose="020B0503020202020204"/>
          <a:ea typeface="+mn-ea"/>
          <a:cs typeface="Arial" panose="020B0604020202020204" pitchFamily="34" charset="0"/>
          <a:sym typeface="Avenir Next Medium"/>
        </a:defRPr>
      </a:lvl2pPr>
      <a:lvl3pPr marL="685800" indent="-228600" algn="l" defTabSz="457039" rtl="0" eaLnBrk="1" latinLnBrk="0" hangingPunct="1">
        <a:lnSpc>
          <a:spcPts val="1800"/>
        </a:lnSpc>
        <a:spcBef>
          <a:spcPts val="1000"/>
        </a:spcBef>
        <a:buFont typeface="Arial" pitchFamily="34" charset="0"/>
        <a:buChar char="•"/>
        <a:defRPr sz="1300" kern="1200">
          <a:solidFill>
            <a:schemeClr val="tx1"/>
          </a:solidFill>
          <a:latin typeface="Avenir Next" panose="020B0503020202020204"/>
          <a:ea typeface="+mn-ea"/>
          <a:cs typeface="Arial" pitchFamily="34" charset="0"/>
        </a:defRPr>
      </a:lvl3pPr>
      <a:lvl4pPr marL="799818" indent="-114260" algn="l" defTabSz="457039" rtl="0" eaLnBrk="1" latinLnBrk="0" hangingPunct="1">
        <a:lnSpc>
          <a:spcPts val="1800"/>
        </a:lnSpc>
        <a:spcBef>
          <a:spcPts val="1000"/>
        </a:spcBef>
        <a:buFont typeface="Arial" pitchFamily="34" charset="0"/>
        <a:buChar char="•"/>
        <a:defRPr sz="1300" kern="1200">
          <a:solidFill>
            <a:schemeClr val="tx1"/>
          </a:solidFill>
          <a:latin typeface="Avenir Next" panose="020B0503020202020204"/>
          <a:ea typeface="+mn-ea"/>
          <a:cs typeface="Arial" pitchFamily="34" charset="0"/>
        </a:defRPr>
      </a:lvl4pPr>
      <a:lvl5pPr marL="1028338" indent="-114260" algn="l" defTabSz="457039" rtl="0" eaLnBrk="1" latinLnBrk="0" hangingPunct="1">
        <a:lnSpc>
          <a:spcPts val="1800"/>
        </a:lnSpc>
        <a:spcBef>
          <a:spcPts val="1000"/>
        </a:spcBef>
        <a:buFont typeface="Arial" pitchFamily="34" charset="0"/>
        <a:buChar char="•"/>
        <a:defRPr sz="1300" kern="1200">
          <a:solidFill>
            <a:schemeClr val="tx1"/>
          </a:solidFill>
          <a:latin typeface="Avenir Next" panose="020B0503020202020204"/>
          <a:ea typeface="+mn-ea"/>
          <a:cs typeface="Arial" pitchFamily="34" charset="0"/>
        </a:defRPr>
      </a:lvl5pPr>
      <a:lvl6pPr marL="1256857" indent="-114260" algn="l" defTabSz="457039" rtl="0" eaLnBrk="1" latinLnBrk="0" hangingPunct="1">
        <a:spcBef>
          <a:spcPct val="20000"/>
        </a:spcBef>
        <a:buFont typeface="Arial" pitchFamily="34" charset="0"/>
        <a:buChar char="•"/>
        <a:defRPr sz="1000" kern="1200">
          <a:solidFill>
            <a:schemeClr val="tx1"/>
          </a:solidFill>
          <a:latin typeface="+mn-lt"/>
          <a:ea typeface="+mn-ea"/>
          <a:cs typeface="+mn-cs"/>
        </a:defRPr>
      </a:lvl6pPr>
      <a:lvl7pPr marL="1485377" indent="-114260" algn="l" defTabSz="457039" rtl="0" eaLnBrk="1" latinLnBrk="0" hangingPunct="1">
        <a:spcBef>
          <a:spcPct val="20000"/>
        </a:spcBef>
        <a:buFont typeface="Arial" pitchFamily="34" charset="0"/>
        <a:buChar char="•"/>
        <a:defRPr sz="1000" kern="1200">
          <a:solidFill>
            <a:schemeClr val="tx1"/>
          </a:solidFill>
          <a:latin typeface="+mn-lt"/>
          <a:ea typeface="+mn-ea"/>
          <a:cs typeface="+mn-cs"/>
        </a:defRPr>
      </a:lvl7pPr>
      <a:lvl8pPr marL="1713896" indent="-114260" algn="l" defTabSz="457039" rtl="0" eaLnBrk="1" latinLnBrk="0" hangingPunct="1">
        <a:spcBef>
          <a:spcPct val="20000"/>
        </a:spcBef>
        <a:buFont typeface="Arial" pitchFamily="34" charset="0"/>
        <a:buChar char="•"/>
        <a:defRPr sz="1000" kern="1200">
          <a:solidFill>
            <a:schemeClr val="tx1"/>
          </a:solidFill>
          <a:latin typeface="+mn-lt"/>
          <a:ea typeface="+mn-ea"/>
          <a:cs typeface="+mn-cs"/>
        </a:defRPr>
      </a:lvl8pPr>
      <a:lvl9pPr marL="1942416" indent="-114260" algn="l" defTabSz="457039" rtl="0" eaLnBrk="1" latinLnBrk="0" hangingPunct="1">
        <a:spcBef>
          <a:spcPct val="20000"/>
        </a:spcBef>
        <a:buFont typeface="Arial" pitchFamily="34" charset="0"/>
        <a:buChar char="•"/>
        <a:defRPr sz="1000" kern="1200">
          <a:solidFill>
            <a:schemeClr val="tx1"/>
          </a:solidFill>
          <a:latin typeface="+mn-lt"/>
          <a:ea typeface="+mn-ea"/>
          <a:cs typeface="+mn-cs"/>
        </a:defRPr>
      </a:lvl9pPr>
    </p:bodyStyle>
    <p:otherStyle>
      <a:defPPr>
        <a:defRPr lang="en-US"/>
      </a:defPPr>
      <a:lvl1pPr marL="0" algn="l" defTabSz="457039" rtl="0" eaLnBrk="1" latinLnBrk="0" hangingPunct="1">
        <a:defRPr sz="900" kern="1200">
          <a:solidFill>
            <a:schemeClr val="tx1"/>
          </a:solidFill>
          <a:latin typeface="+mn-lt"/>
          <a:ea typeface="+mn-ea"/>
          <a:cs typeface="+mn-cs"/>
        </a:defRPr>
      </a:lvl1pPr>
      <a:lvl2pPr marL="228520" algn="l" defTabSz="457039" rtl="0" eaLnBrk="1" latinLnBrk="0" hangingPunct="1">
        <a:defRPr sz="900" kern="1200">
          <a:solidFill>
            <a:schemeClr val="tx1"/>
          </a:solidFill>
          <a:latin typeface="+mn-lt"/>
          <a:ea typeface="+mn-ea"/>
          <a:cs typeface="+mn-cs"/>
        </a:defRPr>
      </a:lvl2pPr>
      <a:lvl3pPr marL="457039" algn="l" defTabSz="457039" rtl="0" eaLnBrk="1" latinLnBrk="0" hangingPunct="1">
        <a:defRPr sz="900" kern="1200">
          <a:solidFill>
            <a:schemeClr val="tx1"/>
          </a:solidFill>
          <a:latin typeface="+mn-lt"/>
          <a:ea typeface="+mn-ea"/>
          <a:cs typeface="+mn-cs"/>
        </a:defRPr>
      </a:lvl3pPr>
      <a:lvl4pPr marL="685559" algn="l" defTabSz="457039" rtl="0" eaLnBrk="1" latinLnBrk="0" hangingPunct="1">
        <a:defRPr sz="900" kern="1200">
          <a:solidFill>
            <a:schemeClr val="tx1"/>
          </a:solidFill>
          <a:latin typeface="+mn-lt"/>
          <a:ea typeface="+mn-ea"/>
          <a:cs typeface="+mn-cs"/>
        </a:defRPr>
      </a:lvl4pPr>
      <a:lvl5pPr marL="914078" algn="l" defTabSz="457039" rtl="0" eaLnBrk="1" latinLnBrk="0" hangingPunct="1">
        <a:defRPr sz="900" kern="1200">
          <a:solidFill>
            <a:schemeClr val="tx1"/>
          </a:solidFill>
          <a:latin typeface="+mn-lt"/>
          <a:ea typeface="+mn-ea"/>
          <a:cs typeface="+mn-cs"/>
        </a:defRPr>
      </a:lvl5pPr>
      <a:lvl6pPr marL="1142598" algn="l" defTabSz="457039" rtl="0" eaLnBrk="1" latinLnBrk="0" hangingPunct="1">
        <a:defRPr sz="900" kern="1200">
          <a:solidFill>
            <a:schemeClr val="tx1"/>
          </a:solidFill>
          <a:latin typeface="+mn-lt"/>
          <a:ea typeface="+mn-ea"/>
          <a:cs typeface="+mn-cs"/>
        </a:defRPr>
      </a:lvl6pPr>
      <a:lvl7pPr marL="1371117" algn="l" defTabSz="457039" rtl="0" eaLnBrk="1" latinLnBrk="0" hangingPunct="1">
        <a:defRPr sz="900" kern="1200">
          <a:solidFill>
            <a:schemeClr val="tx1"/>
          </a:solidFill>
          <a:latin typeface="+mn-lt"/>
          <a:ea typeface="+mn-ea"/>
          <a:cs typeface="+mn-cs"/>
        </a:defRPr>
      </a:lvl7pPr>
      <a:lvl8pPr marL="1599636" algn="l" defTabSz="457039" rtl="0" eaLnBrk="1" latinLnBrk="0" hangingPunct="1">
        <a:defRPr sz="900" kern="1200">
          <a:solidFill>
            <a:schemeClr val="tx1"/>
          </a:solidFill>
          <a:latin typeface="+mn-lt"/>
          <a:ea typeface="+mn-ea"/>
          <a:cs typeface="+mn-cs"/>
        </a:defRPr>
      </a:lvl8pPr>
      <a:lvl9pPr marL="1828156" algn="l" defTabSz="457039" rtl="0" eaLnBrk="1" latinLnBrk="0" hangingPunct="1">
        <a:defRPr sz="9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pSp>
        <p:nvGrpSpPr>
          <p:cNvPr id="96" name="Group 95"/>
          <p:cNvGrpSpPr/>
          <p:nvPr/>
        </p:nvGrpSpPr>
        <p:grpSpPr bwMode="gray">
          <a:xfrm>
            <a:off x="-137480" y="-151240"/>
            <a:ext cx="12469080" cy="7160480"/>
            <a:chOff x="-103112" y="-113430"/>
            <a:chExt cx="9351810" cy="5370360"/>
          </a:xfrm>
        </p:grpSpPr>
        <p:grpSp>
          <p:nvGrpSpPr>
            <p:cNvPr id="69" name="Group 68"/>
            <p:cNvGrpSpPr/>
            <p:nvPr userDrawn="1"/>
          </p:nvGrpSpPr>
          <p:grpSpPr bwMode="gray">
            <a:xfrm>
              <a:off x="-103112" y="311269"/>
              <a:ext cx="9351810" cy="4665425"/>
              <a:chOff x="-103112" y="311269"/>
              <a:chExt cx="9351810" cy="4665425"/>
            </a:xfrm>
          </p:grpSpPr>
          <p:grpSp>
            <p:nvGrpSpPr>
              <p:cNvPr id="53" name="Group 52"/>
              <p:cNvGrpSpPr/>
              <p:nvPr userDrawn="1"/>
            </p:nvGrpSpPr>
            <p:grpSpPr bwMode="gray">
              <a:xfrm>
                <a:off x="-103112" y="311269"/>
                <a:ext cx="49060" cy="4665425"/>
                <a:chOff x="-103112" y="311269"/>
                <a:chExt cx="49060" cy="4665425"/>
              </a:xfrm>
            </p:grpSpPr>
            <p:sp>
              <p:nvSpPr>
                <p:cNvPr id="51" name="Isosceles Triangle 50"/>
                <p:cNvSpPr/>
                <p:nvPr userDrawn="1"/>
              </p:nvSpPr>
              <p:spPr bwMode="gray">
                <a:xfrm rot="5400000">
                  <a:off x="-107038" y="315195"/>
                  <a:ext cx="56912" cy="4906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latin typeface="Avenir Next" panose="020B0503020202020204"/>
                  </a:endParaRPr>
                </a:p>
              </p:txBody>
            </p:sp>
            <p:sp>
              <p:nvSpPr>
                <p:cNvPr id="52" name="Isosceles Triangle 51"/>
                <p:cNvSpPr/>
                <p:nvPr userDrawn="1"/>
              </p:nvSpPr>
              <p:spPr bwMode="gray">
                <a:xfrm rot="5400000">
                  <a:off x="-107038" y="999408"/>
                  <a:ext cx="56912" cy="4906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latin typeface="Avenir Next" panose="020B0503020202020204"/>
                  </a:endParaRPr>
                </a:p>
              </p:txBody>
            </p:sp>
            <p:sp>
              <p:nvSpPr>
                <p:cNvPr id="54" name="Isosceles Triangle 53"/>
                <p:cNvSpPr/>
                <p:nvPr userDrawn="1"/>
              </p:nvSpPr>
              <p:spPr bwMode="gray">
                <a:xfrm rot="5400000">
                  <a:off x="-107038" y="1251820"/>
                  <a:ext cx="56912" cy="4906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latin typeface="Avenir Next" panose="020B0503020202020204"/>
                  </a:endParaRPr>
                </a:p>
              </p:txBody>
            </p:sp>
            <p:sp>
              <p:nvSpPr>
                <p:cNvPr id="55" name="Isosceles Triangle 54"/>
                <p:cNvSpPr/>
                <p:nvPr userDrawn="1"/>
              </p:nvSpPr>
              <p:spPr bwMode="gray">
                <a:xfrm rot="5400000">
                  <a:off x="-107038" y="2799633"/>
                  <a:ext cx="56912" cy="4906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latin typeface="Avenir Next" panose="020B0503020202020204"/>
                  </a:endParaRPr>
                </a:p>
              </p:txBody>
            </p:sp>
            <p:sp>
              <p:nvSpPr>
                <p:cNvPr id="56" name="Isosceles Triangle 55"/>
                <p:cNvSpPr/>
                <p:nvPr userDrawn="1"/>
              </p:nvSpPr>
              <p:spPr bwMode="gray">
                <a:xfrm rot="5400000">
                  <a:off x="-107038" y="2942508"/>
                  <a:ext cx="56912" cy="4906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latin typeface="Avenir Next" panose="020B0503020202020204"/>
                  </a:endParaRPr>
                </a:p>
              </p:txBody>
            </p:sp>
            <p:sp>
              <p:nvSpPr>
                <p:cNvPr id="57" name="Isosceles Triangle 56"/>
                <p:cNvSpPr/>
                <p:nvPr userDrawn="1"/>
              </p:nvSpPr>
              <p:spPr bwMode="gray">
                <a:xfrm rot="5400000">
                  <a:off x="-107038" y="4491908"/>
                  <a:ext cx="56912" cy="4906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latin typeface="Avenir Next" panose="020B0503020202020204"/>
                  </a:endParaRPr>
                </a:p>
              </p:txBody>
            </p:sp>
            <p:sp>
              <p:nvSpPr>
                <p:cNvPr id="58" name="Isosceles Triangle 57"/>
                <p:cNvSpPr/>
                <p:nvPr userDrawn="1"/>
              </p:nvSpPr>
              <p:spPr bwMode="gray">
                <a:xfrm rot="5400000">
                  <a:off x="-107038" y="4707808"/>
                  <a:ext cx="56912" cy="4906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latin typeface="Avenir Next" panose="020B0503020202020204"/>
                  </a:endParaRPr>
                </a:p>
              </p:txBody>
            </p:sp>
            <p:sp>
              <p:nvSpPr>
                <p:cNvPr id="59" name="Isosceles Triangle 58"/>
                <p:cNvSpPr/>
                <p:nvPr userDrawn="1"/>
              </p:nvSpPr>
              <p:spPr bwMode="gray">
                <a:xfrm rot="5400000">
                  <a:off x="-107038" y="4923708"/>
                  <a:ext cx="56912" cy="4906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latin typeface="Avenir Next" panose="020B0503020202020204"/>
                  </a:endParaRPr>
                </a:p>
              </p:txBody>
            </p:sp>
          </p:grpSp>
          <p:grpSp>
            <p:nvGrpSpPr>
              <p:cNvPr id="60" name="Group 59"/>
              <p:cNvGrpSpPr/>
              <p:nvPr userDrawn="1"/>
            </p:nvGrpSpPr>
            <p:grpSpPr bwMode="gray">
              <a:xfrm flipH="1">
                <a:off x="9199638" y="311269"/>
                <a:ext cx="49060" cy="4665425"/>
                <a:chOff x="-103112" y="311269"/>
                <a:chExt cx="49060" cy="4665425"/>
              </a:xfrm>
            </p:grpSpPr>
            <p:sp>
              <p:nvSpPr>
                <p:cNvPr id="61" name="Isosceles Triangle 60"/>
                <p:cNvSpPr/>
                <p:nvPr userDrawn="1"/>
              </p:nvSpPr>
              <p:spPr bwMode="gray">
                <a:xfrm rot="5400000">
                  <a:off x="-107038" y="315195"/>
                  <a:ext cx="56912" cy="4906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latin typeface="Avenir Next" panose="020B0503020202020204"/>
                  </a:endParaRPr>
                </a:p>
              </p:txBody>
            </p:sp>
            <p:sp>
              <p:nvSpPr>
                <p:cNvPr id="62" name="Isosceles Triangle 61"/>
                <p:cNvSpPr/>
                <p:nvPr userDrawn="1"/>
              </p:nvSpPr>
              <p:spPr bwMode="gray">
                <a:xfrm rot="5400000">
                  <a:off x="-107038" y="999408"/>
                  <a:ext cx="56912" cy="4906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latin typeface="Avenir Next" panose="020B0503020202020204"/>
                  </a:endParaRPr>
                </a:p>
              </p:txBody>
            </p:sp>
            <p:sp>
              <p:nvSpPr>
                <p:cNvPr id="63" name="Isosceles Triangle 62"/>
                <p:cNvSpPr/>
                <p:nvPr userDrawn="1"/>
              </p:nvSpPr>
              <p:spPr bwMode="gray">
                <a:xfrm rot="5400000">
                  <a:off x="-107038" y="1251820"/>
                  <a:ext cx="56912" cy="4906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latin typeface="Avenir Next" panose="020B0503020202020204"/>
                  </a:endParaRPr>
                </a:p>
              </p:txBody>
            </p:sp>
            <p:sp>
              <p:nvSpPr>
                <p:cNvPr id="64" name="Isosceles Triangle 63"/>
                <p:cNvSpPr/>
                <p:nvPr userDrawn="1"/>
              </p:nvSpPr>
              <p:spPr bwMode="gray">
                <a:xfrm rot="5400000">
                  <a:off x="-107038" y="2799633"/>
                  <a:ext cx="56912" cy="4906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latin typeface="Avenir Next" panose="020B0503020202020204"/>
                  </a:endParaRPr>
                </a:p>
              </p:txBody>
            </p:sp>
            <p:sp>
              <p:nvSpPr>
                <p:cNvPr id="65" name="Isosceles Triangle 64"/>
                <p:cNvSpPr/>
                <p:nvPr userDrawn="1"/>
              </p:nvSpPr>
              <p:spPr bwMode="gray">
                <a:xfrm rot="5400000">
                  <a:off x="-107038" y="2942508"/>
                  <a:ext cx="56912" cy="4906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latin typeface="Avenir Next" panose="020B0503020202020204"/>
                  </a:endParaRPr>
                </a:p>
              </p:txBody>
            </p:sp>
            <p:sp>
              <p:nvSpPr>
                <p:cNvPr id="66" name="Isosceles Triangle 65"/>
                <p:cNvSpPr/>
                <p:nvPr userDrawn="1"/>
              </p:nvSpPr>
              <p:spPr bwMode="gray">
                <a:xfrm rot="5400000">
                  <a:off x="-107038" y="4491908"/>
                  <a:ext cx="56912" cy="4906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latin typeface="Avenir Next" panose="020B0503020202020204"/>
                  </a:endParaRPr>
                </a:p>
              </p:txBody>
            </p:sp>
            <p:sp>
              <p:nvSpPr>
                <p:cNvPr id="67" name="Isosceles Triangle 66"/>
                <p:cNvSpPr/>
                <p:nvPr userDrawn="1"/>
              </p:nvSpPr>
              <p:spPr bwMode="gray">
                <a:xfrm rot="5400000">
                  <a:off x="-107038" y="4707808"/>
                  <a:ext cx="56912" cy="4906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latin typeface="Avenir Next" panose="020B0503020202020204"/>
                  </a:endParaRPr>
                </a:p>
              </p:txBody>
            </p:sp>
            <p:sp>
              <p:nvSpPr>
                <p:cNvPr id="68" name="Isosceles Triangle 67"/>
                <p:cNvSpPr/>
                <p:nvPr userDrawn="1"/>
              </p:nvSpPr>
              <p:spPr bwMode="gray">
                <a:xfrm rot="5400000">
                  <a:off x="-107038" y="4923708"/>
                  <a:ext cx="56912" cy="4906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latin typeface="Avenir Next" panose="020B0503020202020204"/>
                  </a:endParaRPr>
                </a:p>
              </p:txBody>
            </p:sp>
          </p:grpSp>
        </p:grpSp>
        <p:grpSp>
          <p:nvGrpSpPr>
            <p:cNvPr id="95" name="Group 94"/>
            <p:cNvGrpSpPr/>
            <p:nvPr userDrawn="1"/>
          </p:nvGrpSpPr>
          <p:grpSpPr bwMode="gray">
            <a:xfrm>
              <a:off x="295394" y="-113430"/>
              <a:ext cx="8553212" cy="5370360"/>
              <a:chOff x="295394" y="-111232"/>
              <a:chExt cx="8553212" cy="5370360"/>
            </a:xfrm>
          </p:grpSpPr>
          <p:grpSp>
            <p:nvGrpSpPr>
              <p:cNvPr id="73" name="Group 72"/>
              <p:cNvGrpSpPr/>
              <p:nvPr userDrawn="1"/>
            </p:nvGrpSpPr>
            <p:grpSpPr bwMode="gray">
              <a:xfrm>
                <a:off x="295394" y="-111232"/>
                <a:ext cx="8553212" cy="49060"/>
                <a:chOff x="295394" y="-111232"/>
                <a:chExt cx="8553212" cy="49060"/>
              </a:xfrm>
            </p:grpSpPr>
            <p:sp>
              <p:nvSpPr>
                <p:cNvPr id="71" name="Isosceles Triangle 70"/>
                <p:cNvSpPr/>
                <p:nvPr userDrawn="1"/>
              </p:nvSpPr>
              <p:spPr bwMode="gray">
                <a:xfrm rot="10800000">
                  <a:off x="295394" y="-111232"/>
                  <a:ext cx="56912" cy="4906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latin typeface="Avenir Next" panose="020B0503020202020204"/>
                  </a:endParaRPr>
                </a:p>
              </p:txBody>
            </p:sp>
            <p:sp>
              <p:nvSpPr>
                <p:cNvPr id="72" name="Isosceles Triangle 71"/>
                <p:cNvSpPr/>
                <p:nvPr userDrawn="1"/>
              </p:nvSpPr>
              <p:spPr bwMode="gray">
                <a:xfrm rot="10800000">
                  <a:off x="2203569" y="-111232"/>
                  <a:ext cx="56912" cy="4906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latin typeface="Avenir Next" panose="020B0503020202020204"/>
                  </a:endParaRPr>
                </a:p>
              </p:txBody>
            </p:sp>
            <p:sp>
              <p:nvSpPr>
                <p:cNvPr id="74" name="Isosceles Triangle 73"/>
                <p:cNvSpPr/>
                <p:nvPr userDrawn="1"/>
              </p:nvSpPr>
              <p:spPr bwMode="gray">
                <a:xfrm rot="10800000">
                  <a:off x="2348032" y="-111232"/>
                  <a:ext cx="56912" cy="4906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latin typeface="Avenir Next" panose="020B0503020202020204"/>
                  </a:endParaRPr>
                </a:p>
              </p:txBody>
            </p:sp>
            <p:sp>
              <p:nvSpPr>
                <p:cNvPr id="75" name="Isosceles Triangle 74"/>
                <p:cNvSpPr/>
                <p:nvPr userDrawn="1"/>
              </p:nvSpPr>
              <p:spPr bwMode="gray">
                <a:xfrm rot="10800000">
                  <a:off x="2490907" y="-111232"/>
                  <a:ext cx="56912" cy="4906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latin typeface="Avenir Next" panose="020B0503020202020204"/>
                  </a:endParaRPr>
                </a:p>
              </p:txBody>
            </p:sp>
            <p:sp>
              <p:nvSpPr>
                <p:cNvPr id="76" name="Isosceles Triangle 75"/>
                <p:cNvSpPr/>
                <p:nvPr userDrawn="1"/>
              </p:nvSpPr>
              <p:spPr bwMode="gray">
                <a:xfrm rot="10800000">
                  <a:off x="4399082" y="-111232"/>
                  <a:ext cx="56912" cy="4906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latin typeface="Avenir Next" panose="020B0503020202020204"/>
                  </a:endParaRPr>
                </a:p>
              </p:txBody>
            </p:sp>
            <p:sp>
              <p:nvSpPr>
                <p:cNvPr id="77" name="Isosceles Triangle 76"/>
                <p:cNvSpPr/>
                <p:nvPr userDrawn="1"/>
              </p:nvSpPr>
              <p:spPr bwMode="gray">
                <a:xfrm rot="10800000">
                  <a:off x="4543544" y="-111232"/>
                  <a:ext cx="56912" cy="4906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latin typeface="Avenir Next" panose="020B0503020202020204"/>
                  </a:endParaRPr>
                </a:p>
              </p:txBody>
            </p:sp>
            <p:sp>
              <p:nvSpPr>
                <p:cNvPr id="78" name="Isosceles Triangle 77"/>
                <p:cNvSpPr/>
                <p:nvPr userDrawn="1"/>
              </p:nvSpPr>
              <p:spPr bwMode="gray">
                <a:xfrm rot="10800000">
                  <a:off x="4688007" y="-111232"/>
                  <a:ext cx="56912" cy="4906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latin typeface="Avenir Next" panose="020B0503020202020204"/>
                  </a:endParaRPr>
                </a:p>
              </p:txBody>
            </p:sp>
            <p:sp>
              <p:nvSpPr>
                <p:cNvPr id="79" name="Isosceles Triangle 78"/>
                <p:cNvSpPr/>
                <p:nvPr userDrawn="1"/>
              </p:nvSpPr>
              <p:spPr bwMode="gray">
                <a:xfrm rot="10800000">
                  <a:off x="6596182" y="-111232"/>
                  <a:ext cx="56912" cy="4906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latin typeface="Avenir Next" panose="020B0503020202020204"/>
                  </a:endParaRPr>
                </a:p>
              </p:txBody>
            </p:sp>
            <p:sp>
              <p:nvSpPr>
                <p:cNvPr id="80" name="Isosceles Triangle 79"/>
                <p:cNvSpPr/>
                <p:nvPr userDrawn="1"/>
              </p:nvSpPr>
              <p:spPr bwMode="gray">
                <a:xfrm rot="10800000">
                  <a:off x="6739057" y="-111232"/>
                  <a:ext cx="56912" cy="4906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latin typeface="Avenir Next" panose="020B0503020202020204"/>
                  </a:endParaRPr>
                </a:p>
              </p:txBody>
            </p:sp>
            <p:sp>
              <p:nvSpPr>
                <p:cNvPr id="81" name="Isosceles Triangle 80"/>
                <p:cNvSpPr/>
                <p:nvPr userDrawn="1"/>
              </p:nvSpPr>
              <p:spPr bwMode="gray">
                <a:xfrm rot="10800000">
                  <a:off x="6883519" y="-111232"/>
                  <a:ext cx="56912" cy="4906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latin typeface="Avenir Next" panose="020B0503020202020204"/>
                  </a:endParaRPr>
                </a:p>
              </p:txBody>
            </p:sp>
            <p:sp>
              <p:nvSpPr>
                <p:cNvPr id="82" name="Isosceles Triangle 81"/>
                <p:cNvSpPr/>
                <p:nvPr userDrawn="1"/>
              </p:nvSpPr>
              <p:spPr bwMode="gray">
                <a:xfrm rot="10800000">
                  <a:off x="8791694" y="-111232"/>
                  <a:ext cx="56912" cy="4906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latin typeface="Avenir Next" panose="020B0503020202020204"/>
                  </a:endParaRPr>
                </a:p>
              </p:txBody>
            </p:sp>
          </p:grpSp>
          <p:grpSp>
            <p:nvGrpSpPr>
              <p:cNvPr id="83" name="Group 82"/>
              <p:cNvGrpSpPr/>
              <p:nvPr userDrawn="1"/>
            </p:nvGrpSpPr>
            <p:grpSpPr bwMode="gray">
              <a:xfrm flipV="1">
                <a:off x="295394" y="5210068"/>
                <a:ext cx="8553212" cy="49060"/>
                <a:chOff x="295394" y="-111232"/>
                <a:chExt cx="8553212" cy="49060"/>
              </a:xfrm>
            </p:grpSpPr>
            <p:sp>
              <p:nvSpPr>
                <p:cNvPr id="84" name="Isosceles Triangle 83"/>
                <p:cNvSpPr/>
                <p:nvPr userDrawn="1"/>
              </p:nvSpPr>
              <p:spPr bwMode="gray">
                <a:xfrm rot="10800000">
                  <a:off x="295394" y="-111232"/>
                  <a:ext cx="56912" cy="4906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latin typeface="Avenir Next" panose="020B0503020202020204"/>
                  </a:endParaRPr>
                </a:p>
              </p:txBody>
            </p:sp>
            <p:sp>
              <p:nvSpPr>
                <p:cNvPr id="85" name="Isosceles Triangle 84"/>
                <p:cNvSpPr/>
                <p:nvPr userDrawn="1"/>
              </p:nvSpPr>
              <p:spPr bwMode="gray">
                <a:xfrm rot="10800000">
                  <a:off x="2203569" y="-111232"/>
                  <a:ext cx="56912" cy="4906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latin typeface="Avenir Next" panose="020B0503020202020204"/>
                  </a:endParaRPr>
                </a:p>
              </p:txBody>
            </p:sp>
            <p:sp>
              <p:nvSpPr>
                <p:cNvPr id="86" name="Isosceles Triangle 85"/>
                <p:cNvSpPr/>
                <p:nvPr userDrawn="1"/>
              </p:nvSpPr>
              <p:spPr bwMode="gray">
                <a:xfrm rot="10800000">
                  <a:off x="2348032" y="-111232"/>
                  <a:ext cx="56912" cy="4906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latin typeface="Avenir Next" panose="020B0503020202020204"/>
                  </a:endParaRPr>
                </a:p>
              </p:txBody>
            </p:sp>
            <p:sp>
              <p:nvSpPr>
                <p:cNvPr id="87" name="Isosceles Triangle 86"/>
                <p:cNvSpPr/>
                <p:nvPr userDrawn="1"/>
              </p:nvSpPr>
              <p:spPr bwMode="gray">
                <a:xfrm rot="10800000">
                  <a:off x="2490907" y="-111232"/>
                  <a:ext cx="56912" cy="4906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latin typeface="Avenir Next" panose="020B0503020202020204"/>
                  </a:endParaRPr>
                </a:p>
              </p:txBody>
            </p:sp>
            <p:sp>
              <p:nvSpPr>
                <p:cNvPr id="88" name="Isosceles Triangle 87"/>
                <p:cNvSpPr/>
                <p:nvPr userDrawn="1"/>
              </p:nvSpPr>
              <p:spPr bwMode="gray">
                <a:xfrm rot="10800000">
                  <a:off x="4399082" y="-111232"/>
                  <a:ext cx="56912" cy="4906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latin typeface="Avenir Next" panose="020B0503020202020204"/>
                  </a:endParaRPr>
                </a:p>
              </p:txBody>
            </p:sp>
            <p:sp>
              <p:nvSpPr>
                <p:cNvPr id="89" name="Isosceles Triangle 88"/>
                <p:cNvSpPr/>
                <p:nvPr userDrawn="1"/>
              </p:nvSpPr>
              <p:spPr bwMode="gray">
                <a:xfrm rot="10800000">
                  <a:off x="4543544" y="-111232"/>
                  <a:ext cx="56912" cy="4906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latin typeface="Avenir Next" panose="020B0503020202020204"/>
                  </a:endParaRPr>
                </a:p>
              </p:txBody>
            </p:sp>
            <p:sp>
              <p:nvSpPr>
                <p:cNvPr id="90" name="Isosceles Triangle 89"/>
                <p:cNvSpPr/>
                <p:nvPr userDrawn="1"/>
              </p:nvSpPr>
              <p:spPr bwMode="gray">
                <a:xfrm rot="10800000">
                  <a:off x="4688007" y="-111232"/>
                  <a:ext cx="56912" cy="4906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latin typeface="Avenir Next" panose="020B0503020202020204"/>
                  </a:endParaRPr>
                </a:p>
              </p:txBody>
            </p:sp>
            <p:sp>
              <p:nvSpPr>
                <p:cNvPr id="91" name="Isosceles Triangle 90"/>
                <p:cNvSpPr/>
                <p:nvPr userDrawn="1"/>
              </p:nvSpPr>
              <p:spPr bwMode="gray">
                <a:xfrm rot="10800000">
                  <a:off x="6596182" y="-111232"/>
                  <a:ext cx="56912" cy="4906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latin typeface="Avenir Next" panose="020B0503020202020204"/>
                  </a:endParaRPr>
                </a:p>
              </p:txBody>
            </p:sp>
            <p:sp>
              <p:nvSpPr>
                <p:cNvPr id="92" name="Isosceles Triangle 91"/>
                <p:cNvSpPr/>
                <p:nvPr userDrawn="1"/>
              </p:nvSpPr>
              <p:spPr bwMode="gray">
                <a:xfrm rot="10800000">
                  <a:off x="6739057" y="-111232"/>
                  <a:ext cx="56912" cy="4906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latin typeface="Avenir Next" panose="020B0503020202020204"/>
                  </a:endParaRPr>
                </a:p>
              </p:txBody>
            </p:sp>
            <p:sp>
              <p:nvSpPr>
                <p:cNvPr id="93" name="Isosceles Triangle 92"/>
                <p:cNvSpPr/>
                <p:nvPr userDrawn="1"/>
              </p:nvSpPr>
              <p:spPr bwMode="gray">
                <a:xfrm rot="10800000">
                  <a:off x="6883519" y="-111232"/>
                  <a:ext cx="56912" cy="4906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latin typeface="Avenir Next" panose="020B0503020202020204"/>
                  </a:endParaRPr>
                </a:p>
              </p:txBody>
            </p:sp>
            <p:sp>
              <p:nvSpPr>
                <p:cNvPr id="94" name="Isosceles Triangle 93"/>
                <p:cNvSpPr/>
                <p:nvPr userDrawn="1"/>
              </p:nvSpPr>
              <p:spPr bwMode="gray">
                <a:xfrm rot="10800000">
                  <a:off x="8791694" y="-111232"/>
                  <a:ext cx="56912" cy="4906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latin typeface="Avenir Next" panose="020B0503020202020204"/>
                  </a:endParaRPr>
                </a:p>
              </p:txBody>
            </p:sp>
          </p:grpSp>
        </p:grpSp>
      </p:grpSp>
      <p:sp>
        <p:nvSpPr>
          <p:cNvPr id="2" name="Title Placeholder 1"/>
          <p:cNvSpPr>
            <a:spLocks noGrp="1"/>
          </p:cNvSpPr>
          <p:nvPr>
            <p:ph type="title"/>
          </p:nvPr>
        </p:nvSpPr>
        <p:spPr bwMode="gray">
          <a:xfrm>
            <a:off x="431803" y="452969"/>
            <a:ext cx="11328400" cy="912284"/>
          </a:xfrm>
          <a:prstGeom prst="rect">
            <a:avLst/>
          </a:prstGeom>
        </p:spPr>
        <p:txBody>
          <a:bodyPr vert="horz" lIns="0" tIns="36000" rIns="0" bIns="0" rtlCol="0" anchor="t">
            <a:noAutofit/>
          </a:bodyPr>
          <a:lstStyle/>
          <a:p>
            <a:r>
              <a:rPr lang="de-DE" dirty="0"/>
              <a:t>Title </a:t>
            </a:r>
            <a:r>
              <a:rPr lang="de-DE" dirty="0" err="1"/>
              <a:t>of</a:t>
            </a:r>
            <a:r>
              <a:rPr lang="de-DE" dirty="0"/>
              <a:t> </a:t>
            </a:r>
            <a:br>
              <a:rPr lang="de-DE" dirty="0"/>
            </a:br>
            <a:r>
              <a:rPr lang="de-DE" dirty="0" err="1"/>
              <a:t>the</a:t>
            </a:r>
            <a:r>
              <a:rPr lang="de-DE" dirty="0"/>
              <a:t> </a:t>
            </a:r>
            <a:r>
              <a:rPr lang="de-DE" dirty="0" err="1"/>
              <a:t>slide</a:t>
            </a:r>
            <a:endParaRPr lang="en-US" dirty="0"/>
          </a:p>
        </p:txBody>
      </p:sp>
      <p:sp>
        <p:nvSpPr>
          <p:cNvPr id="3" name="Text Placeholder 2"/>
          <p:cNvSpPr>
            <a:spLocks noGrp="1"/>
          </p:cNvSpPr>
          <p:nvPr>
            <p:ph type="body" idx="1"/>
          </p:nvPr>
        </p:nvSpPr>
        <p:spPr bwMode="gray">
          <a:xfrm>
            <a:off x="431803" y="1701800"/>
            <a:ext cx="11328400" cy="4320119"/>
          </a:xfrm>
          <a:prstGeom prst="rect">
            <a:avLst/>
          </a:prstGeom>
        </p:spPr>
        <p:txBody>
          <a:bodyPr vert="horz" lIns="0" tIns="0" rIns="0" bIns="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bwMode="gray">
          <a:xfrm>
            <a:off x="10848530" y="6309785"/>
            <a:ext cx="624069" cy="287867"/>
          </a:xfrm>
          <a:prstGeom prst="rect">
            <a:avLst/>
          </a:prstGeom>
        </p:spPr>
        <p:txBody>
          <a:bodyPr vert="horz" lIns="0" tIns="0" rIns="0" bIns="0" rtlCol="0" anchor="ctr"/>
          <a:lstStyle>
            <a:lvl1pPr algn="r">
              <a:defRPr sz="800">
                <a:solidFill>
                  <a:schemeClr val="tx1"/>
                </a:solidFill>
                <a:latin typeface="Avenir Next" panose="020B0503020202020204"/>
              </a:defRPr>
            </a:lvl1pPr>
          </a:lstStyle>
          <a:p>
            <a:fld id="{AB0DAF3F-A634-422C-A6D9-1CBCF50DD64E}" type="datetime1">
              <a:rPr lang="en-US" smtClean="0"/>
              <a:pPr/>
              <a:t>7/6/2026</a:t>
            </a:fld>
            <a:endParaRPr lang="en-US" dirty="0"/>
          </a:p>
        </p:txBody>
      </p:sp>
      <p:sp>
        <p:nvSpPr>
          <p:cNvPr id="5" name="Footer Placeholder 4"/>
          <p:cNvSpPr>
            <a:spLocks noGrp="1"/>
          </p:cNvSpPr>
          <p:nvPr>
            <p:ph type="ftr" sz="quarter" idx="3"/>
          </p:nvPr>
        </p:nvSpPr>
        <p:spPr bwMode="gray">
          <a:xfrm>
            <a:off x="6288617" y="6309785"/>
            <a:ext cx="4559912" cy="287867"/>
          </a:xfrm>
          <a:prstGeom prst="rect">
            <a:avLst/>
          </a:prstGeom>
        </p:spPr>
        <p:txBody>
          <a:bodyPr vert="horz" lIns="0" tIns="0" rIns="0" bIns="0" rtlCol="0" anchor="ctr"/>
          <a:lstStyle>
            <a:lvl1pPr algn="r">
              <a:defRPr sz="800">
                <a:solidFill>
                  <a:schemeClr val="tx1"/>
                </a:solidFill>
                <a:latin typeface="Avenir Next" panose="020B0503020202020204"/>
              </a:defRPr>
            </a:lvl1pPr>
          </a:lstStyle>
          <a:p>
            <a:r>
              <a:rPr lang="en-US" dirty="0"/>
              <a:t>Title of the presentation</a:t>
            </a:r>
          </a:p>
        </p:txBody>
      </p:sp>
      <p:sp>
        <p:nvSpPr>
          <p:cNvPr id="6" name="Slide Number Placeholder 5"/>
          <p:cNvSpPr>
            <a:spLocks noGrp="1"/>
          </p:cNvSpPr>
          <p:nvPr>
            <p:ph type="sldNum" sz="quarter" idx="4"/>
          </p:nvPr>
        </p:nvSpPr>
        <p:spPr bwMode="gray">
          <a:xfrm>
            <a:off x="11472598" y="6309785"/>
            <a:ext cx="287601" cy="287867"/>
          </a:xfrm>
          <a:prstGeom prst="rect">
            <a:avLst/>
          </a:prstGeom>
        </p:spPr>
        <p:txBody>
          <a:bodyPr vert="horz" lIns="0" tIns="0" rIns="0" bIns="0" rtlCol="0" anchor="ctr"/>
          <a:lstStyle>
            <a:lvl1pPr algn="r">
              <a:defRPr sz="800" b="1">
                <a:solidFill>
                  <a:schemeClr val="tx1"/>
                </a:solidFill>
                <a:latin typeface="Avenir Next" panose="020B0503020202020204"/>
              </a:defRPr>
            </a:lvl1pPr>
          </a:lstStyle>
          <a:p>
            <a:fld id="{FCB53D23-1D79-480C-B3BE-829293F4503C}" type="slidenum">
              <a:rPr lang="en-US" smtClean="0"/>
              <a:pPr/>
              <a:t>‹#›</a:t>
            </a:fld>
            <a:endParaRPr lang="en-US" dirty="0"/>
          </a:p>
        </p:txBody>
      </p:sp>
    </p:spTree>
    <p:custDataLst>
      <p:tags r:id="rId18"/>
    </p:custDataLst>
    <p:extLst>
      <p:ext uri="{BB962C8B-B14F-4D97-AF65-F5344CB8AC3E}">
        <p14:creationId xmlns:p14="http://schemas.microsoft.com/office/powerpoint/2010/main" val="3391912313"/>
      </p:ext>
    </p:extLst>
  </p:cSld>
  <p:clrMap bg1="lt1" tx1="dk1" bg2="lt2" tx2="dk2" accent1="accent1" accent2="accent2" accent3="accent3" accent4="accent4" accent5="accent5" accent6="accent6" hlink="hlink" folHlink="folHlink"/>
  <p:sldLayoutIdLst>
    <p:sldLayoutId id="2147484046" r:id="rId1"/>
    <p:sldLayoutId id="2147484047" r:id="rId2"/>
    <p:sldLayoutId id="2147484048" r:id="rId3"/>
    <p:sldLayoutId id="2147484049" r:id="rId4"/>
    <p:sldLayoutId id="2147484050" r:id="rId5"/>
    <p:sldLayoutId id="2147484051" r:id="rId6"/>
    <p:sldLayoutId id="2147484052" r:id="rId7"/>
    <p:sldLayoutId id="2147484053" r:id="rId8"/>
    <p:sldLayoutId id="2147484054" r:id="rId9"/>
    <p:sldLayoutId id="2147484055" r:id="rId10"/>
    <p:sldLayoutId id="2147484056" r:id="rId11"/>
    <p:sldLayoutId id="2147484057" r:id="rId12"/>
    <p:sldLayoutId id="2147484058" r:id="rId13"/>
    <p:sldLayoutId id="2147484059" r:id="rId14"/>
    <p:sldLayoutId id="2147484060" r:id="rId15"/>
    <p:sldLayoutId id="2147484061" r:id="rId16"/>
  </p:sldLayoutIdLst>
  <p:transition>
    <p:fade/>
  </p:transition>
  <p:hf hdr="0"/>
  <p:txStyles>
    <p:titleStyle>
      <a:lvl1pPr algn="l" defTabSz="1219170" rtl="0" eaLnBrk="1" latinLnBrk="0" hangingPunct="1">
        <a:lnSpc>
          <a:spcPct val="75000"/>
        </a:lnSpc>
        <a:spcBef>
          <a:spcPct val="0"/>
        </a:spcBef>
        <a:buNone/>
        <a:defRPr sz="3200" kern="1200" spc="-107" baseline="0">
          <a:solidFill>
            <a:schemeClr val="accent1"/>
          </a:solidFill>
          <a:latin typeface="Avenir Next" panose="020B0503020202020204"/>
          <a:ea typeface="+mj-ea"/>
          <a:cs typeface="+mj-cs"/>
        </a:defRPr>
      </a:lvl1pPr>
    </p:titleStyle>
    <p:bodyStyle>
      <a:lvl1pPr marL="0" indent="0" algn="l" defTabSz="1219170" rtl="0" eaLnBrk="1" latinLnBrk="0" hangingPunct="1">
        <a:spcBef>
          <a:spcPts val="267"/>
        </a:spcBef>
        <a:spcAft>
          <a:spcPts val="267"/>
        </a:spcAft>
        <a:buFont typeface="Arial" panose="020B0604020202020204" pitchFamily="34" charset="0"/>
        <a:buNone/>
        <a:defRPr sz="1467" kern="1200">
          <a:solidFill>
            <a:schemeClr val="tx1"/>
          </a:solidFill>
          <a:latin typeface="Avenir Next" panose="020B0503020202020204"/>
          <a:ea typeface="+mn-ea"/>
          <a:cs typeface="+mn-cs"/>
        </a:defRPr>
      </a:lvl1pPr>
      <a:lvl2pPr marL="0" indent="0" algn="l" defTabSz="1219170" rtl="0" eaLnBrk="1" latinLnBrk="0" hangingPunct="1">
        <a:spcBef>
          <a:spcPts val="267"/>
        </a:spcBef>
        <a:spcAft>
          <a:spcPts val="267"/>
        </a:spcAft>
        <a:buFont typeface="Arial" panose="020B0604020202020204" pitchFamily="34" charset="0"/>
        <a:buNone/>
        <a:defRPr sz="1600" b="1" kern="1200">
          <a:solidFill>
            <a:schemeClr val="accent1"/>
          </a:solidFill>
          <a:latin typeface="Avenir Next" panose="020B0503020202020204"/>
          <a:ea typeface="+mn-ea"/>
          <a:cs typeface="+mn-cs"/>
        </a:defRPr>
      </a:lvl2pPr>
      <a:lvl3pPr marL="239178" indent="-239178" algn="l" defTabSz="1219170" rtl="0" eaLnBrk="1" latinLnBrk="0" hangingPunct="1">
        <a:spcBef>
          <a:spcPts val="267"/>
        </a:spcBef>
        <a:spcAft>
          <a:spcPts val="267"/>
        </a:spcAft>
        <a:buClr>
          <a:schemeClr val="accent1"/>
        </a:buClr>
        <a:buSzPct val="110000"/>
        <a:buFont typeface="Arial" panose="020B0604020202020204" pitchFamily="34" charset="0"/>
        <a:buChar char="●"/>
        <a:defRPr sz="1467" kern="1200">
          <a:solidFill>
            <a:schemeClr val="tx1"/>
          </a:solidFill>
          <a:latin typeface="Avenir Next" panose="020B0503020202020204"/>
          <a:ea typeface="+mn-ea"/>
          <a:cs typeface="+mn-cs"/>
        </a:defRPr>
      </a:lvl3pPr>
      <a:lvl4pPr marL="480472" indent="-241294" algn="l" defTabSz="1219170" rtl="0" eaLnBrk="1" latinLnBrk="0" hangingPunct="1">
        <a:spcBef>
          <a:spcPts val="267"/>
        </a:spcBef>
        <a:spcAft>
          <a:spcPts val="267"/>
        </a:spcAft>
        <a:buClr>
          <a:schemeClr val="accent1"/>
        </a:buClr>
        <a:buSzPct val="105000"/>
        <a:buFont typeface="Arial" panose="020B0604020202020204" pitchFamily="34" charset="0"/>
        <a:buChar char="•"/>
        <a:defRPr sz="1467" kern="1200">
          <a:solidFill>
            <a:schemeClr val="tx1"/>
          </a:solidFill>
          <a:latin typeface="Avenir Next" panose="020B0503020202020204"/>
          <a:ea typeface="+mn-ea"/>
          <a:cs typeface="+mn-cs"/>
        </a:defRPr>
      </a:lvl4pPr>
      <a:lvl5pPr marL="717533" indent="-239994" algn="l" defTabSz="1219170" rtl="0" eaLnBrk="1" latinLnBrk="0" hangingPunct="1">
        <a:spcBef>
          <a:spcPts val="267"/>
        </a:spcBef>
        <a:spcAft>
          <a:spcPts val="267"/>
        </a:spcAft>
        <a:buClr>
          <a:schemeClr val="accent1"/>
        </a:buClr>
        <a:buFont typeface="Arial" panose="020B0604020202020204" pitchFamily="34" charset="0"/>
        <a:buChar char="-"/>
        <a:defRPr sz="1467" kern="1200">
          <a:solidFill>
            <a:schemeClr val="tx1"/>
          </a:solidFill>
          <a:latin typeface="Avenir Next" panose="020B0503020202020204"/>
          <a:ea typeface="+mn-ea"/>
          <a:cs typeface="+mn-cs"/>
        </a:defRPr>
      </a:lvl5pPr>
      <a:lvl6pPr marL="359991" indent="-359991" algn="l" defTabSz="1219170" rtl="0" eaLnBrk="1" latinLnBrk="0" hangingPunct="1">
        <a:spcBef>
          <a:spcPts val="267"/>
        </a:spcBef>
        <a:spcAft>
          <a:spcPts val="267"/>
        </a:spcAft>
        <a:buClr>
          <a:schemeClr val="accent1"/>
        </a:buClr>
        <a:buSzPct val="90000"/>
        <a:buFont typeface="+mj-lt"/>
        <a:buAutoNum type="arabicPeriod"/>
        <a:defRPr sz="1467" kern="1200">
          <a:solidFill>
            <a:schemeClr val="tx1"/>
          </a:solidFill>
          <a:latin typeface="+mn-lt"/>
          <a:ea typeface="+mn-ea"/>
          <a:cs typeface="+mn-cs"/>
        </a:defRPr>
      </a:lvl6pPr>
      <a:lvl7pPr marL="599985" indent="-239994" algn="l" defTabSz="1219170" rtl="0" eaLnBrk="1" latinLnBrk="0" hangingPunct="1">
        <a:spcBef>
          <a:spcPts val="267"/>
        </a:spcBef>
        <a:spcAft>
          <a:spcPts val="267"/>
        </a:spcAft>
        <a:buClr>
          <a:schemeClr val="accent1"/>
        </a:buClr>
        <a:buFont typeface="+mj-lt"/>
        <a:buAutoNum type="alphaLcParenR"/>
        <a:defRPr sz="1467" kern="1200">
          <a:solidFill>
            <a:schemeClr val="tx1"/>
          </a:solidFill>
          <a:latin typeface="+mn-lt"/>
          <a:ea typeface="+mn-ea"/>
          <a:cs typeface="+mn-cs"/>
        </a:defRPr>
      </a:lvl7pPr>
      <a:lvl8pPr marL="0" indent="0" algn="l" defTabSz="1219170" rtl="0" eaLnBrk="1" latinLnBrk="0" hangingPunct="1">
        <a:lnSpc>
          <a:spcPct val="80000"/>
        </a:lnSpc>
        <a:spcBef>
          <a:spcPts val="533"/>
        </a:spcBef>
        <a:spcAft>
          <a:spcPts val="533"/>
        </a:spcAft>
        <a:buFont typeface="Arial" panose="020B0604020202020204" pitchFamily="34" charset="0"/>
        <a:buNone/>
        <a:defRPr sz="1867" b="1" kern="1200">
          <a:solidFill>
            <a:schemeClr val="accent1"/>
          </a:solidFill>
          <a:latin typeface="+mn-lt"/>
          <a:ea typeface="+mn-ea"/>
          <a:cs typeface="+mn-cs"/>
        </a:defRPr>
      </a:lvl8pPr>
      <a:lvl9pPr marL="0" indent="0" algn="l" defTabSz="1219170" rtl="0" eaLnBrk="1" latinLnBrk="0" hangingPunct="1">
        <a:spcBef>
          <a:spcPts val="267"/>
        </a:spcBef>
        <a:spcAft>
          <a:spcPts val="267"/>
        </a:spcAft>
        <a:buFont typeface="Arial" panose="020B0604020202020204" pitchFamily="34" charset="0"/>
        <a:buNone/>
        <a:defRPr sz="1200" kern="1200">
          <a:solidFill>
            <a:schemeClr val="bg2">
              <a:lumMod val="50000"/>
            </a:schemeClr>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bwMode="gray">
      <p:bgPr>
        <a:solidFill>
          <a:schemeClr val="tx2"/>
        </a:solidFill>
        <a:effectLst/>
      </p:bgPr>
    </p:bg>
    <p:spTree>
      <p:nvGrpSpPr>
        <p:cNvPr id="1" name=""/>
        <p:cNvGrpSpPr/>
        <p:nvPr/>
      </p:nvGrpSpPr>
      <p:grpSpPr>
        <a:xfrm>
          <a:off x="0" y="0"/>
          <a:ext cx="0" cy="0"/>
          <a:chOff x="0" y="0"/>
          <a:chExt cx="0" cy="0"/>
        </a:xfrm>
      </p:grpSpPr>
      <p:grpSp>
        <p:nvGrpSpPr>
          <p:cNvPr id="96" name="Group 95"/>
          <p:cNvGrpSpPr/>
          <p:nvPr/>
        </p:nvGrpSpPr>
        <p:grpSpPr bwMode="gray">
          <a:xfrm>
            <a:off x="-137480" y="-151240"/>
            <a:ext cx="12469080" cy="7160480"/>
            <a:chOff x="-103112" y="-113430"/>
            <a:chExt cx="9351810" cy="5370360"/>
          </a:xfrm>
        </p:grpSpPr>
        <p:grpSp>
          <p:nvGrpSpPr>
            <p:cNvPr id="69" name="Group 68"/>
            <p:cNvGrpSpPr/>
            <p:nvPr userDrawn="1"/>
          </p:nvGrpSpPr>
          <p:grpSpPr bwMode="gray">
            <a:xfrm>
              <a:off x="-103112" y="311269"/>
              <a:ext cx="9351810" cy="4665425"/>
              <a:chOff x="-103112" y="311269"/>
              <a:chExt cx="9351810" cy="4665425"/>
            </a:xfrm>
          </p:grpSpPr>
          <p:grpSp>
            <p:nvGrpSpPr>
              <p:cNvPr id="53" name="Group 52"/>
              <p:cNvGrpSpPr/>
              <p:nvPr userDrawn="1"/>
            </p:nvGrpSpPr>
            <p:grpSpPr bwMode="gray">
              <a:xfrm>
                <a:off x="-103112" y="311269"/>
                <a:ext cx="49060" cy="4665425"/>
                <a:chOff x="-103112" y="311269"/>
                <a:chExt cx="49060" cy="4665425"/>
              </a:xfrm>
            </p:grpSpPr>
            <p:sp>
              <p:nvSpPr>
                <p:cNvPr id="51" name="Isosceles Triangle 50"/>
                <p:cNvSpPr/>
                <p:nvPr userDrawn="1"/>
              </p:nvSpPr>
              <p:spPr bwMode="gray">
                <a:xfrm rot="5400000">
                  <a:off x="-107038" y="315195"/>
                  <a:ext cx="56912" cy="4906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latin typeface="Avenir Next" panose="020B0503020202020204"/>
                  </a:endParaRPr>
                </a:p>
              </p:txBody>
            </p:sp>
            <p:sp>
              <p:nvSpPr>
                <p:cNvPr id="52" name="Isosceles Triangle 51"/>
                <p:cNvSpPr/>
                <p:nvPr userDrawn="1"/>
              </p:nvSpPr>
              <p:spPr bwMode="gray">
                <a:xfrm rot="5400000">
                  <a:off x="-107038" y="999408"/>
                  <a:ext cx="56912" cy="4906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latin typeface="Avenir Next" panose="020B0503020202020204"/>
                  </a:endParaRPr>
                </a:p>
              </p:txBody>
            </p:sp>
            <p:sp>
              <p:nvSpPr>
                <p:cNvPr id="54" name="Isosceles Triangle 53"/>
                <p:cNvSpPr/>
                <p:nvPr userDrawn="1"/>
              </p:nvSpPr>
              <p:spPr bwMode="gray">
                <a:xfrm rot="5400000">
                  <a:off x="-107038" y="1251820"/>
                  <a:ext cx="56912" cy="4906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latin typeface="Avenir Next" panose="020B0503020202020204"/>
                  </a:endParaRPr>
                </a:p>
              </p:txBody>
            </p:sp>
            <p:sp>
              <p:nvSpPr>
                <p:cNvPr id="55" name="Isosceles Triangle 54"/>
                <p:cNvSpPr/>
                <p:nvPr userDrawn="1"/>
              </p:nvSpPr>
              <p:spPr bwMode="gray">
                <a:xfrm rot="5400000">
                  <a:off x="-107038" y="2799633"/>
                  <a:ext cx="56912" cy="4906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latin typeface="Avenir Next" panose="020B0503020202020204"/>
                  </a:endParaRPr>
                </a:p>
              </p:txBody>
            </p:sp>
            <p:sp>
              <p:nvSpPr>
                <p:cNvPr id="56" name="Isosceles Triangle 55"/>
                <p:cNvSpPr/>
                <p:nvPr userDrawn="1"/>
              </p:nvSpPr>
              <p:spPr bwMode="gray">
                <a:xfrm rot="5400000">
                  <a:off x="-107038" y="2942508"/>
                  <a:ext cx="56912" cy="4906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latin typeface="Avenir Next" panose="020B0503020202020204"/>
                  </a:endParaRPr>
                </a:p>
              </p:txBody>
            </p:sp>
            <p:sp>
              <p:nvSpPr>
                <p:cNvPr id="57" name="Isosceles Triangle 56"/>
                <p:cNvSpPr/>
                <p:nvPr userDrawn="1"/>
              </p:nvSpPr>
              <p:spPr bwMode="gray">
                <a:xfrm rot="5400000">
                  <a:off x="-107038" y="4491908"/>
                  <a:ext cx="56912" cy="4906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latin typeface="Avenir Next" panose="020B0503020202020204"/>
                  </a:endParaRPr>
                </a:p>
              </p:txBody>
            </p:sp>
            <p:sp>
              <p:nvSpPr>
                <p:cNvPr id="58" name="Isosceles Triangle 57"/>
                <p:cNvSpPr/>
                <p:nvPr userDrawn="1"/>
              </p:nvSpPr>
              <p:spPr bwMode="gray">
                <a:xfrm rot="5400000">
                  <a:off x="-107038" y="4707808"/>
                  <a:ext cx="56912" cy="4906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latin typeface="Avenir Next" panose="020B0503020202020204"/>
                  </a:endParaRPr>
                </a:p>
              </p:txBody>
            </p:sp>
            <p:sp>
              <p:nvSpPr>
                <p:cNvPr id="59" name="Isosceles Triangle 58"/>
                <p:cNvSpPr/>
                <p:nvPr userDrawn="1"/>
              </p:nvSpPr>
              <p:spPr bwMode="gray">
                <a:xfrm rot="5400000">
                  <a:off x="-107038" y="4923708"/>
                  <a:ext cx="56912" cy="4906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latin typeface="Avenir Next" panose="020B0503020202020204"/>
                  </a:endParaRPr>
                </a:p>
              </p:txBody>
            </p:sp>
          </p:grpSp>
          <p:grpSp>
            <p:nvGrpSpPr>
              <p:cNvPr id="60" name="Group 59"/>
              <p:cNvGrpSpPr/>
              <p:nvPr userDrawn="1"/>
            </p:nvGrpSpPr>
            <p:grpSpPr bwMode="gray">
              <a:xfrm flipH="1">
                <a:off x="9199638" y="311269"/>
                <a:ext cx="49060" cy="4665425"/>
                <a:chOff x="-103112" y="311269"/>
                <a:chExt cx="49060" cy="4665425"/>
              </a:xfrm>
            </p:grpSpPr>
            <p:sp>
              <p:nvSpPr>
                <p:cNvPr id="61" name="Isosceles Triangle 60"/>
                <p:cNvSpPr/>
                <p:nvPr userDrawn="1"/>
              </p:nvSpPr>
              <p:spPr bwMode="gray">
                <a:xfrm rot="5400000">
                  <a:off x="-107038" y="315195"/>
                  <a:ext cx="56912" cy="4906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latin typeface="Avenir Next" panose="020B0503020202020204"/>
                  </a:endParaRPr>
                </a:p>
              </p:txBody>
            </p:sp>
            <p:sp>
              <p:nvSpPr>
                <p:cNvPr id="62" name="Isosceles Triangle 61"/>
                <p:cNvSpPr/>
                <p:nvPr userDrawn="1"/>
              </p:nvSpPr>
              <p:spPr bwMode="gray">
                <a:xfrm rot="5400000">
                  <a:off x="-107038" y="999408"/>
                  <a:ext cx="56912" cy="4906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latin typeface="Avenir Next" panose="020B0503020202020204"/>
                  </a:endParaRPr>
                </a:p>
              </p:txBody>
            </p:sp>
            <p:sp>
              <p:nvSpPr>
                <p:cNvPr id="63" name="Isosceles Triangle 62"/>
                <p:cNvSpPr/>
                <p:nvPr userDrawn="1"/>
              </p:nvSpPr>
              <p:spPr bwMode="gray">
                <a:xfrm rot="5400000">
                  <a:off x="-107038" y="1251820"/>
                  <a:ext cx="56912" cy="4906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latin typeface="Avenir Next" panose="020B0503020202020204"/>
                  </a:endParaRPr>
                </a:p>
              </p:txBody>
            </p:sp>
            <p:sp>
              <p:nvSpPr>
                <p:cNvPr id="64" name="Isosceles Triangle 63"/>
                <p:cNvSpPr/>
                <p:nvPr userDrawn="1"/>
              </p:nvSpPr>
              <p:spPr bwMode="gray">
                <a:xfrm rot="5400000">
                  <a:off x="-107038" y="2799633"/>
                  <a:ext cx="56912" cy="4906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latin typeface="Avenir Next" panose="020B0503020202020204"/>
                  </a:endParaRPr>
                </a:p>
              </p:txBody>
            </p:sp>
            <p:sp>
              <p:nvSpPr>
                <p:cNvPr id="65" name="Isosceles Triangle 64"/>
                <p:cNvSpPr/>
                <p:nvPr userDrawn="1"/>
              </p:nvSpPr>
              <p:spPr bwMode="gray">
                <a:xfrm rot="5400000">
                  <a:off x="-107038" y="2942508"/>
                  <a:ext cx="56912" cy="4906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latin typeface="Avenir Next" panose="020B0503020202020204"/>
                  </a:endParaRPr>
                </a:p>
              </p:txBody>
            </p:sp>
            <p:sp>
              <p:nvSpPr>
                <p:cNvPr id="66" name="Isosceles Triangle 65"/>
                <p:cNvSpPr/>
                <p:nvPr userDrawn="1"/>
              </p:nvSpPr>
              <p:spPr bwMode="gray">
                <a:xfrm rot="5400000">
                  <a:off x="-107038" y="4491908"/>
                  <a:ext cx="56912" cy="4906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latin typeface="Avenir Next" panose="020B0503020202020204"/>
                  </a:endParaRPr>
                </a:p>
              </p:txBody>
            </p:sp>
            <p:sp>
              <p:nvSpPr>
                <p:cNvPr id="67" name="Isosceles Triangle 66"/>
                <p:cNvSpPr/>
                <p:nvPr userDrawn="1"/>
              </p:nvSpPr>
              <p:spPr bwMode="gray">
                <a:xfrm rot="5400000">
                  <a:off x="-107038" y="4707808"/>
                  <a:ext cx="56912" cy="4906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latin typeface="Avenir Next" panose="020B0503020202020204"/>
                  </a:endParaRPr>
                </a:p>
              </p:txBody>
            </p:sp>
            <p:sp>
              <p:nvSpPr>
                <p:cNvPr id="68" name="Isosceles Triangle 67"/>
                <p:cNvSpPr/>
                <p:nvPr userDrawn="1"/>
              </p:nvSpPr>
              <p:spPr bwMode="gray">
                <a:xfrm rot="5400000">
                  <a:off x="-107038" y="4923708"/>
                  <a:ext cx="56912" cy="4906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latin typeface="Avenir Next" panose="020B0503020202020204"/>
                  </a:endParaRPr>
                </a:p>
              </p:txBody>
            </p:sp>
          </p:grpSp>
        </p:grpSp>
        <p:grpSp>
          <p:nvGrpSpPr>
            <p:cNvPr id="95" name="Group 94"/>
            <p:cNvGrpSpPr/>
            <p:nvPr userDrawn="1"/>
          </p:nvGrpSpPr>
          <p:grpSpPr bwMode="gray">
            <a:xfrm>
              <a:off x="295394" y="-113430"/>
              <a:ext cx="8553212" cy="5370360"/>
              <a:chOff x="295394" y="-111232"/>
              <a:chExt cx="8553212" cy="5370360"/>
            </a:xfrm>
          </p:grpSpPr>
          <p:grpSp>
            <p:nvGrpSpPr>
              <p:cNvPr id="73" name="Group 72"/>
              <p:cNvGrpSpPr/>
              <p:nvPr userDrawn="1"/>
            </p:nvGrpSpPr>
            <p:grpSpPr bwMode="gray">
              <a:xfrm>
                <a:off x="295394" y="-111232"/>
                <a:ext cx="8553212" cy="49060"/>
                <a:chOff x="295394" y="-111232"/>
                <a:chExt cx="8553212" cy="49060"/>
              </a:xfrm>
            </p:grpSpPr>
            <p:sp>
              <p:nvSpPr>
                <p:cNvPr id="71" name="Isosceles Triangle 70"/>
                <p:cNvSpPr/>
                <p:nvPr userDrawn="1"/>
              </p:nvSpPr>
              <p:spPr bwMode="gray">
                <a:xfrm rot="10800000">
                  <a:off x="295394" y="-111232"/>
                  <a:ext cx="56912" cy="4906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latin typeface="Avenir Next" panose="020B0503020202020204"/>
                  </a:endParaRPr>
                </a:p>
              </p:txBody>
            </p:sp>
            <p:sp>
              <p:nvSpPr>
                <p:cNvPr id="72" name="Isosceles Triangle 71"/>
                <p:cNvSpPr/>
                <p:nvPr userDrawn="1"/>
              </p:nvSpPr>
              <p:spPr bwMode="gray">
                <a:xfrm rot="10800000">
                  <a:off x="2203569" y="-111232"/>
                  <a:ext cx="56912" cy="4906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latin typeface="Avenir Next" panose="020B0503020202020204"/>
                  </a:endParaRPr>
                </a:p>
              </p:txBody>
            </p:sp>
            <p:sp>
              <p:nvSpPr>
                <p:cNvPr id="74" name="Isosceles Triangle 73"/>
                <p:cNvSpPr/>
                <p:nvPr userDrawn="1"/>
              </p:nvSpPr>
              <p:spPr bwMode="gray">
                <a:xfrm rot="10800000">
                  <a:off x="2348032" y="-111232"/>
                  <a:ext cx="56912" cy="4906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latin typeface="Avenir Next" panose="020B0503020202020204"/>
                  </a:endParaRPr>
                </a:p>
              </p:txBody>
            </p:sp>
            <p:sp>
              <p:nvSpPr>
                <p:cNvPr id="75" name="Isosceles Triangle 74"/>
                <p:cNvSpPr/>
                <p:nvPr userDrawn="1"/>
              </p:nvSpPr>
              <p:spPr bwMode="gray">
                <a:xfrm rot="10800000">
                  <a:off x="2490907" y="-111232"/>
                  <a:ext cx="56912" cy="4906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latin typeface="Avenir Next" panose="020B0503020202020204"/>
                  </a:endParaRPr>
                </a:p>
              </p:txBody>
            </p:sp>
            <p:sp>
              <p:nvSpPr>
                <p:cNvPr id="76" name="Isosceles Triangle 75"/>
                <p:cNvSpPr/>
                <p:nvPr userDrawn="1"/>
              </p:nvSpPr>
              <p:spPr bwMode="gray">
                <a:xfrm rot="10800000">
                  <a:off x="4399082" y="-111232"/>
                  <a:ext cx="56912" cy="4906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latin typeface="Avenir Next" panose="020B0503020202020204"/>
                  </a:endParaRPr>
                </a:p>
              </p:txBody>
            </p:sp>
            <p:sp>
              <p:nvSpPr>
                <p:cNvPr id="77" name="Isosceles Triangle 76"/>
                <p:cNvSpPr/>
                <p:nvPr userDrawn="1"/>
              </p:nvSpPr>
              <p:spPr bwMode="gray">
                <a:xfrm rot="10800000">
                  <a:off x="4543544" y="-111232"/>
                  <a:ext cx="56912" cy="4906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latin typeface="Avenir Next" panose="020B0503020202020204"/>
                  </a:endParaRPr>
                </a:p>
              </p:txBody>
            </p:sp>
            <p:sp>
              <p:nvSpPr>
                <p:cNvPr id="78" name="Isosceles Triangle 77"/>
                <p:cNvSpPr/>
                <p:nvPr userDrawn="1"/>
              </p:nvSpPr>
              <p:spPr bwMode="gray">
                <a:xfrm rot="10800000">
                  <a:off x="4688007" y="-111232"/>
                  <a:ext cx="56912" cy="4906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latin typeface="Avenir Next" panose="020B0503020202020204"/>
                  </a:endParaRPr>
                </a:p>
              </p:txBody>
            </p:sp>
            <p:sp>
              <p:nvSpPr>
                <p:cNvPr id="79" name="Isosceles Triangle 78"/>
                <p:cNvSpPr/>
                <p:nvPr userDrawn="1"/>
              </p:nvSpPr>
              <p:spPr bwMode="gray">
                <a:xfrm rot="10800000">
                  <a:off x="6596182" y="-111232"/>
                  <a:ext cx="56912" cy="4906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latin typeface="Avenir Next" panose="020B0503020202020204"/>
                  </a:endParaRPr>
                </a:p>
              </p:txBody>
            </p:sp>
            <p:sp>
              <p:nvSpPr>
                <p:cNvPr id="80" name="Isosceles Triangle 79"/>
                <p:cNvSpPr/>
                <p:nvPr userDrawn="1"/>
              </p:nvSpPr>
              <p:spPr bwMode="gray">
                <a:xfrm rot="10800000">
                  <a:off x="6739057" y="-111232"/>
                  <a:ext cx="56912" cy="4906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latin typeface="Avenir Next" panose="020B0503020202020204"/>
                  </a:endParaRPr>
                </a:p>
              </p:txBody>
            </p:sp>
            <p:sp>
              <p:nvSpPr>
                <p:cNvPr id="81" name="Isosceles Triangle 80"/>
                <p:cNvSpPr/>
                <p:nvPr userDrawn="1"/>
              </p:nvSpPr>
              <p:spPr bwMode="gray">
                <a:xfrm rot="10800000">
                  <a:off x="6883519" y="-111232"/>
                  <a:ext cx="56912" cy="4906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latin typeface="Avenir Next" panose="020B0503020202020204"/>
                  </a:endParaRPr>
                </a:p>
              </p:txBody>
            </p:sp>
            <p:sp>
              <p:nvSpPr>
                <p:cNvPr id="82" name="Isosceles Triangle 81"/>
                <p:cNvSpPr/>
                <p:nvPr userDrawn="1"/>
              </p:nvSpPr>
              <p:spPr bwMode="gray">
                <a:xfrm rot="10800000">
                  <a:off x="8791694" y="-111232"/>
                  <a:ext cx="56912" cy="4906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latin typeface="Avenir Next" panose="020B0503020202020204"/>
                  </a:endParaRPr>
                </a:p>
              </p:txBody>
            </p:sp>
          </p:grpSp>
          <p:grpSp>
            <p:nvGrpSpPr>
              <p:cNvPr id="83" name="Group 82"/>
              <p:cNvGrpSpPr/>
              <p:nvPr userDrawn="1"/>
            </p:nvGrpSpPr>
            <p:grpSpPr bwMode="gray">
              <a:xfrm flipV="1">
                <a:off x="295394" y="5210068"/>
                <a:ext cx="8553212" cy="49060"/>
                <a:chOff x="295394" y="-111232"/>
                <a:chExt cx="8553212" cy="49060"/>
              </a:xfrm>
            </p:grpSpPr>
            <p:sp>
              <p:nvSpPr>
                <p:cNvPr id="84" name="Isosceles Triangle 83"/>
                <p:cNvSpPr/>
                <p:nvPr userDrawn="1"/>
              </p:nvSpPr>
              <p:spPr bwMode="gray">
                <a:xfrm rot="10800000">
                  <a:off x="295394" y="-111232"/>
                  <a:ext cx="56912" cy="4906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latin typeface="Avenir Next" panose="020B0503020202020204"/>
                  </a:endParaRPr>
                </a:p>
              </p:txBody>
            </p:sp>
            <p:sp>
              <p:nvSpPr>
                <p:cNvPr id="85" name="Isosceles Triangle 84"/>
                <p:cNvSpPr/>
                <p:nvPr userDrawn="1"/>
              </p:nvSpPr>
              <p:spPr bwMode="gray">
                <a:xfrm rot="10800000">
                  <a:off x="2203569" y="-111232"/>
                  <a:ext cx="56912" cy="4906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latin typeface="Avenir Next" panose="020B0503020202020204"/>
                  </a:endParaRPr>
                </a:p>
              </p:txBody>
            </p:sp>
            <p:sp>
              <p:nvSpPr>
                <p:cNvPr id="86" name="Isosceles Triangle 85"/>
                <p:cNvSpPr/>
                <p:nvPr userDrawn="1"/>
              </p:nvSpPr>
              <p:spPr bwMode="gray">
                <a:xfrm rot="10800000">
                  <a:off x="2348032" y="-111232"/>
                  <a:ext cx="56912" cy="4906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latin typeface="Avenir Next" panose="020B0503020202020204"/>
                  </a:endParaRPr>
                </a:p>
              </p:txBody>
            </p:sp>
            <p:sp>
              <p:nvSpPr>
                <p:cNvPr id="87" name="Isosceles Triangle 86"/>
                <p:cNvSpPr/>
                <p:nvPr userDrawn="1"/>
              </p:nvSpPr>
              <p:spPr bwMode="gray">
                <a:xfrm rot="10800000">
                  <a:off x="2490907" y="-111232"/>
                  <a:ext cx="56912" cy="4906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latin typeface="Avenir Next" panose="020B0503020202020204"/>
                  </a:endParaRPr>
                </a:p>
              </p:txBody>
            </p:sp>
            <p:sp>
              <p:nvSpPr>
                <p:cNvPr id="88" name="Isosceles Triangle 87"/>
                <p:cNvSpPr/>
                <p:nvPr userDrawn="1"/>
              </p:nvSpPr>
              <p:spPr bwMode="gray">
                <a:xfrm rot="10800000">
                  <a:off x="4399082" y="-111232"/>
                  <a:ext cx="56912" cy="4906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latin typeface="Avenir Next" panose="020B0503020202020204"/>
                  </a:endParaRPr>
                </a:p>
              </p:txBody>
            </p:sp>
            <p:sp>
              <p:nvSpPr>
                <p:cNvPr id="89" name="Isosceles Triangle 88"/>
                <p:cNvSpPr/>
                <p:nvPr userDrawn="1"/>
              </p:nvSpPr>
              <p:spPr bwMode="gray">
                <a:xfrm rot="10800000">
                  <a:off x="4543544" y="-111232"/>
                  <a:ext cx="56912" cy="4906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latin typeface="Avenir Next" panose="020B0503020202020204"/>
                  </a:endParaRPr>
                </a:p>
              </p:txBody>
            </p:sp>
            <p:sp>
              <p:nvSpPr>
                <p:cNvPr id="90" name="Isosceles Triangle 89"/>
                <p:cNvSpPr/>
                <p:nvPr userDrawn="1"/>
              </p:nvSpPr>
              <p:spPr bwMode="gray">
                <a:xfrm rot="10800000">
                  <a:off x="4688007" y="-111232"/>
                  <a:ext cx="56912" cy="4906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latin typeface="Avenir Next" panose="020B0503020202020204"/>
                  </a:endParaRPr>
                </a:p>
              </p:txBody>
            </p:sp>
            <p:sp>
              <p:nvSpPr>
                <p:cNvPr id="91" name="Isosceles Triangle 90"/>
                <p:cNvSpPr/>
                <p:nvPr userDrawn="1"/>
              </p:nvSpPr>
              <p:spPr bwMode="gray">
                <a:xfrm rot="10800000">
                  <a:off x="6596182" y="-111232"/>
                  <a:ext cx="56912" cy="4906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latin typeface="Avenir Next" panose="020B0503020202020204"/>
                  </a:endParaRPr>
                </a:p>
              </p:txBody>
            </p:sp>
            <p:sp>
              <p:nvSpPr>
                <p:cNvPr id="92" name="Isosceles Triangle 91"/>
                <p:cNvSpPr/>
                <p:nvPr userDrawn="1"/>
              </p:nvSpPr>
              <p:spPr bwMode="gray">
                <a:xfrm rot="10800000">
                  <a:off x="6739057" y="-111232"/>
                  <a:ext cx="56912" cy="4906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latin typeface="Avenir Next" panose="020B0503020202020204"/>
                  </a:endParaRPr>
                </a:p>
              </p:txBody>
            </p:sp>
            <p:sp>
              <p:nvSpPr>
                <p:cNvPr id="93" name="Isosceles Triangle 92"/>
                <p:cNvSpPr/>
                <p:nvPr userDrawn="1"/>
              </p:nvSpPr>
              <p:spPr bwMode="gray">
                <a:xfrm rot="10800000">
                  <a:off x="6883519" y="-111232"/>
                  <a:ext cx="56912" cy="4906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latin typeface="Avenir Next" panose="020B0503020202020204"/>
                  </a:endParaRPr>
                </a:p>
              </p:txBody>
            </p:sp>
            <p:sp>
              <p:nvSpPr>
                <p:cNvPr id="94" name="Isosceles Triangle 93"/>
                <p:cNvSpPr/>
                <p:nvPr userDrawn="1"/>
              </p:nvSpPr>
              <p:spPr bwMode="gray">
                <a:xfrm rot="10800000">
                  <a:off x="8791694" y="-111232"/>
                  <a:ext cx="56912" cy="4906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latin typeface="Avenir Next" panose="020B0503020202020204"/>
                  </a:endParaRPr>
                </a:p>
              </p:txBody>
            </p:sp>
          </p:grpSp>
        </p:grpSp>
      </p:grpSp>
      <p:sp>
        <p:nvSpPr>
          <p:cNvPr id="2" name="Title Placeholder 1"/>
          <p:cNvSpPr>
            <a:spLocks noGrp="1"/>
          </p:cNvSpPr>
          <p:nvPr>
            <p:ph type="title"/>
          </p:nvPr>
        </p:nvSpPr>
        <p:spPr bwMode="gray">
          <a:xfrm>
            <a:off x="431803" y="452969"/>
            <a:ext cx="11328400" cy="912284"/>
          </a:xfrm>
          <a:prstGeom prst="rect">
            <a:avLst/>
          </a:prstGeom>
        </p:spPr>
        <p:txBody>
          <a:bodyPr vert="horz" lIns="0" tIns="36000" rIns="0" bIns="0" rtlCol="0" anchor="t">
            <a:noAutofit/>
          </a:bodyPr>
          <a:lstStyle/>
          <a:p>
            <a:r>
              <a:rPr lang="de-DE" dirty="0"/>
              <a:t>Title </a:t>
            </a:r>
            <a:r>
              <a:rPr lang="de-DE" dirty="0" err="1"/>
              <a:t>of</a:t>
            </a:r>
            <a:r>
              <a:rPr lang="de-DE" dirty="0"/>
              <a:t> </a:t>
            </a:r>
            <a:br>
              <a:rPr lang="de-DE" dirty="0"/>
            </a:br>
            <a:r>
              <a:rPr lang="de-DE" dirty="0" err="1"/>
              <a:t>the</a:t>
            </a:r>
            <a:r>
              <a:rPr lang="de-DE" dirty="0"/>
              <a:t> </a:t>
            </a:r>
            <a:r>
              <a:rPr lang="de-DE" dirty="0" err="1"/>
              <a:t>slide</a:t>
            </a:r>
            <a:endParaRPr lang="en-US" dirty="0"/>
          </a:p>
        </p:txBody>
      </p:sp>
      <p:sp>
        <p:nvSpPr>
          <p:cNvPr id="3" name="Text Placeholder 2"/>
          <p:cNvSpPr>
            <a:spLocks noGrp="1"/>
          </p:cNvSpPr>
          <p:nvPr>
            <p:ph type="body" idx="1"/>
          </p:nvPr>
        </p:nvSpPr>
        <p:spPr bwMode="gray">
          <a:xfrm>
            <a:off x="431803" y="1701800"/>
            <a:ext cx="11328400" cy="4320119"/>
          </a:xfrm>
          <a:prstGeom prst="rect">
            <a:avLst/>
          </a:prstGeom>
        </p:spPr>
        <p:txBody>
          <a:bodyPr vert="horz" lIns="0" tIns="0" rIns="0" bIns="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de-DE" dirty="0" err="1"/>
              <a:t>sadf</a:t>
            </a:r>
            <a:endParaRPr lang="de-DE" dirty="0"/>
          </a:p>
          <a:p>
            <a:pPr lvl="6"/>
            <a:r>
              <a:rPr lang="de-DE" dirty="0" err="1"/>
              <a:t>sdaf</a:t>
            </a:r>
            <a:endParaRPr lang="de-DE" dirty="0"/>
          </a:p>
          <a:p>
            <a:pPr lvl="7"/>
            <a:r>
              <a:rPr lang="de-DE" dirty="0" err="1"/>
              <a:t>sdaf</a:t>
            </a:r>
            <a:endParaRPr lang="de-DE" dirty="0"/>
          </a:p>
          <a:p>
            <a:pPr lvl="8"/>
            <a:r>
              <a:rPr lang="de-DE" dirty="0" err="1"/>
              <a:t>asdf</a:t>
            </a:r>
            <a:endParaRPr lang="en-US" dirty="0"/>
          </a:p>
        </p:txBody>
      </p:sp>
      <p:sp>
        <p:nvSpPr>
          <p:cNvPr id="4" name="Date Placeholder 3"/>
          <p:cNvSpPr>
            <a:spLocks noGrp="1"/>
          </p:cNvSpPr>
          <p:nvPr>
            <p:ph type="dt" sz="half" idx="2"/>
          </p:nvPr>
        </p:nvSpPr>
        <p:spPr bwMode="gray">
          <a:xfrm>
            <a:off x="10848530" y="6309785"/>
            <a:ext cx="624069" cy="287867"/>
          </a:xfrm>
          <a:prstGeom prst="rect">
            <a:avLst/>
          </a:prstGeom>
        </p:spPr>
        <p:txBody>
          <a:bodyPr vert="horz" lIns="0" tIns="0" rIns="0" bIns="0" rtlCol="0" anchor="ctr"/>
          <a:lstStyle>
            <a:lvl1pPr algn="r">
              <a:defRPr sz="800">
                <a:solidFill>
                  <a:schemeClr val="bg1"/>
                </a:solidFill>
                <a:latin typeface="Avenir Next" panose="020B0503020202020204"/>
              </a:defRPr>
            </a:lvl1pPr>
          </a:lstStyle>
          <a:p>
            <a:fld id="{097285CA-0053-4920-901A-9FC573A88856}" type="datetime1">
              <a:rPr lang="en-US" smtClean="0"/>
              <a:pPr/>
              <a:t>7/6/2026</a:t>
            </a:fld>
            <a:endParaRPr lang="en-US" dirty="0"/>
          </a:p>
        </p:txBody>
      </p:sp>
      <p:sp>
        <p:nvSpPr>
          <p:cNvPr id="5" name="Footer Placeholder 4"/>
          <p:cNvSpPr>
            <a:spLocks noGrp="1"/>
          </p:cNvSpPr>
          <p:nvPr>
            <p:ph type="ftr" sz="quarter" idx="3"/>
          </p:nvPr>
        </p:nvSpPr>
        <p:spPr bwMode="gray">
          <a:xfrm>
            <a:off x="6288617" y="6309785"/>
            <a:ext cx="4559912" cy="287867"/>
          </a:xfrm>
          <a:prstGeom prst="rect">
            <a:avLst/>
          </a:prstGeom>
        </p:spPr>
        <p:txBody>
          <a:bodyPr vert="horz" lIns="0" tIns="0" rIns="0" bIns="0" rtlCol="0" anchor="ctr"/>
          <a:lstStyle>
            <a:lvl1pPr algn="r">
              <a:defRPr sz="800">
                <a:solidFill>
                  <a:schemeClr val="bg1"/>
                </a:solidFill>
                <a:latin typeface="Avenir Next" panose="020B0503020202020204"/>
              </a:defRPr>
            </a:lvl1pPr>
          </a:lstStyle>
          <a:p>
            <a:r>
              <a:rPr lang="en-US" dirty="0"/>
              <a:t>Title of the presentation</a:t>
            </a:r>
          </a:p>
        </p:txBody>
      </p:sp>
      <p:sp>
        <p:nvSpPr>
          <p:cNvPr id="6" name="Slide Number Placeholder 5"/>
          <p:cNvSpPr>
            <a:spLocks noGrp="1"/>
          </p:cNvSpPr>
          <p:nvPr>
            <p:ph type="sldNum" sz="quarter" idx="4"/>
          </p:nvPr>
        </p:nvSpPr>
        <p:spPr bwMode="gray">
          <a:xfrm>
            <a:off x="11472598" y="6309785"/>
            <a:ext cx="287601" cy="287867"/>
          </a:xfrm>
          <a:prstGeom prst="rect">
            <a:avLst/>
          </a:prstGeom>
        </p:spPr>
        <p:txBody>
          <a:bodyPr vert="horz" lIns="0" tIns="0" rIns="0" bIns="0" rtlCol="0" anchor="ctr"/>
          <a:lstStyle>
            <a:lvl1pPr algn="r">
              <a:defRPr sz="800" b="1">
                <a:solidFill>
                  <a:schemeClr val="bg1"/>
                </a:solidFill>
                <a:latin typeface="Avenir Next" panose="020B0503020202020204"/>
              </a:defRPr>
            </a:lvl1pPr>
          </a:lstStyle>
          <a:p>
            <a:fld id="{FCB53D23-1D79-480C-B3BE-829293F4503C}" type="slidenum">
              <a:rPr lang="en-US" smtClean="0"/>
              <a:pPr/>
              <a:t>‹#›</a:t>
            </a:fld>
            <a:endParaRPr lang="en-US" dirty="0"/>
          </a:p>
        </p:txBody>
      </p:sp>
    </p:spTree>
    <p:custDataLst>
      <p:tags r:id="rId18"/>
    </p:custDataLst>
    <p:extLst>
      <p:ext uri="{BB962C8B-B14F-4D97-AF65-F5344CB8AC3E}">
        <p14:creationId xmlns:p14="http://schemas.microsoft.com/office/powerpoint/2010/main" val="163060531"/>
      </p:ext>
    </p:extLst>
  </p:cSld>
  <p:clrMap bg1="lt1" tx1="dk1" bg2="lt2" tx2="dk2" accent1="accent1" accent2="accent2" accent3="accent3" accent4="accent4" accent5="accent5" accent6="accent6" hlink="hlink" folHlink="folHlink"/>
  <p:sldLayoutIdLst>
    <p:sldLayoutId id="2147484064" r:id="rId1"/>
    <p:sldLayoutId id="2147484065" r:id="rId2"/>
    <p:sldLayoutId id="2147484066" r:id="rId3"/>
    <p:sldLayoutId id="2147484067" r:id="rId4"/>
    <p:sldLayoutId id="2147484068" r:id="rId5"/>
    <p:sldLayoutId id="2147484069" r:id="rId6"/>
    <p:sldLayoutId id="2147484070" r:id="rId7"/>
    <p:sldLayoutId id="2147484071" r:id="rId8"/>
    <p:sldLayoutId id="2147484072" r:id="rId9"/>
    <p:sldLayoutId id="2147484073" r:id="rId10"/>
    <p:sldLayoutId id="2147484074" r:id="rId11"/>
    <p:sldLayoutId id="2147484075" r:id="rId12"/>
    <p:sldLayoutId id="2147484076" r:id="rId13"/>
    <p:sldLayoutId id="2147484077" r:id="rId14"/>
    <p:sldLayoutId id="2147484078" r:id="rId15"/>
    <p:sldLayoutId id="2147484079" r:id="rId16"/>
  </p:sldLayoutIdLst>
  <p:transition>
    <p:fade/>
  </p:transition>
  <p:hf hdr="0"/>
  <p:txStyles>
    <p:titleStyle>
      <a:lvl1pPr algn="l" defTabSz="1219170" rtl="0" eaLnBrk="1" latinLnBrk="0" hangingPunct="1">
        <a:lnSpc>
          <a:spcPct val="75000"/>
        </a:lnSpc>
        <a:spcBef>
          <a:spcPct val="0"/>
        </a:spcBef>
        <a:buNone/>
        <a:defRPr sz="3200" kern="1200" spc="-107" baseline="0">
          <a:solidFill>
            <a:schemeClr val="accent1"/>
          </a:solidFill>
          <a:latin typeface="Avenir Next" panose="020B0503020202020204"/>
          <a:ea typeface="+mj-ea"/>
          <a:cs typeface="+mj-cs"/>
        </a:defRPr>
      </a:lvl1pPr>
    </p:titleStyle>
    <p:bodyStyle>
      <a:lvl1pPr marL="0" indent="0" algn="l" defTabSz="1219170" rtl="0" eaLnBrk="1" latinLnBrk="0" hangingPunct="1">
        <a:spcBef>
          <a:spcPts val="267"/>
        </a:spcBef>
        <a:spcAft>
          <a:spcPts val="267"/>
        </a:spcAft>
        <a:buFont typeface="Arial" panose="020B0604020202020204" pitchFamily="34" charset="0"/>
        <a:buNone/>
        <a:defRPr sz="1467" kern="1200">
          <a:solidFill>
            <a:schemeClr val="bg1"/>
          </a:solidFill>
          <a:latin typeface="Avenir Next" panose="020B0503020202020204"/>
          <a:ea typeface="+mn-ea"/>
          <a:cs typeface="+mn-cs"/>
        </a:defRPr>
      </a:lvl1pPr>
      <a:lvl2pPr marL="0" indent="0" algn="l" defTabSz="1219170" rtl="0" eaLnBrk="1" latinLnBrk="0" hangingPunct="1">
        <a:spcBef>
          <a:spcPts val="267"/>
        </a:spcBef>
        <a:spcAft>
          <a:spcPts val="267"/>
        </a:spcAft>
        <a:buFont typeface="Arial" panose="020B0604020202020204" pitchFamily="34" charset="0"/>
        <a:buNone/>
        <a:defRPr sz="1600" b="1" kern="1200">
          <a:solidFill>
            <a:schemeClr val="accent1"/>
          </a:solidFill>
          <a:latin typeface="Avenir Next" panose="020B0503020202020204"/>
          <a:ea typeface="+mn-ea"/>
          <a:cs typeface="+mn-cs"/>
        </a:defRPr>
      </a:lvl2pPr>
      <a:lvl3pPr marL="239178" indent="-239178" algn="l" defTabSz="1219170" rtl="0" eaLnBrk="1" latinLnBrk="0" hangingPunct="1">
        <a:spcBef>
          <a:spcPts val="267"/>
        </a:spcBef>
        <a:spcAft>
          <a:spcPts val="267"/>
        </a:spcAft>
        <a:buClr>
          <a:schemeClr val="accent1"/>
        </a:buClr>
        <a:buSzPct val="110000"/>
        <a:buFont typeface="Arial" panose="020B0604020202020204" pitchFamily="34" charset="0"/>
        <a:buChar char="●"/>
        <a:defRPr sz="1467" kern="1200">
          <a:solidFill>
            <a:schemeClr val="bg1"/>
          </a:solidFill>
          <a:latin typeface="Avenir Next" panose="020B0503020202020204"/>
          <a:ea typeface="+mn-ea"/>
          <a:cs typeface="+mn-cs"/>
        </a:defRPr>
      </a:lvl3pPr>
      <a:lvl4pPr marL="480472" indent="-241294" algn="l" defTabSz="1219170" rtl="0" eaLnBrk="1" latinLnBrk="0" hangingPunct="1">
        <a:spcBef>
          <a:spcPts val="267"/>
        </a:spcBef>
        <a:spcAft>
          <a:spcPts val="267"/>
        </a:spcAft>
        <a:buClr>
          <a:schemeClr val="accent1"/>
        </a:buClr>
        <a:buSzPct val="105000"/>
        <a:buFont typeface="Arial" panose="020B0604020202020204" pitchFamily="34" charset="0"/>
        <a:buChar char="•"/>
        <a:defRPr sz="1467" kern="1200">
          <a:solidFill>
            <a:schemeClr val="bg1"/>
          </a:solidFill>
          <a:latin typeface="Avenir Next" panose="020B0503020202020204"/>
          <a:ea typeface="+mn-ea"/>
          <a:cs typeface="+mn-cs"/>
        </a:defRPr>
      </a:lvl4pPr>
      <a:lvl5pPr marL="717533" indent="-239994" algn="l" defTabSz="1219170" rtl="0" eaLnBrk="1" latinLnBrk="0" hangingPunct="1">
        <a:spcBef>
          <a:spcPts val="267"/>
        </a:spcBef>
        <a:spcAft>
          <a:spcPts val="267"/>
        </a:spcAft>
        <a:buClr>
          <a:schemeClr val="accent1"/>
        </a:buClr>
        <a:buFont typeface="Arial" panose="020B0604020202020204" pitchFamily="34" charset="0"/>
        <a:buChar char="-"/>
        <a:defRPr sz="1467" kern="1200">
          <a:solidFill>
            <a:schemeClr val="bg1"/>
          </a:solidFill>
          <a:latin typeface="Avenir Next" panose="020B0503020202020204"/>
          <a:ea typeface="+mn-ea"/>
          <a:cs typeface="+mn-cs"/>
        </a:defRPr>
      </a:lvl5pPr>
      <a:lvl6pPr marL="359991" indent="-359991" algn="l" defTabSz="1219170" rtl="0" eaLnBrk="1" latinLnBrk="0" hangingPunct="1">
        <a:spcBef>
          <a:spcPts val="267"/>
        </a:spcBef>
        <a:spcAft>
          <a:spcPts val="267"/>
        </a:spcAft>
        <a:buClr>
          <a:schemeClr val="accent1"/>
        </a:buClr>
        <a:buSzPct val="90000"/>
        <a:buFont typeface="+mj-lt"/>
        <a:buAutoNum type="arabicPeriod"/>
        <a:defRPr sz="1467" kern="1200">
          <a:solidFill>
            <a:schemeClr val="bg1"/>
          </a:solidFill>
          <a:latin typeface="Avenir Next" panose="020B0503020202020204"/>
          <a:ea typeface="+mn-ea"/>
          <a:cs typeface="+mn-cs"/>
        </a:defRPr>
      </a:lvl6pPr>
      <a:lvl7pPr marL="599985" indent="-239994" algn="l" defTabSz="1219170" rtl="0" eaLnBrk="1" latinLnBrk="0" hangingPunct="1">
        <a:spcBef>
          <a:spcPts val="267"/>
        </a:spcBef>
        <a:spcAft>
          <a:spcPts val="267"/>
        </a:spcAft>
        <a:buClr>
          <a:schemeClr val="accent1"/>
        </a:buClr>
        <a:buFont typeface="+mj-lt"/>
        <a:buAutoNum type="alphaLcParenR"/>
        <a:defRPr sz="1467" kern="1200">
          <a:solidFill>
            <a:schemeClr val="bg1"/>
          </a:solidFill>
          <a:latin typeface="Avenir Next" panose="020B0503020202020204"/>
          <a:ea typeface="+mn-ea"/>
          <a:cs typeface="+mn-cs"/>
        </a:defRPr>
      </a:lvl7pPr>
      <a:lvl8pPr marL="0" indent="0" algn="l" defTabSz="1219170" rtl="0" eaLnBrk="1" latinLnBrk="0" hangingPunct="1">
        <a:lnSpc>
          <a:spcPct val="80000"/>
        </a:lnSpc>
        <a:spcBef>
          <a:spcPts val="533"/>
        </a:spcBef>
        <a:spcAft>
          <a:spcPts val="533"/>
        </a:spcAft>
        <a:buFont typeface="Arial" panose="020B0604020202020204" pitchFamily="34" charset="0"/>
        <a:buNone/>
        <a:defRPr sz="1867" b="1" kern="1200">
          <a:solidFill>
            <a:schemeClr val="accent1"/>
          </a:solidFill>
          <a:latin typeface="Avenir Next" panose="020B0503020202020204"/>
          <a:ea typeface="+mn-ea"/>
          <a:cs typeface="+mn-cs"/>
        </a:defRPr>
      </a:lvl8pPr>
      <a:lvl9pPr marL="0" indent="0" algn="l" defTabSz="1219170" rtl="0" eaLnBrk="1" latinLnBrk="0" hangingPunct="1">
        <a:spcBef>
          <a:spcPts val="267"/>
        </a:spcBef>
        <a:spcAft>
          <a:spcPts val="267"/>
        </a:spcAft>
        <a:buFont typeface="Arial" panose="020B0604020202020204" pitchFamily="34" charset="0"/>
        <a:buNone/>
        <a:defRPr sz="1200" kern="1200">
          <a:solidFill>
            <a:schemeClr val="bg1"/>
          </a:solidFill>
          <a:latin typeface="Avenir Next" panose="020B0503020202020204"/>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pSp>
        <p:nvGrpSpPr>
          <p:cNvPr id="96" name="Group 95"/>
          <p:cNvGrpSpPr/>
          <p:nvPr userDrawn="1"/>
        </p:nvGrpSpPr>
        <p:grpSpPr bwMode="gray">
          <a:xfrm>
            <a:off x="-137481" y="-151240"/>
            <a:ext cx="12469081" cy="7160480"/>
            <a:chOff x="-103112" y="-113430"/>
            <a:chExt cx="9351810" cy="5370360"/>
          </a:xfrm>
        </p:grpSpPr>
        <p:grpSp>
          <p:nvGrpSpPr>
            <p:cNvPr id="69" name="Group 68"/>
            <p:cNvGrpSpPr/>
            <p:nvPr userDrawn="1"/>
          </p:nvGrpSpPr>
          <p:grpSpPr bwMode="gray">
            <a:xfrm>
              <a:off x="-103112" y="311269"/>
              <a:ext cx="9351810" cy="4665425"/>
              <a:chOff x="-103112" y="311269"/>
              <a:chExt cx="9351810" cy="4665425"/>
            </a:xfrm>
          </p:grpSpPr>
          <p:grpSp>
            <p:nvGrpSpPr>
              <p:cNvPr id="53" name="Group 52"/>
              <p:cNvGrpSpPr/>
              <p:nvPr userDrawn="1"/>
            </p:nvGrpSpPr>
            <p:grpSpPr bwMode="gray">
              <a:xfrm>
                <a:off x="-103112" y="311269"/>
                <a:ext cx="49060" cy="4665425"/>
                <a:chOff x="-103112" y="311269"/>
                <a:chExt cx="49060" cy="4665425"/>
              </a:xfrm>
            </p:grpSpPr>
            <p:sp>
              <p:nvSpPr>
                <p:cNvPr id="51" name="Isosceles Triangle 50"/>
                <p:cNvSpPr/>
                <p:nvPr userDrawn="1"/>
              </p:nvSpPr>
              <p:spPr bwMode="gray">
                <a:xfrm rot="5400000">
                  <a:off x="-107038" y="315195"/>
                  <a:ext cx="56912" cy="4906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950" dirty="0">
                    <a:solidFill>
                      <a:prstClr val="white"/>
                    </a:solidFill>
                    <a:latin typeface="Avenir Next" panose="020B0503020202020204"/>
                  </a:endParaRPr>
                </a:p>
              </p:txBody>
            </p:sp>
            <p:sp>
              <p:nvSpPr>
                <p:cNvPr id="52" name="Isosceles Triangle 51"/>
                <p:cNvSpPr/>
                <p:nvPr userDrawn="1"/>
              </p:nvSpPr>
              <p:spPr bwMode="gray">
                <a:xfrm rot="5400000">
                  <a:off x="-107038" y="999408"/>
                  <a:ext cx="56912" cy="4906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950" dirty="0">
                    <a:solidFill>
                      <a:prstClr val="white"/>
                    </a:solidFill>
                    <a:latin typeface="Avenir Next" panose="020B0503020202020204"/>
                  </a:endParaRPr>
                </a:p>
              </p:txBody>
            </p:sp>
            <p:sp>
              <p:nvSpPr>
                <p:cNvPr id="54" name="Isosceles Triangle 53"/>
                <p:cNvSpPr/>
                <p:nvPr userDrawn="1"/>
              </p:nvSpPr>
              <p:spPr bwMode="gray">
                <a:xfrm rot="5400000">
                  <a:off x="-107038" y="1251820"/>
                  <a:ext cx="56912" cy="4906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950" dirty="0">
                    <a:solidFill>
                      <a:prstClr val="white"/>
                    </a:solidFill>
                    <a:latin typeface="Avenir Next" panose="020B0503020202020204"/>
                  </a:endParaRPr>
                </a:p>
              </p:txBody>
            </p:sp>
            <p:sp>
              <p:nvSpPr>
                <p:cNvPr id="55" name="Isosceles Triangle 54"/>
                <p:cNvSpPr/>
                <p:nvPr userDrawn="1"/>
              </p:nvSpPr>
              <p:spPr bwMode="gray">
                <a:xfrm rot="5400000">
                  <a:off x="-107038" y="2799633"/>
                  <a:ext cx="56912" cy="4906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950" dirty="0">
                    <a:solidFill>
                      <a:prstClr val="white"/>
                    </a:solidFill>
                    <a:latin typeface="Avenir Next" panose="020B0503020202020204"/>
                  </a:endParaRPr>
                </a:p>
              </p:txBody>
            </p:sp>
            <p:sp>
              <p:nvSpPr>
                <p:cNvPr id="56" name="Isosceles Triangle 55"/>
                <p:cNvSpPr/>
                <p:nvPr userDrawn="1"/>
              </p:nvSpPr>
              <p:spPr bwMode="gray">
                <a:xfrm rot="5400000">
                  <a:off x="-107038" y="2942508"/>
                  <a:ext cx="56912" cy="4906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950" dirty="0">
                    <a:solidFill>
                      <a:prstClr val="white"/>
                    </a:solidFill>
                    <a:latin typeface="Avenir Next" panose="020B0503020202020204"/>
                  </a:endParaRPr>
                </a:p>
              </p:txBody>
            </p:sp>
            <p:sp>
              <p:nvSpPr>
                <p:cNvPr id="57" name="Isosceles Triangle 56"/>
                <p:cNvSpPr/>
                <p:nvPr userDrawn="1"/>
              </p:nvSpPr>
              <p:spPr bwMode="gray">
                <a:xfrm rot="5400000">
                  <a:off x="-107038" y="4491908"/>
                  <a:ext cx="56912" cy="4906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950" dirty="0">
                    <a:solidFill>
                      <a:prstClr val="white"/>
                    </a:solidFill>
                    <a:latin typeface="Avenir Next" panose="020B0503020202020204"/>
                  </a:endParaRPr>
                </a:p>
              </p:txBody>
            </p:sp>
            <p:sp>
              <p:nvSpPr>
                <p:cNvPr id="58" name="Isosceles Triangle 57"/>
                <p:cNvSpPr/>
                <p:nvPr userDrawn="1"/>
              </p:nvSpPr>
              <p:spPr bwMode="gray">
                <a:xfrm rot="5400000">
                  <a:off x="-107038" y="4707808"/>
                  <a:ext cx="56912" cy="4906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950" dirty="0">
                    <a:solidFill>
                      <a:prstClr val="white"/>
                    </a:solidFill>
                    <a:latin typeface="Avenir Next" panose="020B0503020202020204"/>
                  </a:endParaRPr>
                </a:p>
              </p:txBody>
            </p:sp>
            <p:sp>
              <p:nvSpPr>
                <p:cNvPr id="59" name="Isosceles Triangle 58"/>
                <p:cNvSpPr/>
                <p:nvPr userDrawn="1"/>
              </p:nvSpPr>
              <p:spPr bwMode="gray">
                <a:xfrm rot="5400000">
                  <a:off x="-107038" y="4923708"/>
                  <a:ext cx="56912" cy="4906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950" dirty="0">
                    <a:solidFill>
                      <a:prstClr val="white"/>
                    </a:solidFill>
                    <a:latin typeface="Avenir Next" panose="020B0503020202020204"/>
                  </a:endParaRPr>
                </a:p>
              </p:txBody>
            </p:sp>
          </p:grpSp>
          <p:grpSp>
            <p:nvGrpSpPr>
              <p:cNvPr id="60" name="Group 59"/>
              <p:cNvGrpSpPr/>
              <p:nvPr userDrawn="1"/>
            </p:nvGrpSpPr>
            <p:grpSpPr bwMode="gray">
              <a:xfrm flipH="1">
                <a:off x="9199638" y="311269"/>
                <a:ext cx="49060" cy="4665425"/>
                <a:chOff x="-103112" y="311269"/>
                <a:chExt cx="49060" cy="4665425"/>
              </a:xfrm>
            </p:grpSpPr>
            <p:sp>
              <p:nvSpPr>
                <p:cNvPr id="61" name="Isosceles Triangle 60"/>
                <p:cNvSpPr/>
                <p:nvPr userDrawn="1"/>
              </p:nvSpPr>
              <p:spPr bwMode="gray">
                <a:xfrm rot="5400000">
                  <a:off x="-107038" y="315195"/>
                  <a:ext cx="56912" cy="4906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950" dirty="0">
                    <a:solidFill>
                      <a:prstClr val="white"/>
                    </a:solidFill>
                    <a:latin typeface="Avenir Next" panose="020B0503020202020204"/>
                  </a:endParaRPr>
                </a:p>
              </p:txBody>
            </p:sp>
            <p:sp>
              <p:nvSpPr>
                <p:cNvPr id="62" name="Isosceles Triangle 61"/>
                <p:cNvSpPr/>
                <p:nvPr userDrawn="1"/>
              </p:nvSpPr>
              <p:spPr bwMode="gray">
                <a:xfrm rot="5400000">
                  <a:off x="-107038" y="999408"/>
                  <a:ext cx="56912" cy="4906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950" dirty="0">
                    <a:solidFill>
                      <a:prstClr val="white"/>
                    </a:solidFill>
                    <a:latin typeface="Avenir Next" panose="020B0503020202020204"/>
                  </a:endParaRPr>
                </a:p>
              </p:txBody>
            </p:sp>
            <p:sp>
              <p:nvSpPr>
                <p:cNvPr id="63" name="Isosceles Triangle 62"/>
                <p:cNvSpPr/>
                <p:nvPr userDrawn="1"/>
              </p:nvSpPr>
              <p:spPr bwMode="gray">
                <a:xfrm rot="5400000">
                  <a:off x="-107038" y="1251820"/>
                  <a:ext cx="56912" cy="4906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950" dirty="0">
                    <a:solidFill>
                      <a:prstClr val="white"/>
                    </a:solidFill>
                    <a:latin typeface="Avenir Next" panose="020B0503020202020204"/>
                  </a:endParaRPr>
                </a:p>
              </p:txBody>
            </p:sp>
            <p:sp>
              <p:nvSpPr>
                <p:cNvPr id="64" name="Isosceles Triangle 63"/>
                <p:cNvSpPr/>
                <p:nvPr userDrawn="1"/>
              </p:nvSpPr>
              <p:spPr bwMode="gray">
                <a:xfrm rot="5400000">
                  <a:off x="-107038" y="2799633"/>
                  <a:ext cx="56912" cy="4906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950" dirty="0">
                    <a:solidFill>
                      <a:prstClr val="white"/>
                    </a:solidFill>
                    <a:latin typeface="Avenir Next" panose="020B0503020202020204"/>
                  </a:endParaRPr>
                </a:p>
              </p:txBody>
            </p:sp>
            <p:sp>
              <p:nvSpPr>
                <p:cNvPr id="65" name="Isosceles Triangle 64"/>
                <p:cNvSpPr/>
                <p:nvPr userDrawn="1"/>
              </p:nvSpPr>
              <p:spPr bwMode="gray">
                <a:xfrm rot="5400000">
                  <a:off x="-107038" y="2942508"/>
                  <a:ext cx="56912" cy="4906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950" dirty="0">
                    <a:solidFill>
                      <a:prstClr val="white"/>
                    </a:solidFill>
                    <a:latin typeface="Avenir Next" panose="020B0503020202020204"/>
                  </a:endParaRPr>
                </a:p>
              </p:txBody>
            </p:sp>
            <p:sp>
              <p:nvSpPr>
                <p:cNvPr id="66" name="Isosceles Triangle 65"/>
                <p:cNvSpPr/>
                <p:nvPr userDrawn="1"/>
              </p:nvSpPr>
              <p:spPr bwMode="gray">
                <a:xfrm rot="5400000">
                  <a:off x="-107038" y="4491908"/>
                  <a:ext cx="56912" cy="4906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950" dirty="0">
                    <a:solidFill>
                      <a:prstClr val="white"/>
                    </a:solidFill>
                    <a:latin typeface="Avenir Next" panose="020B0503020202020204"/>
                  </a:endParaRPr>
                </a:p>
              </p:txBody>
            </p:sp>
            <p:sp>
              <p:nvSpPr>
                <p:cNvPr id="67" name="Isosceles Triangle 66"/>
                <p:cNvSpPr/>
                <p:nvPr userDrawn="1"/>
              </p:nvSpPr>
              <p:spPr bwMode="gray">
                <a:xfrm rot="5400000">
                  <a:off x="-107038" y="4707808"/>
                  <a:ext cx="56912" cy="4906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950" dirty="0">
                    <a:solidFill>
                      <a:prstClr val="white"/>
                    </a:solidFill>
                    <a:latin typeface="Avenir Next" panose="020B0503020202020204"/>
                  </a:endParaRPr>
                </a:p>
              </p:txBody>
            </p:sp>
            <p:sp>
              <p:nvSpPr>
                <p:cNvPr id="68" name="Isosceles Triangle 67"/>
                <p:cNvSpPr/>
                <p:nvPr userDrawn="1"/>
              </p:nvSpPr>
              <p:spPr bwMode="gray">
                <a:xfrm rot="5400000">
                  <a:off x="-107038" y="4923708"/>
                  <a:ext cx="56912" cy="4906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950" dirty="0">
                    <a:solidFill>
                      <a:prstClr val="white"/>
                    </a:solidFill>
                    <a:latin typeface="Avenir Next" panose="020B0503020202020204"/>
                  </a:endParaRPr>
                </a:p>
              </p:txBody>
            </p:sp>
          </p:grpSp>
        </p:grpSp>
        <p:grpSp>
          <p:nvGrpSpPr>
            <p:cNvPr id="95" name="Group 94"/>
            <p:cNvGrpSpPr/>
            <p:nvPr userDrawn="1"/>
          </p:nvGrpSpPr>
          <p:grpSpPr bwMode="gray">
            <a:xfrm>
              <a:off x="295394" y="-113430"/>
              <a:ext cx="8553212" cy="5370360"/>
              <a:chOff x="295394" y="-111232"/>
              <a:chExt cx="8553212" cy="5370360"/>
            </a:xfrm>
          </p:grpSpPr>
          <p:grpSp>
            <p:nvGrpSpPr>
              <p:cNvPr id="73" name="Group 72"/>
              <p:cNvGrpSpPr/>
              <p:nvPr userDrawn="1"/>
            </p:nvGrpSpPr>
            <p:grpSpPr bwMode="gray">
              <a:xfrm>
                <a:off x="295394" y="-111232"/>
                <a:ext cx="8553212" cy="49060"/>
                <a:chOff x="295394" y="-111232"/>
                <a:chExt cx="8553212" cy="49060"/>
              </a:xfrm>
            </p:grpSpPr>
            <p:sp>
              <p:nvSpPr>
                <p:cNvPr id="71" name="Isosceles Triangle 70"/>
                <p:cNvSpPr/>
                <p:nvPr userDrawn="1"/>
              </p:nvSpPr>
              <p:spPr bwMode="gray">
                <a:xfrm rot="10800000">
                  <a:off x="295394" y="-111232"/>
                  <a:ext cx="56912" cy="4906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950" dirty="0">
                    <a:solidFill>
                      <a:prstClr val="white"/>
                    </a:solidFill>
                    <a:latin typeface="Avenir Next" panose="020B0503020202020204"/>
                  </a:endParaRPr>
                </a:p>
              </p:txBody>
            </p:sp>
            <p:sp>
              <p:nvSpPr>
                <p:cNvPr id="72" name="Isosceles Triangle 71"/>
                <p:cNvSpPr/>
                <p:nvPr userDrawn="1"/>
              </p:nvSpPr>
              <p:spPr bwMode="gray">
                <a:xfrm rot="10800000">
                  <a:off x="2203569" y="-111232"/>
                  <a:ext cx="56912" cy="4906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950" dirty="0">
                    <a:solidFill>
                      <a:prstClr val="white"/>
                    </a:solidFill>
                    <a:latin typeface="Avenir Next" panose="020B0503020202020204"/>
                  </a:endParaRPr>
                </a:p>
              </p:txBody>
            </p:sp>
            <p:sp>
              <p:nvSpPr>
                <p:cNvPr id="74" name="Isosceles Triangle 73"/>
                <p:cNvSpPr/>
                <p:nvPr userDrawn="1"/>
              </p:nvSpPr>
              <p:spPr bwMode="gray">
                <a:xfrm rot="10800000">
                  <a:off x="2348032" y="-111232"/>
                  <a:ext cx="56912" cy="4906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950" dirty="0">
                    <a:solidFill>
                      <a:prstClr val="white"/>
                    </a:solidFill>
                    <a:latin typeface="Avenir Next" panose="020B0503020202020204"/>
                  </a:endParaRPr>
                </a:p>
              </p:txBody>
            </p:sp>
            <p:sp>
              <p:nvSpPr>
                <p:cNvPr id="75" name="Isosceles Triangle 74"/>
                <p:cNvSpPr/>
                <p:nvPr userDrawn="1"/>
              </p:nvSpPr>
              <p:spPr bwMode="gray">
                <a:xfrm rot="10800000">
                  <a:off x="2490907" y="-111232"/>
                  <a:ext cx="56912" cy="4906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950" dirty="0">
                    <a:solidFill>
                      <a:prstClr val="white"/>
                    </a:solidFill>
                    <a:latin typeface="Avenir Next" panose="020B0503020202020204"/>
                  </a:endParaRPr>
                </a:p>
              </p:txBody>
            </p:sp>
            <p:sp>
              <p:nvSpPr>
                <p:cNvPr id="76" name="Isosceles Triangle 75"/>
                <p:cNvSpPr/>
                <p:nvPr userDrawn="1"/>
              </p:nvSpPr>
              <p:spPr bwMode="gray">
                <a:xfrm rot="10800000">
                  <a:off x="4399082" y="-111232"/>
                  <a:ext cx="56912" cy="4906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950" dirty="0">
                    <a:solidFill>
                      <a:prstClr val="white"/>
                    </a:solidFill>
                    <a:latin typeface="Avenir Next" panose="020B0503020202020204"/>
                  </a:endParaRPr>
                </a:p>
              </p:txBody>
            </p:sp>
            <p:sp>
              <p:nvSpPr>
                <p:cNvPr id="77" name="Isosceles Triangle 76"/>
                <p:cNvSpPr/>
                <p:nvPr userDrawn="1"/>
              </p:nvSpPr>
              <p:spPr bwMode="gray">
                <a:xfrm rot="10800000">
                  <a:off x="4543544" y="-111232"/>
                  <a:ext cx="56912" cy="4906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950" dirty="0">
                    <a:solidFill>
                      <a:prstClr val="white"/>
                    </a:solidFill>
                    <a:latin typeface="Avenir Next" panose="020B0503020202020204"/>
                  </a:endParaRPr>
                </a:p>
              </p:txBody>
            </p:sp>
            <p:sp>
              <p:nvSpPr>
                <p:cNvPr id="78" name="Isosceles Triangle 77"/>
                <p:cNvSpPr/>
                <p:nvPr userDrawn="1"/>
              </p:nvSpPr>
              <p:spPr bwMode="gray">
                <a:xfrm rot="10800000">
                  <a:off x="4688007" y="-111232"/>
                  <a:ext cx="56912" cy="4906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950" dirty="0">
                    <a:solidFill>
                      <a:prstClr val="white"/>
                    </a:solidFill>
                    <a:latin typeface="Avenir Next" panose="020B0503020202020204"/>
                  </a:endParaRPr>
                </a:p>
              </p:txBody>
            </p:sp>
            <p:sp>
              <p:nvSpPr>
                <p:cNvPr id="79" name="Isosceles Triangle 78"/>
                <p:cNvSpPr/>
                <p:nvPr userDrawn="1"/>
              </p:nvSpPr>
              <p:spPr bwMode="gray">
                <a:xfrm rot="10800000">
                  <a:off x="6596182" y="-111232"/>
                  <a:ext cx="56912" cy="4906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950" dirty="0">
                    <a:solidFill>
                      <a:prstClr val="white"/>
                    </a:solidFill>
                    <a:latin typeface="Avenir Next" panose="020B0503020202020204"/>
                  </a:endParaRPr>
                </a:p>
              </p:txBody>
            </p:sp>
            <p:sp>
              <p:nvSpPr>
                <p:cNvPr id="80" name="Isosceles Triangle 79"/>
                <p:cNvSpPr/>
                <p:nvPr userDrawn="1"/>
              </p:nvSpPr>
              <p:spPr bwMode="gray">
                <a:xfrm rot="10800000">
                  <a:off x="6739057" y="-111232"/>
                  <a:ext cx="56912" cy="4906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950" dirty="0">
                    <a:solidFill>
                      <a:prstClr val="white"/>
                    </a:solidFill>
                    <a:latin typeface="Avenir Next" panose="020B0503020202020204"/>
                  </a:endParaRPr>
                </a:p>
              </p:txBody>
            </p:sp>
            <p:sp>
              <p:nvSpPr>
                <p:cNvPr id="81" name="Isosceles Triangle 80"/>
                <p:cNvSpPr/>
                <p:nvPr userDrawn="1"/>
              </p:nvSpPr>
              <p:spPr bwMode="gray">
                <a:xfrm rot="10800000">
                  <a:off x="6883519" y="-111232"/>
                  <a:ext cx="56912" cy="4906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950" dirty="0">
                    <a:solidFill>
                      <a:prstClr val="white"/>
                    </a:solidFill>
                    <a:latin typeface="Avenir Next" panose="020B0503020202020204"/>
                  </a:endParaRPr>
                </a:p>
              </p:txBody>
            </p:sp>
            <p:sp>
              <p:nvSpPr>
                <p:cNvPr id="82" name="Isosceles Triangle 81"/>
                <p:cNvSpPr/>
                <p:nvPr userDrawn="1"/>
              </p:nvSpPr>
              <p:spPr bwMode="gray">
                <a:xfrm rot="10800000">
                  <a:off x="8791694" y="-111232"/>
                  <a:ext cx="56912" cy="4906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950" dirty="0">
                    <a:solidFill>
                      <a:prstClr val="white"/>
                    </a:solidFill>
                    <a:latin typeface="Avenir Next" panose="020B0503020202020204"/>
                  </a:endParaRPr>
                </a:p>
              </p:txBody>
            </p:sp>
          </p:grpSp>
          <p:grpSp>
            <p:nvGrpSpPr>
              <p:cNvPr id="83" name="Group 82"/>
              <p:cNvGrpSpPr/>
              <p:nvPr userDrawn="1"/>
            </p:nvGrpSpPr>
            <p:grpSpPr bwMode="gray">
              <a:xfrm flipV="1">
                <a:off x="295394" y="5210068"/>
                <a:ext cx="8553212" cy="49060"/>
                <a:chOff x="295394" y="-111232"/>
                <a:chExt cx="8553212" cy="49060"/>
              </a:xfrm>
            </p:grpSpPr>
            <p:sp>
              <p:nvSpPr>
                <p:cNvPr id="84" name="Isosceles Triangle 83"/>
                <p:cNvSpPr/>
                <p:nvPr userDrawn="1"/>
              </p:nvSpPr>
              <p:spPr bwMode="gray">
                <a:xfrm rot="10800000">
                  <a:off x="295394" y="-111232"/>
                  <a:ext cx="56912" cy="4906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950" dirty="0">
                    <a:solidFill>
                      <a:prstClr val="white"/>
                    </a:solidFill>
                    <a:latin typeface="Avenir Next" panose="020B0503020202020204"/>
                  </a:endParaRPr>
                </a:p>
              </p:txBody>
            </p:sp>
            <p:sp>
              <p:nvSpPr>
                <p:cNvPr id="85" name="Isosceles Triangle 84"/>
                <p:cNvSpPr/>
                <p:nvPr userDrawn="1"/>
              </p:nvSpPr>
              <p:spPr bwMode="gray">
                <a:xfrm rot="10800000">
                  <a:off x="2203569" y="-111232"/>
                  <a:ext cx="56912" cy="4906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950" dirty="0">
                    <a:solidFill>
                      <a:prstClr val="white"/>
                    </a:solidFill>
                    <a:latin typeface="Avenir Next" panose="020B0503020202020204"/>
                  </a:endParaRPr>
                </a:p>
              </p:txBody>
            </p:sp>
            <p:sp>
              <p:nvSpPr>
                <p:cNvPr id="86" name="Isosceles Triangle 85"/>
                <p:cNvSpPr/>
                <p:nvPr userDrawn="1"/>
              </p:nvSpPr>
              <p:spPr bwMode="gray">
                <a:xfrm rot="10800000">
                  <a:off x="2348032" y="-111232"/>
                  <a:ext cx="56912" cy="4906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950" dirty="0">
                    <a:solidFill>
                      <a:prstClr val="white"/>
                    </a:solidFill>
                    <a:latin typeface="Avenir Next" panose="020B0503020202020204"/>
                  </a:endParaRPr>
                </a:p>
              </p:txBody>
            </p:sp>
            <p:sp>
              <p:nvSpPr>
                <p:cNvPr id="87" name="Isosceles Triangle 86"/>
                <p:cNvSpPr/>
                <p:nvPr userDrawn="1"/>
              </p:nvSpPr>
              <p:spPr bwMode="gray">
                <a:xfrm rot="10800000">
                  <a:off x="2490907" y="-111232"/>
                  <a:ext cx="56912" cy="4906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950" dirty="0">
                    <a:solidFill>
                      <a:prstClr val="white"/>
                    </a:solidFill>
                    <a:latin typeface="Avenir Next" panose="020B0503020202020204"/>
                  </a:endParaRPr>
                </a:p>
              </p:txBody>
            </p:sp>
            <p:sp>
              <p:nvSpPr>
                <p:cNvPr id="88" name="Isosceles Triangle 87"/>
                <p:cNvSpPr/>
                <p:nvPr userDrawn="1"/>
              </p:nvSpPr>
              <p:spPr bwMode="gray">
                <a:xfrm rot="10800000">
                  <a:off x="4399082" y="-111232"/>
                  <a:ext cx="56912" cy="4906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950" dirty="0">
                    <a:solidFill>
                      <a:prstClr val="white"/>
                    </a:solidFill>
                    <a:latin typeface="Avenir Next" panose="020B0503020202020204"/>
                  </a:endParaRPr>
                </a:p>
              </p:txBody>
            </p:sp>
            <p:sp>
              <p:nvSpPr>
                <p:cNvPr id="89" name="Isosceles Triangle 88"/>
                <p:cNvSpPr/>
                <p:nvPr userDrawn="1"/>
              </p:nvSpPr>
              <p:spPr bwMode="gray">
                <a:xfrm rot="10800000">
                  <a:off x="4543544" y="-111232"/>
                  <a:ext cx="56912" cy="4906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950" dirty="0">
                    <a:solidFill>
                      <a:prstClr val="white"/>
                    </a:solidFill>
                    <a:latin typeface="Avenir Next" panose="020B0503020202020204"/>
                  </a:endParaRPr>
                </a:p>
              </p:txBody>
            </p:sp>
            <p:sp>
              <p:nvSpPr>
                <p:cNvPr id="90" name="Isosceles Triangle 89"/>
                <p:cNvSpPr/>
                <p:nvPr userDrawn="1"/>
              </p:nvSpPr>
              <p:spPr bwMode="gray">
                <a:xfrm rot="10800000">
                  <a:off x="4688007" y="-111232"/>
                  <a:ext cx="56912" cy="4906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950" dirty="0">
                    <a:solidFill>
                      <a:prstClr val="white"/>
                    </a:solidFill>
                    <a:latin typeface="Avenir Next" panose="020B0503020202020204"/>
                  </a:endParaRPr>
                </a:p>
              </p:txBody>
            </p:sp>
            <p:sp>
              <p:nvSpPr>
                <p:cNvPr id="91" name="Isosceles Triangle 90"/>
                <p:cNvSpPr/>
                <p:nvPr userDrawn="1"/>
              </p:nvSpPr>
              <p:spPr bwMode="gray">
                <a:xfrm rot="10800000">
                  <a:off x="6596182" y="-111232"/>
                  <a:ext cx="56912" cy="4906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950" dirty="0">
                    <a:solidFill>
                      <a:prstClr val="white"/>
                    </a:solidFill>
                    <a:latin typeface="Avenir Next" panose="020B0503020202020204"/>
                  </a:endParaRPr>
                </a:p>
              </p:txBody>
            </p:sp>
            <p:sp>
              <p:nvSpPr>
                <p:cNvPr id="92" name="Isosceles Triangle 91"/>
                <p:cNvSpPr/>
                <p:nvPr userDrawn="1"/>
              </p:nvSpPr>
              <p:spPr bwMode="gray">
                <a:xfrm rot="10800000">
                  <a:off x="6739057" y="-111232"/>
                  <a:ext cx="56912" cy="4906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950" dirty="0">
                    <a:solidFill>
                      <a:prstClr val="white"/>
                    </a:solidFill>
                    <a:latin typeface="Avenir Next" panose="020B0503020202020204"/>
                  </a:endParaRPr>
                </a:p>
              </p:txBody>
            </p:sp>
            <p:sp>
              <p:nvSpPr>
                <p:cNvPr id="93" name="Isosceles Triangle 92"/>
                <p:cNvSpPr/>
                <p:nvPr userDrawn="1"/>
              </p:nvSpPr>
              <p:spPr bwMode="gray">
                <a:xfrm rot="10800000">
                  <a:off x="6883519" y="-111232"/>
                  <a:ext cx="56912" cy="4906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950" dirty="0">
                    <a:solidFill>
                      <a:prstClr val="white"/>
                    </a:solidFill>
                    <a:latin typeface="Avenir Next" panose="020B0503020202020204"/>
                  </a:endParaRPr>
                </a:p>
              </p:txBody>
            </p:sp>
            <p:sp>
              <p:nvSpPr>
                <p:cNvPr id="94" name="Isosceles Triangle 93"/>
                <p:cNvSpPr/>
                <p:nvPr userDrawn="1"/>
              </p:nvSpPr>
              <p:spPr bwMode="gray">
                <a:xfrm rot="10800000">
                  <a:off x="8791694" y="-111232"/>
                  <a:ext cx="56912" cy="4906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950" dirty="0">
                    <a:solidFill>
                      <a:prstClr val="white"/>
                    </a:solidFill>
                    <a:latin typeface="Avenir Next" panose="020B0503020202020204"/>
                  </a:endParaRPr>
                </a:p>
              </p:txBody>
            </p:sp>
          </p:grpSp>
        </p:grpSp>
      </p:grpSp>
      <p:sp>
        <p:nvSpPr>
          <p:cNvPr id="2" name="Title Placeholder 1"/>
          <p:cNvSpPr>
            <a:spLocks noGrp="1"/>
          </p:cNvSpPr>
          <p:nvPr>
            <p:ph type="title"/>
          </p:nvPr>
        </p:nvSpPr>
        <p:spPr bwMode="gray">
          <a:xfrm>
            <a:off x="431804" y="452969"/>
            <a:ext cx="11328400" cy="912284"/>
          </a:xfrm>
          <a:prstGeom prst="rect">
            <a:avLst/>
          </a:prstGeom>
        </p:spPr>
        <p:txBody>
          <a:bodyPr vert="horz" lIns="0" tIns="36000" rIns="0" bIns="0" rtlCol="0" anchor="t">
            <a:noAutofit/>
          </a:bodyPr>
          <a:lstStyle/>
          <a:p>
            <a:r>
              <a:rPr lang="de-DE" dirty="0"/>
              <a:t>Title </a:t>
            </a:r>
            <a:r>
              <a:rPr lang="de-DE" dirty="0" err="1"/>
              <a:t>of</a:t>
            </a:r>
            <a:r>
              <a:rPr lang="de-DE" dirty="0"/>
              <a:t> </a:t>
            </a:r>
            <a:br>
              <a:rPr lang="de-DE" dirty="0"/>
            </a:br>
            <a:r>
              <a:rPr lang="de-DE" dirty="0" err="1"/>
              <a:t>the</a:t>
            </a:r>
            <a:r>
              <a:rPr lang="de-DE" dirty="0"/>
              <a:t> </a:t>
            </a:r>
            <a:r>
              <a:rPr lang="de-DE" dirty="0" err="1"/>
              <a:t>slide</a:t>
            </a:r>
            <a:endParaRPr lang="en-US" dirty="0"/>
          </a:p>
        </p:txBody>
      </p:sp>
      <p:sp>
        <p:nvSpPr>
          <p:cNvPr id="3" name="Text Placeholder 2"/>
          <p:cNvSpPr>
            <a:spLocks noGrp="1"/>
          </p:cNvSpPr>
          <p:nvPr>
            <p:ph type="body" idx="1"/>
          </p:nvPr>
        </p:nvSpPr>
        <p:spPr bwMode="gray">
          <a:xfrm>
            <a:off x="431804" y="1701800"/>
            <a:ext cx="11328400" cy="4320119"/>
          </a:xfrm>
          <a:prstGeom prst="rect">
            <a:avLst/>
          </a:prstGeom>
        </p:spPr>
        <p:txBody>
          <a:bodyPr vert="horz" lIns="0" tIns="0" rIns="0" bIns="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de-DE" dirty="0" err="1"/>
              <a:t>sadf</a:t>
            </a:r>
            <a:endParaRPr lang="de-DE" dirty="0"/>
          </a:p>
          <a:p>
            <a:pPr lvl="6"/>
            <a:r>
              <a:rPr lang="de-DE" dirty="0" err="1"/>
              <a:t>sdaf</a:t>
            </a:r>
            <a:endParaRPr lang="de-DE" dirty="0"/>
          </a:p>
          <a:p>
            <a:pPr lvl="7"/>
            <a:r>
              <a:rPr lang="de-DE" dirty="0" err="1"/>
              <a:t>sdaf</a:t>
            </a:r>
            <a:endParaRPr lang="de-DE" dirty="0"/>
          </a:p>
          <a:p>
            <a:pPr lvl="8"/>
            <a:r>
              <a:rPr lang="de-DE" dirty="0" err="1"/>
              <a:t>asdf</a:t>
            </a:r>
            <a:endParaRPr lang="en-US" dirty="0"/>
          </a:p>
        </p:txBody>
      </p:sp>
      <p:sp>
        <p:nvSpPr>
          <p:cNvPr id="4" name="Date Placeholder 3"/>
          <p:cNvSpPr>
            <a:spLocks noGrp="1"/>
          </p:cNvSpPr>
          <p:nvPr>
            <p:ph type="dt" sz="half" idx="2"/>
          </p:nvPr>
        </p:nvSpPr>
        <p:spPr bwMode="gray">
          <a:xfrm>
            <a:off x="10848529" y="6309786"/>
            <a:ext cx="624069" cy="287867"/>
          </a:xfrm>
          <a:prstGeom prst="rect">
            <a:avLst/>
          </a:prstGeom>
        </p:spPr>
        <p:txBody>
          <a:bodyPr vert="horz" lIns="0" tIns="0" rIns="0" bIns="0" rtlCol="0" anchor="ctr"/>
          <a:lstStyle>
            <a:lvl1pPr algn="r">
              <a:defRPr sz="650">
                <a:solidFill>
                  <a:schemeClr val="tx1"/>
                </a:solidFill>
                <a:latin typeface="Avenir Next" panose="020B0503020202020204"/>
              </a:defRPr>
            </a:lvl1pPr>
          </a:lstStyle>
          <a:p>
            <a:fld id="{AB0DAF3F-A634-422C-A6D9-1CBCF50DD64E}" type="datetime1">
              <a:rPr lang="en-US" smtClean="0">
                <a:solidFill>
                  <a:prstClr val="black"/>
                </a:solidFill>
              </a:rPr>
              <a:pPr/>
              <a:t>7/6/2026</a:t>
            </a:fld>
            <a:endParaRPr lang="en-US" dirty="0">
              <a:solidFill>
                <a:prstClr val="black"/>
              </a:solidFill>
            </a:endParaRPr>
          </a:p>
        </p:txBody>
      </p:sp>
      <p:sp>
        <p:nvSpPr>
          <p:cNvPr id="5" name="Footer Placeholder 4"/>
          <p:cNvSpPr>
            <a:spLocks noGrp="1"/>
          </p:cNvSpPr>
          <p:nvPr>
            <p:ph type="ftr" sz="quarter" idx="3"/>
          </p:nvPr>
        </p:nvSpPr>
        <p:spPr bwMode="gray">
          <a:xfrm>
            <a:off x="6288617" y="6309786"/>
            <a:ext cx="4559913" cy="287867"/>
          </a:xfrm>
          <a:prstGeom prst="rect">
            <a:avLst/>
          </a:prstGeom>
        </p:spPr>
        <p:txBody>
          <a:bodyPr vert="horz" lIns="0" tIns="0" rIns="0" bIns="0" rtlCol="0" anchor="ctr"/>
          <a:lstStyle>
            <a:lvl1pPr algn="r">
              <a:defRPr sz="650">
                <a:solidFill>
                  <a:schemeClr val="tx1"/>
                </a:solidFill>
                <a:latin typeface="Avenir Next" panose="020B0503020202020204"/>
              </a:defRPr>
            </a:lvl1pPr>
          </a:lstStyle>
          <a:p>
            <a:r>
              <a:rPr lang="en-US" dirty="0">
                <a:solidFill>
                  <a:prstClr val="black"/>
                </a:solidFill>
              </a:rPr>
              <a:t>Title of the presentation</a:t>
            </a:r>
          </a:p>
        </p:txBody>
      </p:sp>
      <p:sp>
        <p:nvSpPr>
          <p:cNvPr id="6" name="Slide Number Placeholder 5"/>
          <p:cNvSpPr>
            <a:spLocks noGrp="1"/>
          </p:cNvSpPr>
          <p:nvPr>
            <p:ph type="sldNum" sz="quarter" idx="4"/>
          </p:nvPr>
        </p:nvSpPr>
        <p:spPr bwMode="gray">
          <a:xfrm>
            <a:off x="11472598" y="6309786"/>
            <a:ext cx="287601" cy="287867"/>
          </a:xfrm>
          <a:prstGeom prst="rect">
            <a:avLst/>
          </a:prstGeom>
        </p:spPr>
        <p:txBody>
          <a:bodyPr vert="horz" lIns="0" tIns="0" rIns="0" bIns="0" rtlCol="0" anchor="ctr"/>
          <a:lstStyle>
            <a:lvl1pPr algn="r">
              <a:defRPr sz="650" b="1">
                <a:solidFill>
                  <a:schemeClr val="tx1"/>
                </a:solidFill>
                <a:latin typeface="Avenir Next" panose="020B0503020202020204"/>
              </a:defRPr>
            </a:lvl1pPr>
          </a:lstStyle>
          <a:p>
            <a:fld id="{FCB53D23-1D79-480C-B3BE-829293F4503C}" type="slidenum">
              <a:rPr lang="en-US" smtClean="0">
                <a:solidFill>
                  <a:prstClr val="black"/>
                </a:solidFill>
              </a:rPr>
              <a:pPr/>
              <a:t>‹#›</a:t>
            </a:fld>
            <a:endParaRPr lang="en-US" dirty="0">
              <a:solidFill>
                <a:prstClr val="black"/>
              </a:solidFill>
            </a:endParaRPr>
          </a:p>
        </p:txBody>
      </p:sp>
    </p:spTree>
    <p:custDataLst>
      <p:tags r:id="rId18"/>
    </p:custDataLst>
    <p:extLst>
      <p:ext uri="{BB962C8B-B14F-4D97-AF65-F5344CB8AC3E}">
        <p14:creationId xmlns:p14="http://schemas.microsoft.com/office/powerpoint/2010/main" val="3993033049"/>
      </p:ext>
    </p:extLst>
  </p:cSld>
  <p:clrMap bg1="lt1" tx1="dk1" bg2="lt2" tx2="dk2" accent1="accent1" accent2="accent2" accent3="accent3" accent4="accent4" accent5="accent5" accent6="accent6" hlink="hlink" folHlink="folHlink"/>
  <p:sldLayoutIdLst>
    <p:sldLayoutId id="2147484189" r:id="rId1"/>
    <p:sldLayoutId id="2147484190" r:id="rId2"/>
    <p:sldLayoutId id="2147484191" r:id="rId3"/>
    <p:sldLayoutId id="2147484192" r:id="rId4"/>
    <p:sldLayoutId id="2147484193" r:id="rId5"/>
    <p:sldLayoutId id="2147484194" r:id="rId6"/>
    <p:sldLayoutId id="2147484195" r:id="rId7"/>
    <p:sldLayoutId id="2147484196" r:id="rId8"/>
    <p:sldLayoutId id="2147484197" r:id="rId9"/>
    <p:sldLayoutId id="2147484198" r:id="rId10"/>
    <p:sldLayoutId id="2147484199" r:id="rId11"/>
    <p:sldLayoutId id="2147484200" r:id="rId12"/>
    <p:sldLayoutId id="2147484201" r:id="rId13"/>
    <p:sldLayoutId id="2147484202" r:id="rId14"/>
    <p:sldLayoutId id="2147484203" r:id="rId15"/>
    <p:sldLayoutId id="2147484204" r:id="rId16"/>
  </p:sldLayoutIdLst>
  <p:transition>
    <p:fade/>
  </p:transition>
  <p:hf hdr="0"/>
  <p:txStyles>
    <p:titleStyle>
      <a:lvl1pPr algn="l" defTabSz="990570" rtl="0" eaLnBrk="1" latinLnBrk="0" hangingPunct="1">
        <a:lnSpc>
          <a:spcPct val="75000"/>
        </a:lnSpc>
        <a:spcBef>
          <a:spcPct val="0"/>
        </a:spcBef>
        <a:buNone/>
        <a:defRPr sz="2600" kern="1200" spc="-87" baseline="0">
          <a:solidFill>
            <a:schemeClr val="accent1"/>
          </a:solidFill>
          <a:latin typeface="Avenir Next" panose="020B0503020202020204"/>
          <a:ea typeface="+mj-ea"/>
          <a:cs typeface="+mj-cs"/>
        </a:defRPr>
      </a:lvl1pPr>
    </p:titleStyle>
    <p:bodyStyle>
      <a:lvl1pPr marL="0" indent="0" algn="l" defTabSz="990570" rtl="0" eaLnBrk="1" latinLnBrk="0" hangingPunct="1">
        <a:spcBef>
          <a:spcPts val="217"/>
        </a:spcBef>
        <a:spcAft>
          <a:spcPts val="217"/>
        </a:spcAft>
        <a:buFont typeface="Arial" panose="020B0604020202020204" pitchFamily="34" charset="0"/>
        <a:buNone/>
        <a:defRPr sz="1192" kern="1200">
          <a:solidFill>
            <a:schemeClr val="tx1"/>
          </a:solidFill>
          <a:latin typeface="Avenir Next" panose="020B0503020202020204"/>
          <a:ea typeface="+mn-ea"/>
          <a:cs typeface="+mn-cs"/>
        </a:defRPr>
      </a:lvl1pPr>
      <a:lvl2pPr marL="0" indent="0" algn="l" defTabSz="990570" rtl="0" eaLnBrk="1" latinLnBrk="0" hangingPunct="1">
        <a:spcBef>
          <a:spcPts val="217"/>
        </a:spcBef>
        <a:spcAft>
          <a:spcPts val="217"/>
        </a:spcAft>
        <a:buFont typeface="Arial" panose="020B0604020202020204" pitchFamily="34" charset="0"/>
        <a:buNone/>
        <a:defRPr sz="1300" b="1" kern="1200">
          <a:solidFill>
            <a:schemeClr val="accent1"/>
          </a:solidFill>
          <a:latin typeface="Avenir Next" panose="020B0503020202020204"/>
          <a:ea typeface="+mn-ea"/>
          <a:cs typeface="+mn-cs"/>
        </a:defRPr>
      </a:lvl2pPr>
      <a:lvl3pPr marL="194331" indent="-194331" algn="l" defTabSz="990570" rtl="0" eaLnBrk="1" latinLnBrk="0" hangingPunct="1">
        <a:spcBef>
          <a:spcPts val="217"/>
        </a:spcBef>
        <a:spcAft>
          <a:spcPts val="217"/>
        </a:spcAft>
        <a:buClr>
          <a:schemeClr val="accent1"/>
        </a:buClr>
        <a:buSzPct val="110000"/>
        <a:buFont typeface="Arial" panose="020B0604020202020204" pitchFamily="34" charset="0"/>
        <a:buChar char="●"/>
        <a:defRPr sz="1192" kern="1200">
          <a:solidFill>
            <a:schemeClr val="tx1"/>
          </a:solidFill>
          <a:latin typeface="Avenir Next" panose="020B0503020202020204"/>
          <a:ea typeface="+mn-ea"/>
          <a:cs typeface="+mn-cs"/>
        </a:defRPr>
      </a:lvl3pPr>
      <a:lvl4pPr marL="390381" indent="-196050" algn="l" defTabSz="990570" rtl="0" eaLnBrk="1" latinLnBrk="0" hangingPunct="1">
        <a:spcBef>
          <a:spcPts val="217"/>
        </a:spcBef>
        <a:spcAft>
          <a:spcPts val="217"/>
        </a:spcAft>
        <a:buClr>
          <a:schemeClr val="accent1"/>
        </a:buClr>
        <a:buSzPct val="105000"/>
        <a:buFont typeface="Arial" panose="020B0604020202020204" pitchFamily="34" charset="0"/>
        <a:buChar char="•"/>
        <a:defRPr sz="1192" kern="1200">
          <a:solidFill>
            <a:schemeClr val="tx1"/>
          </a:solidFill>
          <a:latin typeface="Avenir Next" panose="020B0503020202020204"/>
          <a:ea typeface="+mn-ea"/>
          <a:cs typeface="+mn-cs"/>
        </a:defRPr>
      </a:lvl4pPr>
      <a:lvl5pPr marL="582992" indent="-194994" algn="l" defTabSz="990570" rtl="0" eaLnBrk="1" latinLnBrk="0" hangingPunct="1">
        <a:spcBef>
          <a:spcPts val="217"/>
        </a:spcBef>
        <a:spcAft>
          <a:spcPts val="217"/>
        </a:spcAft>
        <a:buClr>
          <a:schemeClr val="accent1"/>
        </a:buClr>
        <a:buFont typeface="Arial" panose="020B0604020202020204" pitchFamily="34" charset="0"/>
        <a:buChar char="-"/>
        <a:defRPr sz="1192" kern="1200">
          <a:solidFill>
            <a:schemeClr val="tx1"/>
          </a:solidFill>
          <a:latin typeface="Avenir Next" panose="020B0503020202020204"/>
          <a:ea typeface="+mn-ea"/>
          <a:cs typeface="+mn-cs"/>
        </a:defRPr>
      </a:lvl5pPr>
      <a:lvl6pPr marL="292491" indent="-292491" algn="l" defTabSz="990570" rtl="0" eaLnBrk="1" latinLnBrk="0" hangingPunct="1">
        <a:spcBef>
          <a:spcPts val="217"/>
        </a:spcBef>
        <a:spcAft>
          <a:spcPts val="217"/>
        </a:spcAft>
        <a:buClr>
          <a:schemeClr val="accent1"/>
        </a:buClr>
        <a:buSzPct val="90000"/>
        <a:buFont typeface="+mj-lt"/>
        <a:buAutoNum type="arabicPeriod"/>
        <a:defRPr sz="1192" kern="1200">
          <a:solidFill>
            <a:schemeClr val="tx1"/>
          </a:solidFill>
          <a:latin typeface="Avenir Next" panose="020B0503020202020204"/>
          <a:ea typeface="+mn-ea"/>
          <a:cs typeface="+mn-cs"/>
        </a:defRPr>
      </a:lvl6pPr>
      <a:lvl7pPr marL="487485" indent="-194994" algn="l" defTabSz="990570" rtl="0" eaLnBrk="1" latinLnBrk="0" hangingPunct="1">
        <a:spcBef>
          <a:spcPts val="217"/>
        </a:spcBef>
        <a:spcAft>
          <a:spcPts val="217"/>
        </a:spcAft>
        <a:buClr>
          <a:schemeClr val="accent1"/>
        </a:buClr>
        <a:buFont typeface="+mj-lt"/>
        <a:buAutoNum type="alphaLcParenR"/>
        <a:defRPr sz="1192" kern="1200">
          <a:solidFill>
            <a:schemeClr val="tx1"/>
          </a:solidFill>
          <a:latin typeface="Avenir Next" panose="020B0503020202020204"/>
          <a:ea typeface="+mn-ea"/>
          <a:cs typeface="+mn-cs"/>
        </a:defRPr>
      </a:lvl7pPr>
      <a:lvl8pPr marL="0" indent="0" algn="l" defTabSz="990570" rtl="0" eaLnBrk="1" latinLnBrk="0" hangingPunct="1">
        <a:lnSpc>
          <a:spcPct val="80000"/>
        </a:lnSpc>
        <a:spcBef>
          <a:spcPts val="433"/>
        </a:spcBef>
        <a:spcAft>
          <a:spcPts val="433"/>
        </a:spcAft>
        <a:buFont typeface="Arial" panose="020B0604020202020204" pitchFamily="34" charset="0"/>
        <a:buNone/>
        <a:defRPr sz="1517" b="1" kern="1200">
          <a:solidFill>
            <a:schemeClr val="accent1"/>
          </a:solidFill>
          <a:latin typeface="Avenir Next" panose="020B0503020202020204"/>
          <a:ea typeface="+mn-ea"/>
          <a:cs typeface="+mn-cs"/>
        </a:defRPr>
      </a:lvl8pPr>
      <a:lvl9pPr marL="0" indent="0" algn="l" defTabSz="990570" rtl="0" eaLnBrk="1" latinLnBrk="0" hangingPunct="1">
        <a:spcBef>
          <a:spcPts val="217"/>
        </a:spcBef>
        <a:spcAft>
          <a:spcPts val="217"/>
        </a:spcAft>
        <a:buFont typeface="Arial" panose="020B0604020202020204" pitchFamily="34" charset="0"/>
        <a:buNone/>
        <a:defRPr sz="975" kern="1200">
          <a:solidFill>
            <a:schemeClr val="bg2">
              <a:lumMod val="50000"/>
            </a:schemeClr>
          </a:solidFill>
          <a:latin typeface="Avenir Next" panose="020B0503020202020204"/>
          <a:ea typeface="+mn-ea"/>
          <a:cs typeface="+mn-cs"/>
        </a:defRPr>
      </a:lvl9pPr>
    </p:bodyStyle>
    <p:otherStyle>
      <a:defPPr>
        <a:defRPr lang="en-US"/>
      </a:defPPr>
      <a:lvl1pPr marL="0" algn="l" defTabSz="990570" rtl="0" eaLnBrk="1" latinLnBrk="0" hangingPunct="1">
        <a:defRPr sz="1950" kern="1200">
          <a:solidFill>
            <a:schemeClr val="tx1"/>
          </a:solidFill>
          <a:latin typeface="+mn-lt"/>
          <a:ea typeface="+mn-ea"/>
          <a:cs typeface="+mn-cs"/>
        </a:defRPr>
      </a:lvl1pPr>
      <a:lvl2pPr marL="495285" algn="l" defTabSz="990570" rtl="0" eaLnBrk="1" latinLnBrk="0" hangingPunct="1">
        <a:defRPr sz="1950" kern="1200">
          <a:solidFill>
            <a:schemeClr val="tx1"/>
          </a:solidFill>
          <a:latin typeface="+mn-lt"/>
          <a:ea typeface="+mn-ea"/>
          <a:cs typeface="+mn-cs"/>
        </a:defRPr>
      </a:lvl2pPr>
      <a:lvl3pPr marL="990570" algn="l" defTabSz="990570" rtl="0" eaLnBrk="1" latinLnBrk="0" hangingPunct="1">
        <a:defRPr sz="1950" kern="1200">
          <a:solidFill>
            <a:schemeClr val="tx1"/>
          </a:solidFill>
          <a:latin typeface="+mn-lt"/>
          <a:ea typeface="+mn-ea"/>
          <a:cs typeface="+mn-cs"/>
        </a:defRPr>
      </a:lvl3pPr>
      <a:lvl4pPr marL="1485854" algn="l" defTabSz="990570" rtl="0" eaLnBrk="1" latinLnBrk="0" hangingPunct="1">
        <a:defRPr sz="1950" kern="1200">
          <a:solidFill>
            <a:schemeClr val="tx1"/>
          </a:solidFill>
          <a:latin typeface="+mn-lt"/>
          <a:ea typeface="+mn-ea"/>
          <a:cs typeface="+mn-cs"/>
        </a:defRPr>
      </a:lvl4pPr>
      <a:lvl5pPr marL="1981139" algn="l" defTabSz="990570" rtl="0" eaLnBrk="1" latinLnBrk="0" hangingPunct="1">
        <a:defRPr sz="1950" kern="1200">
          <a:solidFill>
            <a:schemeClr val="tx1"/>
          </a:solidFill>
          <a:latin typeface="+mn-lt"/>
          <a:ea typeface="+mn-ea"/>
          <a:cs typeface="+mn-cs"/>
        </a:defRPr>
      </a:lvl5pPr>
      <a:lvl6pPr marL="2476424" algn="l" defTabSz="990570" rtl="0" eaLnBrk="1" latinLnBrk="0" hangingPunct="1">
        <a:defRPr sz="1950" kern="1200">
          <a:solidFill>
            <a:schemeClr val="tx1"/>
          </a:solidFill>
          <a:latin typeface="+mn-lt"/>
          <a:ea typeface="+mn-ea"/>
          <a:cs typeface="+mn-cs"/>
        </a:defRPr>
      </a:lvl6pPr>
      <a:lvl7pPr marL="2971709" algn="l" defTabSz="990570" rtl="0" eaLnBrk="1" latinLnBrk="0" hangingPunct="1">
        <a:defRPr sz="1950" kern="1200">
          <a:solidFill>
            <a:schemeClr val="tx1"/>
          </a:solidFill>
          <a:latin typeface="+mn-lt"/>
          <a:ea typeface="+mn-ea"/>
          <a:cs typeface="+mn-cs"/>
        </a:defRPr>
      </a:lvl7pPr>
      <a:lvl8pPr marL="3466993" algn="l" defTabSz="990570" rtl="0" eaLnBrk="1" latinLnBrk="0" hangingPunct="1">
        <a:defRPr sz="1950" kern="1200">
          <a:solidFill>
            <a:schemeClr val="tx1"/>
          </a:solidFill>
          <a:latin typeface="+mn-lt"/>
          <a:ea typeface="+mn-ea"/>
          <a:cs typeface="+mn-cs"/>
        </a:defRPr>
      </a:lvl8pPr>
      <a:lvl9pPr marL="3962278" algn="l" defTabSz="990570" rtl="0" eaLnBrk="1" latinLnBrk="0" hangingPunct="1">
        <a:defRPr sz="195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08" tIns="45704" rIns="91408" bIns="45704"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09600" y="1600203"/>
            <a:ext cx="10972800" cy="4525963"/>
          </a:xfrm>
          <a:prstGeom prst="rect">
            <a:avLst/>
          </a:prstGeom>
        </p:spPr>
        <p:txBody>
          <a:bodyPr vert="horz" lIns="91408" tIns="45704" rIns="91408" bIns="45704"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76984" y="6356353"/>
            <a:ext cx="876900" cy="365125"/>
          </a:xfrm>
          <a:prstGeom prst="rect">
            <a:avLst/>
          </a:prstGeom>
        </p:spPr>
        <p:txBody>
          <a:bodyPr vert="horz" lIns="91408" tIns="45704" rIns="91408" bIns="45704" rtlCol="0" anchor="ctr"/>
          <a:lstStyle>
            <a:lvl1pPr algn="l">
              <a:defRPr sz="900">
                <a:solidFill>
                  <a:schemeClr val="bg1">
                    <a:lumMod val="65000"/>
                  </a:schemeClr>
                </a:solidFill>
                <a:latin typeface="Avenir Next" panose="020B0503020202020204"/>
                <a:cs typeface="Arial" pitchFamily="34" charset="0"/>
              </a:defRPr>
            </a:lvl1pPr>
          </a:lstStyle>
          <a:p>
            <a:fld id="{43D95715-F1B5-4B03-80BA-58B44C9FB0D2}" type="datetime1">
              <a:rPr lang="en-US" smtClean="0"/>
              <a:pPr/>
              <a:t>7/6/2026</a:t>
            </a:fld>
            <a:endParaRPr lang="en-US" dirty="0"/>
          </a:p>
        </p:txBody>
      </p:sp>
      <p:sp>
        <p:nvSpPr>
          <p:cNvPr id="5" name="Footer Placeholder 4"/>
          <p:cNvSpPr>
            <a:spLocks noGrp="1"/>
          </p:cNvSpPr>
          <p:nvPr>
            <p:ph type="ftr" sz="quarter" idx="3"/>
          </p:nvPr>
        </p:nvSpPr>
        <p:spPr>
          <a:xfrm>
            <a:off x="4165600" y="6356353"/>
            <a:ext cx="3860800" cy="365125"/>
          </a:xfrm>
          <a:prstGeom prst="rect">
            <a:avLst/>
          </a:prstGeom>
        </p:spPr>
        <p:txBody>
          <a:bodyPr vert="horz" lIns="91408" tIns="45704" rIns="91408" bIns="45704" rtlCol="0" anchor="ctr"/>
          <a:lstStyle>
            <a:lvl1pPr algn="ctr">
              <a:defRPr sz="900">
                <a:solidFill>
                  <a:schemeClr val="bg1">
                    <a:lumMod val="65000"/>
                  </a:schemeClr>
                </a:solidFill>
                <a:latin typeface="Avenir Next" panose="020B0503020202020204"/>
                <a:cs typeface="Arial" pitchFamily="34" charset="0"/>
              </a:defRPr>
            </a:lvl1pPr>
          </a:lstStyle>
          <a:p>
            <a:pPr>
              <a:defRPr/>
            </a:pPr>
            <a:r>
              <a:rPr lang="en-US" dirty="0"/>
              <a:t>© </a:t>
            </a:r>
            <a:r>
              <a:rPr lang="en-US" dirty="0" err="1"/>
              <a:t>Aurigene</a:t>
            </a:r>
            <a:r>
              <a:rPr lang="en-US" dirty="0"/>
              <a:t> Discovery Technologies Limited.</a:t>
            </a:r>
          </a:p>
        </p:txBody>
      </p:sp>
      <p:sp>
        <p:nvSpPr>
          <p:cNvPr id="6" name="Slide Number Placeholder 5"/>
          <p:cNvSpPr>
            <a:spLocks noGrp="1"/>
          </p:cNvSpPr>
          <p:nvPr>
            <p:ph type="sldNum" sz="quarter" idx="4"/>
          </p:nvPr>
        </p:nvSpPr>
        <p:spPr>
          <a:xfrm>
            <a:off x="9448364" y="6356353"/>
            <a:ext cx="686426" cy="365125"/>
          </a:xfrm>
          <a:prstGeom prst="rect">
            <a:avLst/>
          </a:prstGeom>
        </p:spPr>
        <p:txBody>
          <a:bodyPr vert="horz" lIns="91408" tIns="45704" rIns="91408" bIns="45704" rtlCol="0" anchor="ctr"/>
          <a:lstStyle>
            <a:lvl1pPr algn="r">
              <a:defRPr sz="900">
                <a:solidFill>
                  <a:schemeClr val="bg1">
                    <a:lumMod val="65000"/>
                  </a:schemeClr>
                </a:solidFill>
                <a:latin typeface="Avenir Next" panose="020B0503020202020204"/>
                <a:cs typeface="Arial" pitchFamily="34" charset="0"/>
              </a:defRPr>
            </a:lvl1pPr>
          </a:lstStyle>
          <a:p>
            <a:fld id="{6D901E28-B783-45A5-934D-311B12C5CFDA}" type="slidenum">
              <a:rPr lang="en-US" smtClean="0"/>
              <a:pPr/>
              <a:t>‹#›</a:t>
            </a:fld>
            <a:endParaRPr lang="en-US" dirty="0"/>
          </a:p>
        </p:txBody>
      </p:sp>
    </p:spTree>
    <p:extLst>
      <p:ext uri="{BB962C8B-B14F-4D97-AF65-F5344CB8AC3E}">
        <p14:creationId xmlns:p14="http://schemas.microsoft.com/office/powerpoint/2010/main" val="1123222233"/>
      </p:ext>
    </p:extLst>
  </p:cSld>
  <p:clrMap bg1="lt1" tx1="dk1" bg2="lt2" tx2="dk2" accent1="accent1" accent2="accent2" accent3="accent3" accent4="accent4" accent5="accent5" accent6="accent6" hlink="hlink" folHlink="folHlink"/>
  <p:sldLayoutIdLst>
    <p:sldLayoutId id="2147484291" r:id="rId1"/>
    <p:sldLayoutId id="2147484292" r:id="rId2"/>
    <p:sldLayoutId id="2147484293" r:id="rId3"/>
    <p:sldLayoutId id="2147484294" r:id="rId4"/>
    <p:sldLayoutId id="2147484295" r:id="rId5"/>
    <p:sldLayoutId id="2147484296" r:id="rId6"/>
    <p:sldLayoutId id="2147484297" r:id="rId7"/>
    <p:sldLayoutId id="2147484298" r:id="rId8"/>
    <p:sldLayoutId id="2147484299" r:id="rId9"/>
    <p:sldLayoutId id="2147484300" r:id="rId10"/>
    <p:sldLayoutId id="2147484301" r:id="rId11"/>
    <p:sldLayoutId id="2147484302" r:id="rId12"/>
    <p:sldLayoutId id="2147484303" r:id="rId13"/>
    <p:sldLayoutId id="2147484304" r:id="rId14"/>
    <p:sldLayoutId id="2147484305" r:id="rId15"/>
    <p:sldLayoutId id="2147484306" r:id="rId16"/>
    <p:sldLayoutId id="2147484307" r:id="rId17"/>
    <p:sldLayoutId id="2147484308" r:id="rId18"/>
    <p:sldLayoutId id="2147484309" r:id="rId19"/>
    <p:sldLayoutId id="2147484310" r:id="rId20"/>
    <p:sldLayoutId id="2147484311" r:id="rId21"/>
    <p:sldLayoutId id="2147484312" r:id="rId22"/>
    <p:sldLayoutId id="2147484313" r:id="rId23"/>
  </p:sldLayoutIdLst>
  <p:hf hdr="0" dt="0"/>
  <p:txStyles>
    <p:titleStyle>
      <a:lvl1pPr marL="0" marR="0" indent="0" algn="l" defTabSz="412750" rtl="0" eaLnBrk="1" fontAlgn="auto" latinLnBrk="0" hangingPunct="1">
        <a:lnSpc>
          <a:spcPct val="100000"/>
        </a:lnSpc>
        <a:spcBef>
          <a:spcPts val="0"/>
        </a:spcBef>
        <a:spcAft>
          <a:spcPts val="0"/>
        </a:spcAft>
        <a:buClrTx/>
        <a:buSzTx/>
        <a:buFontTx/>
        <a:buNone/>
        <a:tabLst/>
        <a:defRPr kumimoji="0" lang="en-US" sz="3300" b="1" i="0" u="none" strike="noStrike" kern="1200" cap="none" spc="0" normalizeH="0" baseline="0" dirty="0">
          <a:ln>
            <a:noFill/>
          </a:ln>
          <a:solidFill>
            <a:srgbClr val="1F3FB7"/>
          </a:solidFill>
          <a:effectLst/>
          <a:uFillTx/>
          <a:latin typeface="Raleway Black" pitchFamily="2" charset="0"/>
          <a:ea typeface="+mj-ea"/>
          <a:cs typeface="+mj-cs"/>
          <a:sym typeface="Raleway Black"/>
        </a:defRPr>
      </a:lvl1pPr>
    </p:titleStyle>
    <p:bodyStyle>
      <a:lvl1pPr marL="0" marR="0" indent="0" algn="l" defTabSz="412750" rtl="0" eaLnBrk="1" fontAlgn="auto" latinLnBrk="0" hangingPunct="1">
        <a:lnSpc>
          <a:spcPct val="100000"/>
        </a:lnSpc>
        <a:spcBef>
          <a:spcPts val="0"/>
        </a:spcBef>
        <a:spcAft>
          <a:spcPts val="0"/>
        </a:spcAft>
        <a:buClrTx/>
        <a:buSzTx/>
        <a:buFont typeface="Arial" pitchFamily="34" charset="0"/>
        <a:buNone/>
        <a:tabLst/>
        <a:defRPr kumimoji="0" lang="en-US" sz="2100" b="1" i="0" u="none" strike="noStrike" kern="1200" cap="none" spc="0" normalizeH="0" baseline="0" dirty="0" smtClean="0">
          <a:ln>
            <a:noFill/>
          </a:ln>
          <a:solidFill>
            <a:srgbClr val="4CAAAD"/>
          </a:solidFill>
          <a:effectLst/>
          <a:uFillTx/>
          <a:latin typeface="Avenir Next" panose="020B0503020202020204"/>
          <a:ea typeface="+mn-ea"/>
          <a:cs typeface="Arial" panose="020B0604020202020204" pitchFamily="34" charset="0"/>
          <a:sym typeface="Avenir Next Demi Bold"/>
        </a:defRPr>
      </a:lvl1pPr>
      <a:lvl2pPr marL="0" marR="0" indent="254000" algn="l" defTabSz="228600" rtl="0" eaLnBrk="1" fontAlgn="auto" latinLnBrk="0" hangingPunct="1">
        <a:lnSpc>
          <a:spcPts val="1800"/>
        </a:lnSpc>
        <a:spcBef>
          <a:spcPts val="1000"/>
        </a:spcBef>
        <a:spcAft>
          <a:spcPts val="0"/>
        </a:spcAft>
        <a:buClrTx/>
        <a:buSzTx/>
        <a:buFont typeface="Arial" pitchFamily="34" charset="0"/>
        <a:buChar char="●"/>
        <a:tabLst/>
        <a:defRPr kumimoji="0" lang="en-US" sz="1600" b="0" i="0" u="none" strike="noStrike" kern="1200" cap="none" spc="0" normalizeH="0" baseline="0" dirty="0" smtClean="0">
          <a:ln>
            <a:noFill/>
          </a:ln>
          <a:solidFill>
            <a:srgbClr val="000000"/>
          </a:solidFill>
          <a:effectLst/>
          <a:uFillTx/>
          <a:latin typeface="Avenir Next" panose="020B0503020202020204"/>
          <a:ea typeface="+mn-ea"/>
          <a:cs typeface="Arial" panose="020B0604020202020204" pitchFamily="34" charset="0"/>
          <a:sym typeface="Avenir Next Medium"/>
        </a:defRPr>
      </a:lvl2pPr>
      <a:lvl3pPr marL="685800" indent="-228600" algn="l" defTabSz="457039" rtl="0" eaLnBrk="1" latinLnBrk="0" hangingPunct="1">
        <a:lnSpc>
          <a:spcPts val="1800"/>
        </a:lnSpc>
        <a:spcBef>
          <a:spcPts val="1000"/>
        </a:spcBef>
        <a:buFont typeface="Arial" pitchFamily="34" charset="0"/>
        <a:buChar char="•"/>
        <a:defRPr sz="1300" kern="1200">
          <a:solidFill>
            <a:schemeClr val="tx1"/>
          </a:solidFill>
          <a:latin typeface="Avenir Next" panose="020B0503020202020204"/>
          <a:ea typeface="+mn-ea"/>
          <a:cs typeface="Arial" pitchFamily="34" charset="0"/>
        </a:defRPr>
      </a:lvl3pPr>
      <a:lvl4pPr marL="799818" indent="-114260" algn="l" defTabSz="457039" rtl="0" eaLnBrk="1" latinLnBrk="0" hangingPunct="1">
        <a:lnSpc>
          <a:spcPts val="1800"/>
        </a:lnSpc>
        <a:spcBef>
          <a:spcPts val="1000"/>
        </a:spcBef>
        <a:buFont typeface="Arial" pitchFamily="34" charset="0"/>
        <a:buChar char="•"/>
        <a:defRPr sz="1300" kern="1200">
          <a:solidFill>
            <a:schemeClr val="tx1"/>
          </a:solidFill>
          <a:latin typeface="Avenir Next" panose="020B0503020202020204"/>
          <a:ea typeface="+mn-ea"/>
          <a:cs typeface="Arial" pitchFamily="34" charset="0"/>
        </a:defRPr>
      </a:lvl4pPr>
      <a:lvl5pPr marL="1028338" indent="-114260" algn="l" defTabSz="457039" rtl="0" eaLnBrk="1" latinLnBrk="0" hangingPunct="1">
        <a:lnSpc>
          <a:spcPts val="1800"/>
        </a:lnSpc>
        <a:spcBef>
          <a:spcPts val="1000"/>
        </a:spcBef>
        <a:buFont typeface="Arial" pitchFamily="34" charset="0"/>
        <a:buChar char="•"/>
        <a:defRPr sz="1300" kern="1200">
          <a:solidFill>
            <a:schemeClr val="tx1"/>
          </a:solidFill>
          <a:latin typeface="Avenir Next" panose="020B0503020202020204"/>
          <a:ea typeface="+mn-ea"/>
          <a:cs typeface="Arial" pitchFamily="34" charset="0"/>
        </a:defRPr>
      </a:lvl5pPr>
      <a:lvl6pPr marL="1256857" indent="-114260" algn="l" defTabSz="457039" rtl="0" eaLnBrk="1" latinLnBrk="0" hangingPunct="1">
        <a:spcBef>
          <a:spcPct val="20000"/>
        </a:spcBef>
        <a:buFont typeface="Arial" pitchFamily="34" charset="0"/>
        <a:buChar char="•"/>
        <a:defRPr sz="1000" kern="1200">
          <a:solidFill>
            <a:schemeClr val="tx1"/>
          </a:solidFill>
          <a:latin typeface="+mn-lt"/>
          <a:ea typeface="+mn-ea"/>
          <a:cs typeface="+mn-cs"/>
        </a:defRPr>
      </a:lvl6pPr>
      <a:lvl7pPr marL="1485377" indent="-114260" algn="l" defTabSz="457039" rtl="0" eaLnBrk="1" latinLnBrk="0" hangingPunct="1">
        <a:spcBef>
          <a:spcPct val="20000"/>
        </a:spcBef>
        <a:buFont typeface="Arial" pitchFamily="34" charset="0"/>
        <a:buChar char="•"/>
        <a:defRPr sz="1000" kern="1200">
          <a:solidFill>
            <a:schemeClr val="tx1"/>
          </a:solidFill>
          <a:latin typeface="+mn-lt"/>
          <a:ea typeface="+mn-ea"/>
          <a:cs typeface="+mn-cs"/>
        </a:defRPr>
      </a:lvl7pPr>
      <a:lvl8pPr marL="1713896" indent="-114260" algn="l" defTabSz="457039" rtl="0" eaLnBrk="1" latinLnBrk="0" hangingPunct="1">
        <a:spcBef>
          <a:spcPct val="20000"/>
        </a:spcBef>
        <a:buFont typeface="Arial" pitchFamily="34" charset="0"/>
        <a:buChar char="•"/>
        <a:defRPr sz="1000" kern="1200">
          <a:solidFill>
            <a:schemeClr val="tx1"/>
          </a:solidFill>
          <a:latin typeface="+mn-lt"/>
          <a:ea typeface="+mn-ea"/>
          <a:cs typeface="+mn-cs"/>
        </a:defRPr>
      </a:lvl8pPr>
      <a:lvl9pPr marL="1942416" indent="-114260" algn="l" defTabSz="457039" rtl="0" eaLnBrk="1" latinLnBrk="0" hangingPunct="1">
        <a:spcBef>
          <a:spcPct val="20000"/>
        </a:spcBef>
        <a:buFont typeface="Arial" pitchFamily="34" charset="0"/>
        <a:buChar char="•"/>
        <a:defRPr sz="1000" kern="1200">
          <a:solidFill>
            <a:schemeClr val="tx1"/>
          </a:solidFill>
          <a:latin typeface="+mn-lt"/>
          <a:ea typeface="+mn-ea"/>
          <a:cs typeface="+mn-cs"/>
        </a:defRPr>
      </a:lvl9pPr>
    </p:bodyStyle>
    <p:otherStyle>
      <a:defPPr>
        <a:defRPr lang="en-US"/>
      </a:defPPr>
      <a:lvl1pPr marL="0" algn="l" defTabSz="457039" rtl="0" eaLnBrk="1" latinLnBrk="0" hangingPunct="1">
        <a:defRPr sz="900" kern="1200">
          <a:solidFill>
            <a:schemeClr val="tx1"/>
          </a:solidFill>
          <a:latin typeface="+mn-lt"/>
          <a:ea typeface="+mn-ea"/>
          <a:cs typeface="+mn-cs"/>
        </a:defRPr>
      </a:lvl1pPr>
      <a:lvl2pPr marL="228520" algn="l" defTabSz="457039" rtl="0" eaLnBrk="1" latinLnBrk="0" hangingPunct="1">
        <a:defRPr sz="900" kern="1200">
          <a:solidFill>
            <a:schemeClr val="tx1"/>
          </a:solidFill>
          <a:latin typeface="+mn-lt"/>
          <a:ea typeface="+mn-ea"/>
          <a:cs typeface="+mn-cs"/>
        </a:defRPr>
      </a:lvl2pPr>
      <a:lvl3pPr marL="457039" algn="l" defTabSz="457039" rtl="0" eaLnBrk="1" latinLnBrk="0" hangingPunct="1">
        <a:defRPr sz="900" kern="1200">
          <a:solidFill>
            <a:schemeClr val="tx1"/>
          </a:solidFill>
          <a:latin typeface="+mn-lt"/>
          <a:ea typeface="+mn-ea"/>
          <a:cs typeface="+mn-cs"/>
        </a:defRPr>
      </a:lvl3pPr>
      <a:lvl4pPr marL="685559" algn="l" defTabSz="457039" rtl="0" eaLnBrk="1" latinLnBrk="0" hangingPunct="1">
        <a:defRPr sz="900" kern="1200">
          <a:solidFill>
            <a:schemeClr val="tx1"/>
          </a:solidFill>
          <a:latin typeface="+mn-lt"/>
          <a:ea typeface="+mn-ea"/>
          <a:cs typeface="+mn-cs"/>
        </a:defRPr>
      </a:lvl4pPr>
      <a:lvl5pPr marL="914078" algn="l" defTabSz="457039" rtl="0" eaLnBrk="1" latinLnBrk="0" hangingPunct="1">
        <a:defRPr sz="900" kern="1200">
          <a:solidFill>
            <a:schemeClr val="tx1"/>
          </a:solidFill>
          <a:latin typeface="+mn-lt"/>
          <a:ea typeface="+mn-ea"/>
          <a:cs typeface="+mn-cs"/>
        </a:defRPr>
      </a:lvl5pPr>
      <a:lvl6pPr marL="1142598" algn="l" defTabSz="457039" rtl="0" eaLnBrk="1" latinLnBrk="0" hangingPunct="1">
        <a:defRPr sz="900" kern="1200">
          <a:solidFill>
            <a:schemeClr val="tx1"/>
          </a:solidFill>
          <a:latin typeface="+mn-lt"/>
          <a:ea typeface="+mn-ea"/>
          <a:cs typeface="+mn-cs"/>
        </a:defRPr>
      </a:lvl6pPr>
      <a:lvl7pPr marL="1371117" algn="l" defTabSz="457039" rtl="0" eaLnBrk="1" latinLnBrk="0" hangingPunct="1">
        <a:defRPr sz="900" kern="1200">
          <a:solidFill>
            <a:schemeClr val="tx1"/>
          </a:solidFill>
          <a:latin typeface="+mn-lt"/>
          <a:ea typeface="+mn-ea"/>
          <a:cs typeface="+mn-cs"/>
        </a:defRPr>
      </a:lvl7pPr>
      <a:lvl8pPr marL="1599636" algn="l" defTabSz="457039" rtl="0" eaLnBrk="1" latinLnBrk="0" hangingPunct="1">
        <a:defRPr sz="900" kern="1200">
          <a:solidFill>
            <a:schemeClr val="tx1"/>
          </a:solidFill>
          <a:latin typeface="+mn-lt"/>
          <a:ea typeface="+mn-ea"/>
          <a:cs typeface="+mn-cs"/>
        </a:defRPr>
      </a:lvl8pPr>
      <a:lvl9pPr marL="1828156" algn="l" defTabSz="457039" rtl="0" eaLnBrk="1" latinLnBrk="0" hangingPunct="1">
        <a:defRPr sz="9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8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01.xml"/></Relationships>
</file>

<file path=ppt/slides/_rels/slide3.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10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r>
              <a:rPr lang="en-US" dirty="0">
                <a:latin typeface="Garamond" pitchFamily="18" charset="0"/>
              </a:rPr>
              <a:t>© Aurigene Pharmaceutical Services Limited.</a:t>
            </a:r>
          </a:p>
        </p:txBody>
      </p:sp>
      <p:sp>
        <p:nvSpPr>
          <p:cNvPr id="11" name="Slide Number Placeholder 6"/>
          <p:cNvSpPr>
            <a:spLocks noGrp="1"/>
          </p:cNvSpPr>
          <p:nvPr>
            <p:ph type="sldNum" sz="quarter" idx="12"/>
          </p:nvPr>
        </p:nvSpPr>
        <p:spPr/>
        <p:txBody>
          <a:bodyPr/>
          <a:lstStyle/>
          <a:p>
            <a:r>
              <a:rPr lang="en-US" dirty="0"/>
              <a:t>1</a:t>
            </a:r>
          </a:p>
        </p:txBody>
      </p:sp>
      <p:sp>
        <p:nvSpPr>
          <p:cNvPr id="9" name="Slide Number Placeholder 6"/>
          <p:cNvSpPr txBox="1">
            <a:spLocks/>
          </p:cNvSpPr>
          <p:nvPr/>
        </p:nvSpPr>
        <p:spPr>
          <a:xfrm>
            <a:off x="9524554" y="6432162"/>
            <a:ext cx="686425" cy="365077"/>
          </a:xfrm>
          <a:prstGeom prst="rect">
            <a:avLst/>
          </a:prstGeom>
        </p:spPr>
        <p:txBody>
          <a:bodyPr vert="horz" lIns="45698" tIns="22849" rIns="45698" bIns="22849" rtlCol="0" anchor="ctr"/>
          <a:lstStyle>
            <a:defPPr>
              <a:defRPr lang="en-US"/>
            </a:defPPr>
            <a:lvl1pPr marL="0" algn="r" defTabSz="914078" rtl="0" eaLnBrk="1" latinLnBrk="0" hangingPunct="1">
              <a:defRPr sz="1800" kern="1200">
                <a:solidFill>
                  <a:schemeClr val="bg1">
                    <a:lumMod val="65000"/>
                  </a:schemeClr>
                </a:solidFill>
                <a:latin typeface="Arial" pitchFamily="34" charset="0"/>
                <a:ea typeface="+mn-ea"/>
                <a:cs typeface="Arial" pitchFamily="34" charset="0"/>
              </a:defRPr>
            </a:lvl1pPr>
            <a:lvl2pPr marL="457039" algn="l" defTabSz="914078" rtl="0" eaLnBrk="1" latinLnBrk="0" hangingPunct="1">
              <a:defRPr sz="1800" kern="1200">
                <a:solidFill>
                  <a:schemeClr val="tx1"/>
                </a:solidFill>
                <a:latin typeface="+mn-lt"/>
                <a:ea typeface="+mn-ea"/>
                <a:cs typeface="+mn-cs"/>
              </a:defRPr>
            </a:lvl2pPr>
            <a:lvl3pPr marL="914078" algn="l" defTabSz="914078" rtl="0" eaLnBrk="1" latinLnBrk="0" hangingPunct="1">
              <a:defRPr sz="1800" kern="1200">
                <a:solidFill>
                  <a:schemeClr val="tx1"/>
                </a:solidFill>
                <a:latin typeface="+mn-lt"/>
                <a:ea typeface="+mn-ea"/>
                <a:cs typeface="+mn-cs"/>
              </a:defRPr>
            </a:lvl3pPr>
            <a:lvl4pPr marL="1371118" algn="l" defTabSz="914078" rtl="0" eaLnBrk="1" latinLnBrk="0" hangingPunct="1">
              <a:defRPr sz="1800" kern="1200">
                <a:solidFill>
                  <a:schemeClr val="tx1"/>
                </a:solidFill>
                <a:latin typeface="+mn-lt"/>
                <a:ea typeface="+mn-ea"/>
                <a:cs typeface="+mn-cs"/>
              </a:defRPr>
            </a:lvl4pPr>
            <a:lvl5pPr marL="1828156" algn="l" defTabSz="914078" rtl="0" eaLnBrk="1" latinLnBrk="0" hangingPunct="1">
              <a:defRPr sz="1800" kern="1200">
                <a:solidFill>
                  <a:schemeClr val="tx1"/>
                </a:solidFill>
                <a:latin typeface="+mn-lt"/>
                <a:ea typeface="+mn-ea"/>
                <a:cs typeface="+mn-cs"/>
              </a:defRPr>
            </a:lvl5pPr>
            <a:lvl6pPr marL="2285195" algn="l" defTabSz="914078" rtl="0" eaLnBrk="1" latinLnBrk="0" hangingPunct="1">
              <a:defRPr sz="1800" kern="1200">
                <a:solidFill>
                  <a:schemeClr val="tx1"/>
                </a:solidFill>
                <a:latin typeface="+mn-lt"/>
                <a:ea typeface="+mn-ea"/>
                <a:cs typeface="+mn-cs"/>
              </a:defRPr>
            </a:lvl6pPr>
            <a:lvl7pPr marL="2742234" algn="l" defTabSz="914078" rtl="0" eaLnBrk="1" latinLnBrk="0" hangingPunct="1">
              <a:defRPr sz="1800" kern="1200">
                <a:solidFill>
                  <a:schemeClr val="tx1"/>
                </a:solidFill>
                <a:latin typeface="+mn-lt"/>
                <a:ea typeface="+mn-ea"/>
                <a:cs typeface="+mn-cs"/>
              </a:defRPr>
            </a:lvl7pPr>
            <a:lvl8pPr marL="3199272" algn="l" defTabSz="914078" rtl="0" eaLnBrk="1" latinLnBrk="0" hangingPunct="1">
              <a:defRPr sz="1800" kern="1200">
                <a:solidFill>
                  <a:schemeClr val="tx1"/>
                </a:solidFill>
                <a:latin typeface="+mn-lt"/>
                <a:ea typeface="+mn-ea"/>
                <a:cs typeface="+mn-cs"/>
              </a:defRPr>
            </a:lvl8pPr>
            <a:lvl9pPr marL="3656312" algn="l" defTabSz="914078" rtl="0" eaLnBrk="1" latinLnBrk="0" hangingPunct="1">
              <a:defRPr sz="1800" kern="1200">
                <a:solidFill>
                  <a:schemeClr val="tx1"/>
                </a:solidFill>
                <a:latin typeface="+mn-lt"/>
                <a:ea typeface="+mn-ea"/>
                <a:cs typeface="+mn-cs"/>
              </a:defRPr>
            </a:lvl9pPr>
          </a:lstStyle>
          <a:p>
            <a:endParaRPr lang="en-US" sz="900" dirty="0"/>
          </a:p>
        </p:txBody>
      </p:sp>
      <p:sp>
        <p:nvSpPr>
          <p:cNvPr id="10" name="Date Placeholder 5"/>
          <p:cNvSpPr txBox="1">
            <a:spLocks/>
          </p:cNvSpPr>
          <p:nvPr/>
        </p:nvSpPr>
        <p:spPr>
          <a:xfrm>
            <a:off x="76984" y="6355972"/>
            <a:ext cx="876900" cy="365077"/>
          </a:xfrm>
          <a:prstGeom prst="rect">
            <a:avLst/>
          </a:prstGeom>
        </p:spPr>
        <p:txBody>
          <a:bodyPr vert="horz" lIns="45698" tIns="22849" rIns="45698" bIns="22849" rtlCol="0" anchor="ctr"/>
          <a:lstStyle>
            <a:defPPr>
              <a:defRPr lang="en-US"/>
            </a:defPPr>
            <a:lvl1pPr marL="0" algn="l" defTabSz="914078" rtl="0" eaLnBrk="1" latinLnBrk="0" hangingPunct="1">
              <a:defRPr sz="1800" kern="1200">
                <a:solidFill>
                  <a:schemeClr val="bg1">
                    <a:lumMod val="65000"/>
                  </a:schemeClr>
                </a:solidFill>
                <a:latin typeface="Arial" pitchFamily="34" charset="0"/>
                <a:ea typeface="+mn-ea"/>
                <a:cs typeface="Arial" pitchFamily="34" charset="0"/>
              </a:defRPr>
            </a:lvl1pPr>
            <a:lvl2pPr marL="457039" algn="l" defTabSz="914078" rtl="0" eaLnBrk="1" latinLnBrk="0" hangingPunct="1">
              <a:defRPr sz="1800" kern="1200">
                <a:solidFill>
                  <a:schemeClr val="tx1"/>
                </a:solidFill>
                <a:latin typeface="+mn-lt"/>
                <a:ea typeface="+mn-ea"/>
                <a:cs typeface="+mn-cs"/>
              </a:defRPr>
            </a:lvl2pPr>
            <a:lvl3pPr marL="914078" algn="l" defTabSz="914078" rtl="0" eaLnBrk="1" latinLnBrk="0" hangingPunct="1">
              <a:defRPr sz="1800" kern="1200">
                <a:solidFill>
                  <a:schemeClr val="tx1"/>
                </a:solidFill>
                <a:latin typeface="+mn-lt"/>
                <a:ea typeface="+mn-ea"/>
                <a:cs typeface="+mn-cs"/>
              </a:defRPr>
            </a:lvl3pPr>
            <a:lvl4pPr marL="1371118" algn="l" defTabSz="914078" rtl="0" eaLnBrk="1" latinLnBrk="0" hangingPunct="1">
              <a:defRPr sz="1800" kern="1200">
                <a:solidFill>
                  <a:schemeClr val="tx1"/>
                </a:solidFill>
                <a:latin typeface="+mn-lt"/>
                <a:ea typeface="+mn-ea"/>
                <a:cs typeface="+mn-cs"/>
              </a:defRPr>
            </a:lvl4pPr>
            <a:lvl5pPr marL="1828156" algn="l" defTabSz="914078" rtl="0" eaLnBrk="1" latinLnBrk="0" hangingPunct="1">
              <a:defRPr sz="1800" kern="1200">
                <a:solidFill>
                  <a:schemeClr val="tx1"/>
                </a:solidFill>
                <a:latin typeface="+mn-lt"/>
                <a:ea typeface="+mn-ea"/>
                <a:cs typeface="+mn-cs"/>
              </a:defRPr>
            </a:lvl5pPr>
            <a:lvl6pPr marL="2285195" algn="l" defTabSz="914078" rtl="0" eaLnBrk="1" latinLnBrk="0" hangingPunct="1">
              <a:defRPr sz="1800" kern="1200">
                <a:solidFill>
                  <a:schemeClr val="tx1"/>
                </a:solidFill>
                <a:latin typeface="+mn-lt"/>
                <a:ea typeface="+mn-ea"/>
                <a:cs typeface="+mn-cs"/>
              </a:defRPr>
            </a:lvl6pPr>
            <a:lvl7pPr marL="2742234" algn="l" defTabSz="914078" rtl="0" eaLnBrk="1" latinLnBrk="0" hangingPunct="1">
              <a:defRPr sz="1800" kern="1200">
                <a:solidFill>
                  <a:schemeClr val="tx1"/>
                </a:solidFill>
                <a:latin typeface="+mn-lt"/>
                <a:ea typeface="+mn-ea"/>
                <a:cs typeface="+mn-cs"/>
              </a:defRPr>
            </a:lvl7pPr>
            <a:lvl8pPr marL="3199272" algn="l" defTabSz="914078" rtl="0" eaLnBrk="1" latinLnBrk="0" hangingPunct="1">
              <a:defRPr sz="1800" kern="1200">
                <a:solidFill>
                  <a:schemeClr val="tx1"/>
                </a:solidFill>
                <a:latin typeface="+mn-lt"/>
                <a:ea typeface="+mn-ea"/>
                <a:cs typeface="+mn-cs"/>
              </a:defRPr>
            </a:lvl8pPr>
            <a:lvl9pPr marL="3656312" algn="l" defTabSz="914078" rtl="0" eaLnBrk="1" latinLnBrk="0" hangingPunct="1">
              <a:defRPr sz="1800" kern="1200">
                <a:solidFill>
                  <a:schemeClr val="tx1"/>
                </a:solidFill>
                <a:latin typeface="+mn-lt"/>
                <a:ea typeface="+mn-ea"/>
                <a:cs typeface="+mn-cs"/>
              </a:defRPr>
            </a:lvl9pPr>
          </a:lstStyle>
          <a:p>
            <a:endParaRPr lang="en-US" sz="900" dirty="0"/>
          </a:p>
        </p:txBody>
      </p:sp>
    </p:spTree>
    <p:extLst>
      <p:ext uri="{BB962C8B-B14F-4D97-AF65-F5344CB8AC3E}">
        <p14:creationId xmlns:p14="http://schemas.microsoft.com/office/powerpoint/2010/main" val="265334095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4AF72F-201C-5F0E-2F04-744EFB758C10}"/>
            </a:ext>
          </a:extLst>
        </p:cNvPr>
        <p:cNvGrpSpPr/>
        <p:nvPr/>
      </p:nvGrpSpPr>
      <p:grpSpPr>
        <a:xfrm>
          <a:off x="0" y="0"/>
          <a:ext cx="0" cy="0"/>
          <a:chOff x="0" y="0"/>
          <a:chExt cx="0" cy="0"/>
        </a:xfrm>
      </p:grpSpPr>
      <p:sp>
        <p:nvSpPr>
          <p:cNvPr id="3" name="Slide Number Placeholder 7">
            <a:extLst>
              <a:ext uri="{FF2B5EF4-FFF2-40B4-BE49-F238E27FC236}">
                <a16:creationId xmlns:a16="http://schemas.microsoft.com/office/drawing/2014/main" id="{E1ADB985-8273-54E0-D32D-CDBF5F5770AA}"/>
              </a:ext>
            </a:extLst>
          </p:cNvPr>
          <p:cNvSpPr>
            <a:spLocks noGrp="1"/>
          </p:cNvSpPr>
          <p:nvPr>
            <p:ph type="sldNum" sz="quarter" idx="4"/>
          </p:nvPr>
        </p:nvSpPr>
        <p:spPr>
          <a:xfrm rot="16200000">
            <a:off x="11423259" y="6050367"/>
            <a:ext cx="132993" cy="837986"/>
          </a:xfrm>
        </p:spPr>
        <p:txBody>
          <a:bodyPr/>
          <a:lstStyle/>
          <a:p>
            <a:pPr defTabSz="914126">
              <a:defRPr/>
            </a:pPr>
            <a:fld id="{6D901E28-B783-45A5-934D-311B12C5CFDA}" type="slidenum">
              <a:rPr lang="en-US" sz="1000">
                <a:solidFill>
                  <a:prstClr val="white">
                    <a:lumMod val="65000"/>
                  </a:prstClr>
                </a:solidFill>
                <a:latin typeface="Avenir Next" panose="020B0503020202020204"/>
                <a:cs typeface="Arial" pitchFamily="34" charset="0"/>
              </a:rPr>
              <a:pPr defTabSz="914126">
                <a:defRPr/>
              </a:pPr>
              <a:t>2</a:t>
            </a:fld>
            <a:endParaRPr lang="en-US" sz="1000">
              <a:solidFill>
                <a:prstClr val="white">
                  <a:lumMod val="65000"/>
                </a:prstClr>
              </a:solidFill>
              <a:latin typeface="Avenir Next" panose="020B0503020202020204"/>
              <a:cs typeface="Arial" pitchFamily="34" charset="0"/>
            </a:endParaRPr>
          </a:p>
        </p:txBody>
      </p:sp>
    </p:spTree>
    <p:extLst>
      <p:ext uri="{BB962C8B-B14F-4D97-AF65-F5344CB8AC3E}">
        <p14:creationId xmlns:p14="http://schemas.microsoft.com/office/powerpoint/2010/main" val="247163810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picture containing holding, computer&#10;&#10;Description automatically generated">
            <a:extLst>
              <a:ext uri="{FF2B5EF4-FFF2-40B4-BE49-F238E27FC236}">
                <a16:creationId xmlns:a16="http://schemas.microsoft.com/office/drawing/2014/main" id="{E89A415A-1229-6149-A159-82344678E22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94" y="-8883"/>
            <a:ext cx="12190413" cy="6857107"/>
          </a:xfrm>
          <a:prstGeom prst="rect">
            <a:avLst/>
          </a:prstGeom>
        </p:spPr>
      </p:pic>
      <p:sp>
        <p:nvSpPr>
          <p:cNvPr id="368" name="End Slide"/>
          <p:cNvSpPr txBox="1"/>
          <p:nvPr/>
        </p:nvSpPr>
        <p:spPr>
          <a:xfrm>
            <a:off x="4487071" y="3076407"/>
            <a:ext cx="3217859" cy="705187"/>
          </a:xfrm>
          <a:prstGeom prst="rect">
            <a:avLst/>
          </a:prstGeom>
          <a:ln w="12700">
            <a:miter lim="400000"/>
          </a:ln>
          <a:extLst>
            <a:ext uri="{C572A759-6A51-4108-AA02-DFA0A04FC94B}">
              <ma14:wrappingTextBoxFlag xmlns:ma14="http://schemas.microsoft.com/office/mac/drawingml/2011/main" xmlns="" val="1"/>
            </a:ext>
          </a:extLst>
        </p:spPr>
        <p:txBody>
          <a:bodyPr wrap="square" lIns="25397" tIns="25397" rIns="25397" bIns="25397" anchor="ctr">
            <a:spAutoFit/>
          </a:bodyPr>
          <a:lstStyle>
            <a:lvl1pPr algn="l">
              <a:defRPr sz="10000" b="0">
                <a:solidFill>
                  <a:srgbClr val="FFFFFF"/>
                </a:solidFill>
                <a:latin typeface="Raleway Black"/>
                <a:ea typeface="Raleway Black"/>
                <a:cs typeface="Raleway Black"/>
                <a:sym typeface="Raleway Black"/>
              </a:defRPr>
            </a:lvl1pPr>
          </a:lstStyle>
          <a:p>
            <a:r>
              <a:rPr lang="en-IN" sz="4249" b="1" dirty="0">
                <a:latin typeface="Arial Black" panose="020B0604020202020204" pitchFamily="34" charset="0"/>
                <a:cs typeface="Arial Black" panose="020B0604020202020204" pitchFamily="34" charset="0"/>
              </a:rPr>
              <a:t>Thank You</a:t>
            </a:r>
            <a:endParaRPr sz="4249" b="1" dirty="0">
              <a:latin typeface="Arial Black" panose="020B0604020202020204" pitchFamily="34" charset="0"/>
              <a:cs typeface="Arial Black" panose="020B0604020202020204" pitchFamily="34" charset="0"/>
            </a:endParaRPr>
          </a:p>
        </p:txBody>
      </p:sp>
      <p:sp>
        <p:nvSpPr>
          <p:cNvPr id="2" name="Slide Number Placeholder 1"/>
          <p:cNvSpPr>
            <a:spLocks noGrp="1"/>
          </p:cNvSpPr>
          <p:nvPr>
            <p:ph type="sldNum" sz="quarter" idx="2"/>
          </p:nvPr>
        </p:nvSpPr>
        <p:spPr/>
        <p:txBody>
          <a:bodyPr/>
          <a:lstStyle/>
          <a:p>
            <a:fld id="{86CB4B4D-7CA3-9044-876B-883B54F8677D}" type="slidenum">
              <a:rPr lang="en-IN" smtClean="0"/>
              <a:t>3</a:t>
            </a:fld>
            <a:endParaRPr lang="en-IN" dirty="0"/>
          </a:p>
        </p:txBody>
      </p:sp>
    </p:spTree>
    <p:extLst>
      <p:ext uri="{BB962C8B-B14F-4D97-AF65-F5344CB8AC3E}">
        <p14:creationId xmlns:p14="http://schemas.microsoft.com/office/powerpoint/2010/main" val="3654065827"/>
      </p:ext>
    </p:extLst>
  </p:cSld>
  <p:clrMapOvr>
    <a:masterClrMapping/>
  </p:clrMapOvr>
  <p:transition spd="med"/>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2022Jul26APSLcapability_Bioge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Theme">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Office Theme">
      <a:majorFont>
        <a:latin typeface="Calibri"/>
        <a:ea typeface="Calibri"/>
        <a:cs typeface="Calibri"/>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3000" dir="5400000" rotWithShape="0">
              <a:srgbClr val="000000">
                <a:alpha val="35000"/>
              </a:srgbClr>
            </a:outerShdw>
          </a:effectLst>
        </a:effectStyle>
        <a:effectStyle>
          <a:effectLst>
            <a:outerShdw blurRad="38100" dist="23000" dir="5400000" rotWithShape="0">
              <a:srgbClr val="000000">
                <a:alpha val="35000"/>
              </a:srgbClr>
            </a:outerShdw>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blurRad="38100" dist="23000" dir="5400000" rotWithShape="0">
            <a:srgbClr val="000000">
              <a:alpha val="35000"/>
            </a:srgbClr>
          </a:outerShdw>
        </a:effectLst>
        <a:sp3d/>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0000" dir="5400000" rotWithShape="0">
            <a:srgbClr val="000000">
              <a:alpha val="38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3.xml><?xml version="1.0" encoding="utf-8"?>
<a:theme xmlns:a="http://schemas.openxmlformats.org/drawingml/2006/main" name="1_202006 APSL Presentation Templat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202006 APSL Presentation Template" id="{793342BA-B88D-4195-9CBE-1E576236FA4E}" vid="{199B4117-99C5-43CF-8C3D-699BE1C14B38}"/>
    </a:ext>
  </a:extLst>
</a:theme>
</file>

<file path=ppt/theme/theme4.xml><?xml version="1.0" encoding="utf-8"?>
<a:theme xmlns:a="http://schemas.openxmlformats.org/drawingml/2006/main" name="2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APSL _Corp deck_25 Mar_V3_temp">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DrReddys_Template_02_EXP">
  <a:themeElements>
    <a:clrScheme name="DrReddys White">
      <a:dk1>
        <a:sysClr val="windowText" lastClr="000000"/>
      </a:dk1>
      <a:lt1>
        <a:sysClr val="window" lastClr="FFFFFF"/>
      </a:lt1>
      <a:dk2>
        <a:srgbClr val="5F4BA0"/>
      </a:dk2>
      <a:lt2>
        <a:srgbClr val="AFAFAF"/>
      </a:lt2>
      <a:accent1>
        <a:srgbClr val="5F4BA0"/>
      </a:accent1>
      <a:accent2>
        <a:srgbClr val="32C8F5"/>
      </a:accent2>
      <a:accent3>
        <a:srgbClr val="64BE91"/>
      </a:accent3>
      <a:accent4>
        <a:srgbClr val="FAD20A"/>
      </a:accent4>
      <a:accent5>
        <a:srgbClr val="FAC8B9"/>
      </a:accent5>
      <a:accent6>
        <a:srgbClr val="F0504B"/>
      </a:accent6>
      <a:hlink>
        <a:srgbClr val="5F4BA0"/>
      </a:hlink>
      <a:folHlink>
        <a:srgbClr val="5F4BA0"/>
      </a:folHlink>
    </a:clrScheme>
    <a:fontScheme name="Dr. Reddy's">
      <a:majorFont>
        <a:latin typeface="Arial Black"/>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lIns="72000" tIns="72000" rIns="72000" bIns="72000" rtlCol="0" anchor="ctr"/>
      <a:lstStyle>
        <a:defPPr algn="ctr">
          <a:spcBef>
            <a:spcPts val="200"/>
          </a:spcBef>
          <a:spcAft>
            <a:spcPts val="200"/>
          </a:spcAft>
          <a:defRPr sz="1100" dirty="0" err="1"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6350"/>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marL="180000" indent="-180000">
          <a:spcBef>
            <a:spcPts val="200"/>
          </a:spcBef>
          <a:spcAft>
            <a:spcPts val="200"/>
          </a:spcAft>
          <a:buClr>
            <a:schemeClr val="accent1"/>
          </a:buClr>
          <a:buSzPct val="110000"/>
          <a:buFont typeface="Arial" panose="020B0604020202020204" pitchFamily="34" charset="0"/>
          <a:buChar char="●"/>
          <a:defRPr sz="1100" dirty="0" err="1" smtClean="0"/>
        </a:defPPr>
      </a:lstStyle>
    </a:txDef>
  </a:objectDefaults>
  <a:extraClrSchemeLst/>
</a:theme>
</file>

<file path=ppt/theme/theme7.xml><?xml version="1.0" encoding="utf-8"?>
<a:theme xmlns:a="http://schemas.openxmlformats.org/drawingml/2006/main" name="DrReddys Blue Master">
  <a:themeElements>
    <a:clrScheme name="DrReddys Blue">
      <a:dk1>
        <a:sysClr val="windowText" lastClr="000000"/>
      </a:dk1>
      <a:lt1>
        <a:sysClr val="window" lastClr="FFFFFF"/>
      </a:lt1>
      <a:dk2>
        <a:srgbClr val="32C8F5"/>
      </a:dk2>
      <a:lt2>
        <a:srgbClr val="AFAFAF"/>
      </a:lt2>
      <a:accent1>
        <a:srgbClr val="5F4BA0"/>
      </a:accent1>
      <a:accent2>
        <a:srgbClr val="32C8F5"/>
      </a:accent2>
      <a:accent3>
        <a:srgbClr val="64BE91"/>
      </a:accent3>
      <a:accent4>
        <a:srgbClr val="FAD20A"/>
      </a:accent4>
      <a:accent5>
        <a:srgbClr val="FAC8B9"/>
      </a:accent5>
      <a:accent6>
        <a:srgbClr val="F0504B"/>
      </a:accent6>
      <a:hlink>
        <a:srgbClr val="5F4BA0"/>
      </a:hlink>
      <a:folHlink>
        <a:srgbClr val="5F4BA0"/>
      </a:folHlink>
    </a:clrScheme>
    <a:fontScheme name="Dr. Reddy's">
      <a:majorFont>
        <a:latin typeface="Arial Black"/>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lIns="72000" tIns="72000" rIns="72000" bIns="72000" rtlCol="0" anchor="ctr"/>
      <a:lstStyle>
        <a:defPPr algn="ctr">
          <a:spcBef>
            <a:spcPts val="200"/>
          </a:spcBef>
          <a:spcAft>
            <a:spcPts val="200"/>
          </a:spcAft>
          <a:defRPr sz="1100" dirty="0" err="1"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6350"/>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marL="180000" indent="-180000">
          <a:spcBef>
            <a:spcPts val="200"/>
          </a:spcBef>
          <a:spcAft>
            <a:spcPts val="200"/>
          </a:spcAft>
          <a:buClr>
            <a:schemeClr val="accent1"/>
          </a:buClr>
          <a:buSzPct val="110000"/>
          <a:buFont typeface="Arial" panose="020B0604020202020204" pitchFamily="34" charset="0"/>
          <a:buChar char="●"/>
          <a:defRPr sz="1100" dirty="0" err="1" smtClean="0"/>
        </a:defPPr>
      </a:lstStyle>
    </a:txDef>
  </a:objectDefaults>
  <a:extraClrSchemeLst/>
</a:theme>
</file>

<file path=ppt/theme/theme8.xml><?xml version="1.0" encoding="utf-8"?>
<a:theme xmlns:a="http://schemas.openxmlformats.org/drawingml/2006/main" name="DrReddys White Master">
  <a:themeElements>
    <a:clrScheme name="DrReddys White">
      <a:dk1>
        <a:sysClr val="windowText" lastClr="000000"/>
      </a:dk1>
      <a:lt1>
        <a:sysClr val="window" lastClr="FFFFFF"/>
      </a:lt1>
      <a:dk2>
        <a:srgbClr val="5F4BA0"/>
      </a:dk2>
      <a:lt2>
        <a:srgbClr val="AFAFAF"/>
      </a:lt2>
      <a:accent1>
        <a:srgbClr val="5F4BA0"/>
      </a:accent1>
      <a:accent2>
        <a:srgbClr val="32C8F5"/>
      </a:accent2>
      <a:accent3>
        <a:srgbClr val="64BE91"/>
      </a:accent3>
      <a:accent4>
        <a:srgbClr val="FAD20A"/>
      </a:accent4>
      <a:accent5>
        <a:srgbClr val="FAC8B9"/>
      </a:accent5>
      <a:accent6>
        <a:srgbClr val="F0504B"/>
      </a:accent6>
      <a:hlink>
        <a:srgbClr val="5F4BA0"/>
      </a:hlink>
      <a:folHlink>
        <a:srgbClr val="5F4BA0"/>
      </a:folHlink>
    </a:clrScheme>
    <a:fontScheme name="Dr. Reddy's">
      <a:majorFont>
        <a:latin typeface="Arial Black"/>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lIns="72000" tIns="72000" rIns="72000" bIns="72000" rtlCol="0" anchor="ctr"/>
      <a:lstStyle>
        <a:defPPr algn="ctr">
          <a:spcBef>
            <a:spcPts val="200"/>
          </a:spcBef>
          <a:spcAft>
            <a:spcPts val="200"/>
          </a:spcAft>
          <a:defRPr sz="1100" dirty="0" err="1"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6350"/>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marL="180000" indent="-180000">
          <a:spcBef>
            <a:spcPts val="200"/>
          </a:spcBef>
          <a:spcAft>
            <a:spcPts val="200"/>
          </a:spcAft>
          <a:buClr>
            <a:schemeClr val="accent1"/>
          </a:buClr>
          <a:buSzPct val="110000"/>
          <a:buFont typeface="Arial" panose="020B0604020202020204" pitchFamily="34" charset="0"/>
          <a:buChar char="●"/>
          <a:defRPr sz="1100" dirty="0" err="1" smtClean="0"/>
        </a:defPPr>
      </a:lstStyle>
    </a:txDef>
  </a:objectDefaults>
  <a:extraClrSchemeLst/>
</a:theme>
</file>

<file path=ppt/theme/theme9.xml><?xml version="1.0" encoding="utf-8"?>
<a:theme xmlns:a="http://schemas.openxmlformats.org/drawingml/2006/main" name="1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0.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F790F95913628C4E9FF47ABAF55D79CB" ma:contentTypeVersion="13" ma:contentTypeDescription="Create a new document." ma:contentTypeScope="" ma:versionID="4e5bbb2efc9dbe6ca5ea1bebfe8f5d97">
  <xsd:schema xmlns:xsd="http://www.w3.org/2001/XMLSchema" xmlns:xs="http://www.w3.org/2001/XMLSchema" xmlns:p="http://schemas.microsoft.com/office/2006/metadata/properties" xmlns:ns3="cfffdef7-b4f3-47be-bdd9-28e16959fd92" xmlns:ns4="f2688cc9-472b-4dcb-ba59-29d82003705f" targetNamespace="http://schemas.microsoft.com/office/2006/metadata/properties" ma:root="true" ma:fieldsID="d249c34cd1a1a32c3d8b18157915e91a" ns3:_="" ns4:_="">
    <xsd:import namespace="cfffdef7-b4f3-47be-bdd9-28e16959fd92"/>
    <xsd:import namespace="f2688cc9-472b-4dcb-ba59-29d82003705f"/>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DateTaken" minOccurs="0"/>
                <xsd:element ref="ns4:MediaServiceAutoTags" minOccurs="0"/>
                <xsd:element ref="ns4:MediaServiceGenerationTime" minOccurs="0"/>
                <xsd:element ref="ns4:MediaServiceEventHashCode" minOccurs="0"/>
                <xsd:element ref="ns4:MediaServiceAutoKeyPoints" minOccurs="0"/>
                <xsd:element ref="ns4:MediaServiceKeyPoints" minOccurs="0"/>
                <xsd:element ref="ns4:MediaServiceOCR" minOccurs="0"/>
                <xsd:element ref="ns4: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fffdef7-b4f3-47be-bdd9-28e16959fd92"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SharingHintHash" ma:index="10" nillable="true" ma:displayName="Sharing Hint Hash"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2688cc9-472b-4dcb-ba59-29d82003705f"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DateTaken" ma:index="13" nillable="true" ma:displayName="MediaServiceDateTaken" ma:hidden="true" ma:internalName="MediaServiceDateTaken" ma:readOnly="true">
      <xsd:simpleType>
        <xsd:restriction base="dms:Text"/>
      </xsd:simpleType>
    </xsd:element>
    <xsd:element name="MediaServiceAutoTags" ma:index="14" nillable="true" ma:displayName="Tags" ma:internalName="MediaServiceAutoTags"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AutoKeyPoints" ma:index="17" nillable="true" ma:displayName="MediaServiceAutoKeyPoints" ma:hidden="true" ma:internalName="MediaServiceAutoKeyPoints" ma:readOnly="true">
      <xsd:simpleType>
        <xsd:restriction base="dms:Note"/>
      </xsd:simpleType>
    </xsd:element>
    <xsd:element name="MediaServiceKeyPoints" ma:index="18" nillable="true" ma:displayName="KeyPoints" ma:internalName="MediaServiceKeyPoints" ma:readOnly="true">
      <xsd:simpleType>
        <xsd:restriction base="dms:Note">
          <xsd:maxLength value="255"/>
        </xsd:restriction>
      </xsd:simpleType>
    </xsd:element>
    <xsd:element name="MediaServiceOCR" ma:index="19" nillable="true" ma:displayName="Extracted Text" ma:internalName="MediaServiceOCR" ma:readOnly="true">
      <xsd:simpleType>
        <xsd:restriction base="dms:Note">
          <xsd:maxLength value="255"/>
        </xsd:restriction>
      </xsd:simpleType>
    </xsd:element>
    <xsd:element name="MediaLengthInSeconds" ma:index="20"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9C0691C-CDEF-4C0E-9CE7-96B03180F2A9}">
  <ds:schemaRefs>
    <ds:schemaRef ds:uri="http://schemas.microsoft.com/office/2006/documentManagement/types"/>
    <ds:schemaRef ds:uri="http://purl.org/dc/elements/1.1/"/>
    <ds:schemaRef ds:uri="f2688cc9-472b-4dcb-ba59-29d82003705f"/>
    <ds:schemaRef ds:uri="http://schemas.microsoft.com/office/infopath/2007/PartnerControls"/>
    <ds:schemaRef ds:uri="http://schemas.openxmlformats.org/package/2006/metadata/core-properties"/>
    <ds:schemaRef ds:uri="http://purl.org/dc/terms/"/>
    <ds:schemaRef ds:uri="cfffdef7-b4f3-47be-bdd9-28e16959fd92"/>
    <ds:schemaRef ds:uri="http://schemas.microsoft.com/office/2006/metadata/properties"/>
    <ds:schemaRef ds:uri="http://www.w3.org/XML/1998/namespace"/>
    <ds:schemaRef ds:uri="http://purl.org/dc/dcmitype/"/>
  </ds:schemaRefs>
</ds:datastoreItem>
</file>

<file path=customXml/itemProps2.xml><?xml version="1.0" encoding="utf-8"?>
<ds:datastoreItem xmlns:ds="http://schemas.openxmlformats.org/officeDocument/2006/customXml" ds:itemID="{CE491E96-0F21-4F45-B8F0-6DBBD4C08E7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fffdef7-b4f3-47be-bdd9-28e16959fd92"/>
    <ds:schemaRef ds:uri="f2688cc9-472b-4dcb-ba59-29d82003705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FC1F5710-0A8E-48F1-9E11-D65BFCBDEDE8}">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2022Jul26APSLcapability_Biogen</Template>
  <TotalTime>16014</TotalTime>
  <Words>18</Words>
  <Application>Microsoft Office PowerPoint</Application>
  <PresentationFormat>Widescreen</PresentationFormat>
  <Paragraphs>7</Paragraphs>
  <Slides>3</Slides>
  <Notes>1</Notes>
  <HiddenSlides>0</HiddenSlides>
  <MMClips>0</MMClips>
  <ScaleCrop>false</ScaleCrop>
  <HeadingPairs>
    <vt:vector size="6" baseType="variant">
      <vt:variant>
        <vt:lpstr>Fonts Used</vt:lpstr>
      </vt:variant>
      <vt:variant>
        <vt:i4>16</vt:i4>
      </vt:variant>
      <vt:variant>
        <vt:lpstr>Theme</vt:lpstr>
      </vt:variant>
      <vt:variant>
        <vt:i4>9</vt:i4>
      </vt:variant>
      <vt:variant>
        <vt:lpstr>Slide Titles</vt:lpstr>
      </vt:variant>
      <vt:variant>
        <vt:i4>3</vt:i4>
      </vt:variant>
    </vt:vector>
  </HeadingPairs>
  <TitlesOfParts>
    <vt:vector size="28" baseType="lpstr">
      <vt:lpstr>ＭＳ Ｐゴシック</vt:lpstr>
      <vt:lpstr>ＭＳ Ｐゴシック</vt:lpstr>
      <vt:lpstr>Arial</vt:lpstr>
      <vt:lpstr>Arial Black</vt:lpstr>
      <vt:lpstr>Avenir Next</vt:lpstr>
      <vt:lpstr>Avenir Next Demi Bold</vt:lpstr>
      <vt:lpstr>Avenir Next Medium</vt:lpstr>
      <vt:lpstr>Calibri</vt:lpstr>
      <vt:lpstr>Garamond</vt:lpstr>
      <vt:lpstr>Graphik</vt:lpstr>
      <vt:lpstr>Helvetica</vt:lpstr>
      <vt:lpstr>Helvetica Neue Medium</vt:lpstr>
      <vt:lpstr>Open Sans</vt:lpstr>
      <vt:lpstr>Poppins</vt:lpstr>
      <vt:lpstr>Quicksand SemiBold</vt:lpstr>
      <vt:lpstr>Raleway Black</vt:lpstr>
      <vt:lpstr>2022Jul26APSLcapability_Biogen</vt:lpstr>
      <vt:lpstr>1_Office Theme</vt:lpstr>
      <vt:lpstr>1_202006 APSL Presentation Template</vt:lpstr>
      <vt:lpstr>2_Office Theme</vt:lpstr>
      <vt:lpstr>APSL _Corp deck_25 Mar_V3_temp</vt:lpstr>
      <vt:lpstr>DrReddys_Template_02_EXP</vt:lpstr>
      <vt:lpstr>DrReddys Blue Master</vt:lpstr>
      <vt:lpstr>DrReddys White Master</vt:lpstr>
      <vt:lpstr>11_Office Theme</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Aurigene Pharmaceuticals</dc:title>
  <dc:creator>Fathima Safna M I</dc:creator>
  <cp:lastModifiedBy>Tavishi Prasad</cp:lastModifiedBy>
  <cp:revision>848</cp:revision>
  <dcterms:created xsi:type="dcterms:W3CDTF">2022-08-03T07:22:10Z</dcterms:created>
  <dcterms:modified xsi:type="dcterms:W3CDTF">2026-07-06T04:11:02Z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0x010100F790F95913628C4E9FF47ABAF55D79CB</vt:lpwstr>
  </property>
</Properties>
</file>